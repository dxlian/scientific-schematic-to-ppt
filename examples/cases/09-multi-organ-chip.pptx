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44000" y="280800"/>
            <a:ext cx="11354400" cy="6157800"/>
            <a:chOff x="144000" y="280800"/>
            <a:chExt cx="11354400" cy="6157800"/>
          </a:xfrm>
        </p:grpSpPr>
        <p:sp>
          <p:nvSpPr>
            <p:cNvPr id="3" name="SCHEM_text-0001"/>
            <p:cNvSpPr txBox="1"/>
            <p:nvPr/>
          </p:nvSpPr>
          <p:spPr>
            <a:xfrm>
              <a:off x="345600" y="280800"/>
              <a:ext cx="10728000" cy="4539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438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Tissue niches linked by vascular flow</a:t>
              </a:r>
              <a:endParaRPr lang="en-US" sz="2438"/>
            </a:p>
          </p:txBody>
        </p:sp>
        <p:grpSp>
          <p:nvGrpSpPr>
            <p:cNvPr id="4" name="SCHEM_vascular-circuit"/>
            <p:cNvGrpSpPr/>
            <p:nvPr/>
          </p:nvGrpSpPr>
          <p:grpSpPr>
            <a:xfrm>
              <a:off x="144000" y="3376800"/>
              <a:ext cx="7761600" cy="2016000"/>
              <a:chOff x="144000" y="3376800"/>
              <a:chExt cx="7761600" cy="2016000"/>
            </a:xfrm>
          </p:grpSpPr>
          <p:sp>
            <p:nvSpPr>
              <p:cNvPr id="5" name="SCHEM_rect-0003"/>
              <p:cNvSpPr/>
              <p:nvPr/>
            </p:nvSpPr>
            <p:spPr>
              <a:xfrm>
                <a:off x="144000" y="3376800"/>
                <a:ext cx="7495200" cy="748800"/>
              </a:xfrm>
              <a:prstGeom prst="rect">
                <a:avLst/>
              </a:prstGeom>
              <a:solidFill>
                <a:srgbClr val="E8EDEA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" name="SCHEM_rect-0004"/>
              <p:cNvSpPr/>
              <p:nvPr/>
            </p:nvSpPr>
            <p:spPr>
              <a:xfrm>
                <a:off x="187200" y="3420000"/>
                <a:ext cx="7408800" cy="662400"/>
              </a:xfrm>
              <a:prstGeom prst="rect">
                <a:avLst/>
              </a:prstGeom>
              <a:gradFill rotWithShape="1">
                <a:gsLst>
                  <a:gs pos="0">
                    <a:srgbClr val="A3E2F3"/>
                  </a:gs>
                  <a:gs pos="100000">
                    <a:srgbClr val="78C5E4"/>
                  </a:gs>
                </a:gsLst>
                <a:lin ang="5400000" scaled="1"/>
              </a:gradFill>
              <a:ln w="10800" cap="flat">
                <a:solidFill>
                  <a:srgbClr val="2786A8"/>
                </a:solidFill>
              </a:ln>
              <a:effectLst/>
            </p:spPr>
          </p:sp>
          <p:sp>
            <p:nvSpPr>
              <p:cNvPr id="7" name="SCHEM_path-0005"/>
              <p:cNvSpPr/>
              <p:nvPr/>
            </p:nvSpPr>
            <p:spPr>
              <a:xfrm>
                <a:off x="338400" y="3708000"/>
                <a:ext cx="7567200" cy="1684800"/>
              </a:xfrm>
              <a:custGeom>
                <a:avLst/>
                <a:gdLst/>
                <a:ahLst/>
                <a:cxnLst/>
                <a:rect l="0" t="0" r="r" b="b"/>
                <a:pathLst>
                  <a:path w="7567200" h="1684800">
                    <a:moveTo>
                      <a:pt x="122400" y="0"/>
                    </a:moveTo>
                    <a:cubicBezTo>
                      <a:pt x="14400" y="7200"/>
                      <a:pt x="0" y="86400"/>
                      <a:pt x="0" y="187200"/>
                    </a:cubicBezTo>
                    <a:lnTo>
                      <a:pt x="0" y="1440000"/>
                    </a:lnTo>
                    <a:cubicBezTo>
                      <a:pt x="0" y="1612800"/>
                      <a:pt x="79200" y="1684800"/>
                      <a:pt x="252000" y="1684800"/>
                    </a:cubicBezTo>
                    <a:lnTo>
                      <a:pt x="7336800" y="1684800"/>
                    </a:lnTo>
                    <a:cubicBezTo>
                      <a:pt x="7495200" y="1684800"/>
                      <a:pt x="7567200" y="1576800"/>
                      <a:pt x="7567200" y="1411200"/>
                    </a:cubicBezTo>
                    <a:lnTo>
                      <a:pt x="7567200" y="208800"/>
                    </a:lnTo>
                    <a:cubicBezTo>
                      <a:pt x="7567200" y="50400"/>
                      <a:pt x="7524000" y="0"/>
                      <a:pt x="7308000" y="0"/>
                    </a:cubicBezTo>
                  </a:path>
                </a:pathLst>
              </a:custGeom>
              <a:noFill/>
              <a:ln w="129600" cap="flat">
                <a:solidFill>
                  <a:srgbClr val="292929"/>
                </a:solidFill>
              </a:ln>
              <a:effectLst/>
            </p:spPr>
          </p:sp>
          <p:sp>
            <p:nvSpPr>
              <p:cNvPr id="8" name="SCHEM_path-0006"/>
              <p:cNvSpPr/>
              <p:nvPr/>
            </p:nvSpPr>
            <p:spPr>
              <a:xfrm>
                <a:off x="338400" y="3708000"/>
                <a:ext cx="7567200" cy="1684800"/>
              </a:xfrm>
              <a:custGeom>
                <a:avLst/>
                <a:gdLst/>
                <a:ahLst/>
                <a:cxnLst/>
                <a:rect l="0" t="0" r="r" b="b"/>
                <a:pathLst>
                  <a:path w="7567200" h="1684800">
                    <a:moveTo>
                      <a:pt x="122400" y="0"/>
                    </a:moveTo>
                    <a:cubicBezTo>
                      <a:pt x="14400" y="7200"/>
                      <a:pt x="0" y="86400"/>
                      <a:pt x="0" y="187200"/>
                    </a:cubicBezTo>
                    <a:lnTo>
                      <a:pt x="0" y="1440000"/>
                    </a:lnTo>
                    <a:cubicBezTo>
                      <a:pt x="0" y="1612800"/>
                      <a:pt x="79200" y="1684800"/>
                      <a:pt x="252000" y="1684800"/>
                    </a:cubicBezTo>
                    <a:lnTo>
                      <a:pt x="7336800" y="1684800"/>
                    </a:lnTo>
                    <a:cubicBezTo>
                      <a:pt x="7495200" y="1684800"/>
                      <a:pt x="7567200" y="1576800"/>
                      <a:pt x="7567200" y="1411200"/>
                    </a:cubicBezTo>
                    <a:lnTo>
                      <a:pt x="7567200" y="208800"/>
                    </a:lnTo>
                    <a:cubicBezTo>
                      <a:pt x="7567200" y="50400"/>
                      <a:pt x="7524000" y="0"/>
                      <a:pt x="7308000" y="0"/>
                    </a:cubicBezTo>
                  </a:path>
                </a:pathLst>
              </a:custGeom>
              <a:noFill/>
              <a:ln w="115200" cap="flat">
                <a:solidFill>
                  <a:srgbClr val="52BDE3"/>
                </a:solidFill>
              </a:ln>
              <a:effectLst/>
            </p:spPr>
          </p:sp>
          <p:cxnSp>
            <p:nvCxnSpPr>
              <p:cNvPr id="9" name="SCHEM_line-0007"/>
              <p:cNvCxnSpPr/>
              <p:nvPr/>
            </p:nvCxnSpPr>
            <p:spPr>
              <a:xfrm>
                <a:off x="8352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0" name="SCHEM_line-0008"/>
              <p:cNvCxnSpPr/>
              <p:nvPr/>
            </p:nvCxnSpPr>
            <p:spPr>
              <a:xfrm>
                <a:off x="21816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1" name="SCHEM_line-0009"/>
              <p:cNvCxnSpPr/>
              <p:nvPr/>
            </p:nvCxnSpPr>
            <p:spPr>
              <a:xfrm>
                <a:off x="34344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2" name="SCHEM_line-0010"/>
              <p:cNvCxnSpPr/>
              <p:nvPr/>
            </p:nvCxnSpPr>
            <p:spPr>
              <a:xfrm>
                <a:off x="46872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3" name="SCHEM_line-0011"/>
              <p:cNvCxnSpPr/>
              <p:nvPr/>
            </p:nvCxnSpPr>
            <p:spPr>
              <a:xfrm>
                <a:off x="58608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4" name="SCHEM_line-0012"/>
              <p:cNvCxnSpPr/>
              <p:nvPr/>
            </p:nvCxnSpPr>
            <p:spPr>
              <a:xfrm>
                <a:off x="6976800" y="3744000"/>
                <a:ext cx="352800" cy="1"/>
              </a:xfrm>
              <a:prstGeom prst="line">
                <a:avLst/>
              </a:prstGeom>
              <a:noFill/>
              <a:ln w="360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5" name="SCHEM_line-0013"/>
              <p:cNvCxnSpPr/>
              <p:nvPr/>
            </p:nvCxnSpPr>
            <p:spPr>
              <a:xfrm flipV="1">
                <a:off x="525600" y="4593600"/>
                <a:ext cx="1" cy="345600"/>
              </a:xfrm>
              <a:prstGeom prst="line">
                <a:avLst/>
              </a:prstGeom>
              <a:noFill/>
              <a:ln w="252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6" name="SCHEM_line-0014"/>
              <p:cNvCxnSpPr/>
              <p:nvPr/>
            </p:nvCxnSpPr>
            <p:spPr>
              <a:xfrm flipH="1">
                <a:off x="1800000" y="5227200"/>
                <a:ext cx="324000" cy="1"/>
              </a:xfrm>
              <a:prstGeom prst="line">
                <a:avLst/>
              </a:prstGeom>
              <a:noFill/>
              <a:ln w="252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7" name="SCHEM_line-0015"/>
              <p:cNvCxnSpPr/>
              <p:nvPr/>
            </p:nvCxnSpPr>
            <p:spPr>
              <a:xfrm flipH="1">
                <a:off x="5169600" y="5227200"/>
                <a:ext cx="316800" cy="1"/>
              </a:xfrm>
              <a:prstGeom prst="line">
                <a:avLst/>
              </a:prstGeom>
              <a:noFill/>
              <a:ln w="252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cxnSp>
            <p:nvCxnSpPr>
              <p:cNvPr id="18" name="SCHEM_line-0016"/>
              <p:cNvCxnSpPr/>
              <p:nvPr/>
            </p:nvCxnSpPr>
            <p:spPr>
              <a:xfrm>
                <a:off x="7740000" y="4550400"/>
                <a:ext cx="1" cy="309600"/>
              </a:xfrm>
              <a:prstGeom prst="line">
                <a:avLst/>
              </a:prstGeom>
              <a:noFill/>
              <a:ln w="25200" cap="flat">
                <a:solidFill>
                  <a:srgbClr val="078DBE"/>
                </a:solidFill>
                <a:tailEnd type="triangle" w="med" len="med"/>
              </a:ln>
              <a:effectLst/>
            </p:spPr>
          </p:cxnSp>
          <p:sp>
            <p:nvSpPr>
              <p:cNvPr id="19" name="SCHEM_ellipse-0017"/>
              <p:cNvSpPr/>
              <p:nvPr/>
            </p:nvSpPr>
            <p:spPr>
              <a:xfrm>
                <a:off x="763200" y="35208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0" name="SCHEM_ellipse-0018"/>
              <p:cNvSpPr/>
              <p:nvPr/>
            </p:nvSpPr>
            <p:spPr>
              <a:xfrm>
                <a:off x="784800" y="35424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1" name="SCHEM_ellipse-0019"/>
              <p:cNvSpPr/>
              <p:nvPr/>
            </p:nvSpPr>
            <p:spPr>
              <a:xfrm>
                <a:off x="950400" y="38520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2" name="SCHEM_ellipse-0020"/>
              <p:cNvSpPr/>
              <p:nvPr/>
            </p:nvSpPr>
            <p:spPr>
              <a:xfrm>
                <a:off x="972000" y="38736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3" name="SCHEM_ellipse-0021"/>
              <p:cNvSpPr/>
              <p:nvPr/>
            </p:nvSpPr>
            <p:spPr>
              <a:xfrm>
                <a:off x="1231200" y="35208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4" name="SCHEM_ellipse-0022"/>
              <p:cNvSpPr/>
              <p:nvPr/>
            </p:nvSpPr>
            <p:spPr>
              <a:xfrm>
                <a:off x="1252800" y="35424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5" name="SCHEM_ellipse-0023"/>
              <p:cNvSpPr/>
              <p:nvPr/>
            </p:nvSpPr>
            <p:spPr>
              <a:xfrm>
                <a:off x="1461600" y="36792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6" name="SCHEM_ellipse-0024"/>
              <p:cNvSpPr/>
              <p:nvPr/>
            </p:nvSpPr>
            <p:spPr>
              <a:xfrm>
                <a:off x="1483200" y="37008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7" name="SCHEM_ellipse-0025"/>
              <p:cNvSpPr/>
              <p:nvPr/>
            </p:nvSpPr>
            <p:spPr>
              <a:xfrm>
                <a:off x="1778400" y="35424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28" name="SCHEM_ellipse-0026"/>
              <p:cNvSpPr/>
              <p:nvPr/>
            </p:nvSpPr>
            <p:spPr>
              <a:xfrm>
                <a:off x="1800000" y="35640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29" name="SCHEM_ellipse-0027"/>
              <p:cNvSpPr/>
              <p:nvPr/>
            </p:nvSpPr>
            <p:spPr>
              <a:xfrm>
                <a:off x="1771200" y="38376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0" name="SCHEM_ellipse-0028"/>
              <p:cNvSpPr/>
              <p:nvPr/>
            </p:nvSpPr>
            <p:spPr>
              <a:xfrm>
                <a:off x="1792800" y="38592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1" name="SCHEM_ellipse-0029"/>
              <p:cNvSpPr/>
              <p:nvPr/>
            </p:nvSpPr>
            <p:spPr>
              <a:xfrm>
                <a:off x="2808000" y="37224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2" name="SCHEM_ellipse-0030"/>
              <p:cNvSpPr/>
              <p:nvPr/>
            </p:nvSpPr>
            <p:spPr>
              <a:xfrm>
                <a:off x="2829600" y="37440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3" name="SCHEM_ellipse-0031"/>
              <p:cNvSpPr/>
              <p:nvPr/>
            </p:nvSpPr>
            <p:spPr>
              <a:xfrm>
                <a:off x="3153600" y="35280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4" name="SCHEM_ellipse-0032"/>
              <p:cNvSpPr/>
              <p:nvPr/>
            </p:nvSpPr>
            <p:spPr>
              <a:xfrm>
                <a:off x="3175200" y="35496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5" name="SCHEM_ellipse-0033"/>
              <p:cNvSpPr/>
              <p:nvPr/>
            </p:nvSpPr>
            <p:spPr>
              <a:xfrm>
                <a:off x="3988800" y="35568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6" name="SCHEM_ellipse-0034"/>
              <p:cNvSpPr/>
              <p:nvPr/>
            </p:nvSpPr>
            <p:spPr>
              <a:xfrm>
                <a:off x="4010400" y="35784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7" name="SCHEM_ellipse-0035"/>
              <p:cNvSpPr/>
              <p:nvPr/>
            </p:nvSpPr>
            <p:spPr>
              <a:xfrm>
                <a:off x="4233600" y="38232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38" name="SCHEM_ellipse-0036"/>
              <p:cNvSpPr/>
              <p:nvPr/>
            </p:nvSpPr>
            <p:spPr>
              <a:xfrm>
                <a:off x="4255200" y="38448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39" name="SCHEM_ellipse-0037"/>
              <p:cNvSpPr/>
              <p:nvPr/>
            </p:nvSpPr>
            <p:spPr>
              <a:xfrm>
                <a:off x="4514400" y="35856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40" name="SCHEM_ellipse-0038"/>
              <p:cNvSpPr/>
              <p:nvPr/>
            </p:nvSpPr>
            <p:spPr>
              <a:xfrm>
                <a:off x="4536000" y="36072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41" name="SCHEM_ellipse-0039"/>
              <p:cNvSpPr/>
              <p:nvPr/>
            </p:nvSpPr>
            <p:spPr>
              <a:xfrm>
                <a:off x="5673600" y="37152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42" name="SCHEM_ellipse-0040"/>
              <p:cNvSpPr/>
              <p:nvPr/>
            </p:nvSpPr>
            <p:spPr>
              <a:xfrm>
                <a:off x="5695200" y="37368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  <p:sp>
            <p:nvSpPr>
              <p:cNvPr id="43" name="SCHEM_ellipse-0041"/>
              <p:cNvSpPr/>
              <p:nvPr/>
            </p:nvSpPr>
            <p:spPr>
              <a:xfrm>
                <a:off x="6602400" y="3585600"/>
                <a:ext cx="115200" cy="115200"/>
              </a:xfrm>
              <a:prstGeom prst="ellipse">
                <a:avLst/>
              </a:prstGeom>
              <a:solidFill>
                <a:srgbClr val="DFF6FF"/>
              </a:solidFill>
              <a:ln w="7920" cap="flat">
                <a:solidFill>
                  <a:srgbClr val="2586B3"/>
                </a:solidFill>
              </a:ln>
              <a:effectLst/>
            </p:spPr>
          </p:sp>
          <p:sp>
            <p:nvSpPr>
              <p:cNvPr id="44" name="SCHEM_ellipse-0042"/>
              <p:cNvSpPr/>
              <p:nvPr/>
            </p:nvSpPr>
            <p:spPr>
              <a:xfrm>
                <a:off x="6624000" y="3607200"/>
                <a:ext cx="72000" cy="72000"/>
              </a:xfrm>
              <a:prstGeom prst="ellipse">
                <a:avLst/>
              </a:prstGeom>
              <a:noFill/>
              <a:ln w="5040" cap="flat">
                <a:solidFill>
                  <a:srgbClr val="55A8D0"/>
                </a:solidFill>
              </a:ln>
              <a:effectLst/>
            </p:spPr>
          </p:sp>
        </p:grpSp>
        <p:grpSp>
          <p:nvGrpSpPr>
            <p:cNvPr id="45" name="SCHEM_tissue-compartments"/>
            <p:cNvGrpSpPr/>
            <p:nvPr/>
          </p:nvGrpSpPr>
          <p:grpSpPr>
            <a:xfrm>
              <a:off x="223200" y="1166400"/>
              <a:ext cx="7322400" cy="2210400"/>
              <a:chOff x="223200" y="1166400"/>
              <a:chExt cx="7322400" cy="2210400"/>
            </a:xfrm>
          </p:grpSpPr>
          <p:sp>
            <p:nvSpPr>
              <p:cNvPr id="46" name="SCHEM_rect-0044"/>
              <p:cNvSpPr/>
              <p:nvPr/>
            </p:nvSpPr>
            <p:spPr>
              <a:xfrm>
                <a:off x="345600" y="1375200"/>
                <a:ext cx="1656000" cy="1548000"/>
              </a:xfrm>
              <a:prstGeom prst="rect">
                <a:avLst/>
              </a:prstGeom>
              <a:solidFill>
                <a:srgbClr val="FCE5E6"/>
              </a:solidFill>
              <a:ln w="9360" cap="flat">
                <a:noFill/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345600" y="1281600"/>
                <a:ext cx="1656000" cy="194400"/>
              </a:xfrm>
              <a:prstGeom prst="ellipse">
                <a:avLst/>
              </a:prstGeom>
              <a:solidFill>
                <a:srgbClr val="FCE5E6"/>
              </a:solidFill>
              <a:ln w="7200" cap="flat">
                <a:solidFill>
                  <a:srgbClr val="B5BDB0"/>
                </a:solidFill>
              </a:ln>
              <a:effectLst/>
            </p:spPr>
          </p:sp>
          <p:sp>
            <p:nvSpPr>
              <p:cNvPr id="48" name="SCHEM_rect-0046"/>
              <p:cNvSpPr/>
              <p:nvPr/>
            </p:nvSpPr>
            <p:spPr>
              <a:xfrm>
                <a:off x="2124000" y="1375200"/>
                <a:ext cx="1656000" cy="1548000"/>
              </a:xfrm>
              <a:prstGeom prst="rect">
                <a:avLst/>
              </a:prstGeom>
              <a:solidFill>
                <a:srgbClr val="E6F1E1"/>
              </a:solidFill>
              <a:ln w="9360" cap="flat">
                <a:noFill/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2124000" y="1281600"/>
                <a:ext cx="1656000" cy="194400"/>
              </a:xfrm>
              <a:prstGeom prst="ellipse">
                <a:avLst/>
              </a:prstGeom>
              <a:solidFill>
                <a:srgbClr val="E6F1E1"/>
              </a:solidFill>
              <a:ln w="7200" cap="flat">
                <a:solidFill>
                  <a:srgbClr val="B5BDB0"/>
                </a:solidFill>
              </a:ln>
              <a:effectLst/>
            </p:spPr>
          </p:sp>
          <p:sp>
            <p:nvSpPr>
              <p:cNvPr id="50" name="SCHEM_rect-0048"/>
              <p:cNvSpPr/>
              <p:nvPr/>
            </p:nvSpPr>
            <p:spPr>
              <a:xfrm>
                <a:off x="3945600" y="1375200"/>
                <a:ext cx="1656000" cy="1548000"/>
              </a:xfrm>
              <a:prstGeom prst="rect">
                <a:avLst/>
              </a:prstGeom>
              <a:solidFill>
                <a:srgbClr val="F8F2E4"/>
              </a:solidFill>
              <a:ln w="9360" cap="flat">
                <a:noFill/>
              </a:ln>
              <a:effectLst/>
            </p:spPr>
          </p:sp>
          <p:sp>
            <p:nvSpPr>
              <p:cNvPr id="51" name="SCHEM_ellipse-0049"/>
              <p:cNvSpPr/>
              <p:nvPr/>
            </p:nvSpPr>
            <p:spPr>
              <a:xfrm>
                <a:off x="3945600" y="1281600"/>
                <a:ext cx="1656000" cy="194400"/>
              </a:xfrm>
              <a:prstGeom prst="ellipse">
                <a:avLst/>
              </a:prstGeom>
              <a:solidFill>
                <a:srgbClr val="F8F2E4"/>
              </a:solidFill>
              <a:ln w="7200" cap="flat">
                <a:solidFill>
                  <a:srgbClr val="B5BDB0"/>
                </a:solidFill>
              </a:ln>
              <a:effectLst/>
            </p:spPr>
          </p:sp>
          <p:sp>
            <p:nvSpPr>
              <p:cNvPr id="52" name="SCHEM_ellipse-0050"/>
              <p:cNvSpPr/>
              <p:nvPr/>
            </p:nvSpPr>
            <p:spPr>
              <a:xfrm>
                <a:off x="3744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3" name="SCHEM_ellipse-0051"/>
              <p:cNvSpPr/>
              <p:nvPr/>
            </p:nvSpPr>
            <p:spPr>
              <a:xfrm>
                <a:off x="5351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4" name="SCHEM_ellipse-0052"/>
              <p:cNvSpPr/>
              <p:nvPr/>
            </p:nvSpPr>
            <p:spPr>
              <a:xfrm>
                <a:off x="6552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5" name="SCHEM_ellipse-0053"/>
              <p:cNvSpPr/>
              <p:nvPr/>
            </p:nvSpPr>
            <p:spPr>
              <a:xfrm>
                <a:off x="8159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6" name="SCHEM_ellipse-0054"/>
              <p:cNvSpPr/>
              <p:nvPr/>
            </p:nvSpPr>
            <p:spPr>
              <a:xfrm>
                <a:off x="9360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7" name="SCHEM_ellipse-0055"/>
              <p:cNvSpPr/>
              <p:nvPr/>
            </p:nvSpPr>
            <p:spPr>
              <a:xfrm>
                <a:off x="10967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8" name="SCHEM_ellipse-0056"/>
              <p:cNvSpPr/>
              <p:nvPr/>
            </p:nvSpPr>
            <p:spPr>
              <a:xfrm>
                <a:off x="12168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9" name="SCHEM_ellipse-0057"/>
              <p:cNvSpPr/>
              <p:nvPr/>
            </p:nvSpPr>
            <p:spPr>
              <a:xfrm>
                <a:off x="13775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0" name="SCHEM_ellipse-0058"/>
              <p:cNvSpPr/>
              <p:nvPr/>
            </p:nvSpPr>
            <p:spPr>
              <a:xfrm>
                <a:off x="1497600" y="19800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1" name="SCHEM_ellipse-0059"/>
              <p:cNvSpPr/>
              <p:nvPr/>
            </p:nvSpPr>
            <p:spPr>
              <a:xfrm>
                <a:off x="1658376" y="20127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2" name="SCHEM_ellipse-0060"/>
              <p:cNvSpPr/>
              <p:nvPr/>
            </p:nvSpPr>
            <p:spPr>
              <a:xfrm>
                <a:off x="4320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3" name="SCHEM_ellipse-0061"/>
              <p:cNvSpPr/>
              <p:nvPr/>
            </p:nvSpPr>
            <p:spPr>
              <a:xfrm>
                <a:off x="5927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4" name="SCHEM_ellipse-0062"/>
              <p:cNvSpPr/>
              <p:nvPr/>
            </p:nvSpPr>
            <p:spPr>
              <a:xfrm>
                <a:off x="7128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5" name="SCHEM_ellipse-0063"/>
              <p:cNvSpPr/>
              <p:nvPr/>
            </p:nvSpPr>
            <p:spPr>
              <a:xfrm>
                <a:off x="8735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6" name="SCHEM_ellipse-0064"/>
              <p:cNvSpPr/>
              <p:nvPr/>
            </p:nvSpPr>
            <p:spPr>
              <a:xfrm>
                <a:off x="9936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7" name="SCHEM_ellipse-0065"/>
              <p:cNvSpPr/>
              <p:nvPr/>
            </p:nvSpPr>
            <p:spPr>
              <a:xfrm>
                <a:off x="11543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8" name="SCHEM_ellipse-0066"/>
              <p:cNvSpPr/>
              <p:nvPr/>
            </p:nvSpPr>
            <p:spPr>
              <a:xfrm>
                <a:off x="12744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9" name="SCHEM_ellipse-0067"/>
              <p:cNvSpPr/>
              <p:nvPr/>
            </p:nvSpPr>
            <p:spPr>
              <a:xfrm>
                <a:off x="14351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0" name="SCHEM_ellipse-0068"/>
              <p:cNvSpPr/>
              <p:nvPr/>
            </p:nvSpPr>
            <p:spPr>
              <a:xfrm>
                <a:off x="1555200" y="20664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" name="SCHEM_ellipse-0069"/>
              <p:cNvSpPr/>
              <p:nvPr/>
            </p:nvSpPr>
            <p:spPr>
              <a:xfrm>
                <a:off x="1715976" y="20991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" name="SCHEM_ellipse-0070"/>
              <p:cNvSpPr/>
              <p:nvPr/>
            </p:nvSpPr>
            <p:spPr>
              <a:xfrm>
                <a:off x="3744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" name="SCHEM_ellipse-0071"/>
              <p:cNvSpPr/>
              <p:nvPr/>
            </p:nvSpPr>
            <p:spPr>
              <a:xfrm>
                <a:off x="5351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" name="SCHEM_ellipse-0072"/>
              <p:cNvSpPr/>
              <p:nvPr/>
            </p:nvSpPr>
            <p:spPr>
              <a:xfrm>
                <a:off x="6552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" name="SCHEM_ellipse-0073"/>
              <p:cNvSpPr/>
              <p:nvPr/>
            </p:nvSpPr>
            <p:spPr>
              <a:xfrm>
                <a:off x="8159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6" name="SCHEM_ellipse-0074"/>
              <p:cNvSpPr/>
              <p:nvPr/>
            </p:nvSpPr>
            <p:spPr>
              <a:xfrm>
                <a:off x="9360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7" name="SCHEM_ellipse-0075"/>
              <p:cNvSpPr/>
              <p:nvPr/>
            </p:nvSpPr>
            <p:spPr>
              <a:xfrm>
                <a:off x="10967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8" name="SCHEM_ellipse-0076"/>
              <p:cNvSpPr/>
              <p:nvPr/>
            </p:nvSpPr>
            <p:spPr>
              <a:xfrm>
                <a:off x="12168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9" name="SCHEM_ellipse-0077"/>
              <p:cNvSpPr/>
              <p:nvPr/>
            </p:nvSpPr>
            <p:spPr>
              <a:xfrm>
                <a:off x="13775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0" name="SCHEM_ellipse-0078"/>
              <p:cNvSpPr/>
              <p:nvPr/>
            </p:nvSpPr>
            <p:spPr>
              <a:xfrm>
                <a:off x="1497600" y="21528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1" name="SCHEM_ellipse-0079"/>
              <p:cNvSpPr/>
              <p:nvPr/>
            </p:nvSpPr>
            <p:spPr>
              <a:xfrm>
                <a:off x="1658376" y="21855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2" name="SCHEM_ellipse-0080"/>
              <p:cNvSpPr/>
              <p:nvPr/>
            </p:nvSpPr>
            <p:spPr>
              <a:xfrm>
                <a:off x="4320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3" name="SCHEM_ellipse-0081"/>
              <p:cNvSpPr/>
              <p:nvPr/>
            </p:nvSpPr>
            <p:spPr>
              <a:xfrm>
                <a:off x="5927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4" name="SCHEM_ellipse-0082"/>
              <p:cNvSpPr/>
              <p:nvPr/>
            </p:nvSpPr>
            <p:spPr>
              <a:xfrm>
                <a:off x="7128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5" name="SCHEM_ellipse-0083"/>
              <p:cNvSpPr/>
              <p:nvPr/>
            </p:nvSpPr>
            <p:spPr>
              <a:xfrm>
                <a:off x="8735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6" name="SCHEM_ellipse-0084"/>
              <p:cNvSpPr/>
              <p:nvPr/>
            </p:nvSpPr>
            <p:spPr>
              <a:xfrm>
                <a:off x="9936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7" name="SCHEM_ellipse-0085"/>
              <p:cNvSpPr/>
              <p:nvPr/>
            </p:nvSpPr>
            <p:spPr>
              <a:xfrm>
                <a:off x="11543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8" name="SCHEM_ellipse-0086"/>
              <p:cNvSpPr/>
              <p:nvPr/>
            </p:nvSpPr>
            <p:spPr>
              <a:xfrm>
                <a:off x="12744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9" name="SCHEM_ellipse-0087"/>
              <p:cNvSpPr/>
              <p:nvPr/>
            </p:nvSpPr>
            <p:spPr>
              <a:xfrm>
                <a:off x="14351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0" name="SCHEM_ellipse-0088"/>
              <p:cNvSpPr/>
              <p:nvPr/>
            </p:nvSpPr>
            <p:spPr>
              <a:xfrm>
                <a:off x="1555200" y="22392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1" name="SCHEM_ellipse-0089"/>
              <p:cNvSpPr/>
              <p:nvPr/>
            </p:nvSpPr>
            <p:spPr>
              <a:xfrm>
                <a:off x="1715976" y="22719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2" name="SCHEM_ellipse-0090"/>
              <p:cNvSpPr/>
              <p:nvPr/>
            </p:nvSpPr>
            <p:spPr>
              <a:xfrm>
                <a:off x="3744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3" name="SCHEM_ellipse-0091"/>
              <p:cNvSpPr/>
              <p:nvPr/>
            </p:nvSpPr>
            <p:spPr>
              <a:xfrm>
                <a:off x="5351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4" name="SCHEM_ellipse-0092"/>
              <p:cNvSpPr/>
              <p:nvPr/>
            </p:nvSpPr>
            <p:spPr>
              <a:xfrm>
                <a:off x="6552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5" name="SCHEM_ellipse-0093"/>
              <p:cNvSpPr/>
              <p:nvPr/>
            </p:nvSpPr>
            <p:spPr>
              <a:xfrm>
                <a:off x="8159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6" name="SCHEM_ellipse-0094"/>
              <p:cNvSpPr/>
              <p:nvPr/>
            </p:nvSpPr>
            <p:spPr>
              <a:xfrm>
                <a:off x="9360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7" name="SCHEM_ellipse-0095"/>
              <p:cNvSpPr/>
              <p:nvPr/>
            </p:nvSpPr>
            <p:spPr>
              <a:xfrm>
                <a:off x="10967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98" name="SCHEM_ellipse-0096"/>
              <p:cNvSpPr/>
              <p:nvPr/>
            </p:nvSpPr>
            <p:spPr>
              <a:xfrm>
                <a:off x="12168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99" name="SCHEM_ellipse-0097"/>
              <p:cNvSpPr/>
              <p:nvPr/>
            </p:nvSpPr>
            <p:spPr>
              <a:xfrm>
                <a:off x="13775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100" name="SCHEM_ellipse-0098"/>
              <p:cNvSpPr/>
              <p:nvPr/>
            </p:nvSpPr>
            <p:spPr>
              <a:xfrm>
                <a:off x="1497600" y="2325600"/>
                <a:ext cx="417600" cy="100800"/>
              </a:xfrm>
              <a:prstGeom prst="ellipse">
                <a:avLst/>
              </a:prstGeom>
              <a:solidFill>
                <a:srgbClr val="EF9BA7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101" name="SCHEM_ellipse-0099"/>
              <p:cNvSpPr/>
              <p:nvPr/>
            </p:nvSpPr>
            <p:spPr>
              <a:xfrm>
                <a:off x="1658376" y="2358360"/>
                <a:ext cx="108576" cy="352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102" name="SCHEM_rect-0100"/>
              <p:cNvSpPr/>
              <p:nvPr/>
            </p:nvSpPr>
            <p:spPr>
              <a:xfrm>
                <a:off x="396000" y="1965600"/>
                <a:ext cx="122400" cy="871200"/>
              </a:xfrm>
              <a:prstGeom prst="rect">
                <a:avLst/>
              </a:prstGeom>
              <a:gradFill rotWithShape="1">
                <a:gsLst>
                  <a:gs pos="0">
                    <a:srgbClr val="E5E7E2"/>
                  </a:gs>
                  <a:gs pos="100000">
                    <a:srgbClr val="A1AAA4"/>
                  </a:gs>
                </a:gsLst>
                <a:lin ang="5400000" scaled="1"/>
              </a:gra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3" name="SCHEM_ellipse-0101"/>
              <p:cNvSpPr/>
              <p:nvPr/>
            </p:nvSpPr>
            <p:spPr>
              <a:xfrm>
                <a:off x="381600" y="1936800"/>
                <a:ext cx="151200" cy="64800"/>
              </a:xfrm>
              <a:prstGeom prst="ellipse">
                <a:avLst/>
              </a:prstGeom>
              <a:solidFill>
                <a:srgbClr val="D8DDD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4" name="SCHEM_ellipse-0102"/>
              <p:cNvSpPr/>
              <p:nvPr/>
            </p:nvSpPr>
            <p:spPr>
              <a:xfrm>
                <a:off x="381600" y="2815200"/>
                <a:ext cx="151200" cy="43200"/>
              </a:xfrm>
              <a:prstGeom prst="ellipse">
                <a:avLst/>
              </a:prstGeom>
              <a:solidFill>
                <a:srgbClr val="A5ADA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5" name="SCHEM_rect-0103"/>
              <p:cNvSpPr/>
              <p:nvPr/>
            </p:nvSpPr>
            <p:spPr>
              <a:xfrm>
                <a:off x="1800000" y="1965600"/>
                <a:ext cx="122400" cy="871200"/>
              </a:xfrm>
              <a:prstGeom prst="rect">
                <a:avLst/>
              </a:prstGeom>
              <a:gradFill rotWithShape="1">
                <a:gsLst>
                  <a:gs pos="0">
                    <a:srgbClr val="E5E7E2"/>
                  </a:gs>
                  <a:gs pos="100000">
                    <a:srgbClr val="A1AAA4"/>
                  </a:gs>
                </a:gsLst>
                <a:lin ang="5400000" scaled="1"/>
              </a:gra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6" name="SCHEM_ellipse-0104"/>
              <p:cNvSpPr/>
              <p:nvPr/>
            </p:nvSpPr>
            <p:spPr>
              <a:xfrm>
                <a:off x="1785600" y="1936800"/>
                <a:ext cx="151200" cy="64800"/>
              </a:xfrm>
              <a:prstGeom prst="ellipse">
                <a:avLst/>
              </a:prstGeom>
              <a:solidFill>
                <a:srgbClr val="D8DDD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7" name="SCHEM_ellipse-0105"/>
              <p:cNvSpPr/>
              <p:nvPr/>
            </p:nvSpPr>
            <p:spPr>
              <a:xfrm>
                <a:off x="1785600" y="2815200"/>
                <a:ext cx="151200" cy="43200"/>
              </a:xfrm>
              <a:prstGeom prst="ellipse">
                <a:avLst/>
              </a:prstGeom>
              <a:solidFill>
                <a:srgbClr val="A5ADAA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8" name="SCHEM_path-0106"/>
              <p:cNvSpPr/>
              <p:nvPr/>
            </p:nvSpPr>
            <p:spPr>
              <a:xfrm>
                <a:off x="2304000" y="2575132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09" name="SCHEM_path-0107"/>
              <p:cNvSpPr/>
              <p:nvPr/>
            </p:nvSpPr>
            <p:spPr>
              <a:xfrm>
                <a:off x="2304000" y="2335037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0" name="SCHEM_path-0108"/>
              <p:cNvSpPr/>
              <p:nvPr/>
            </p:nvSpPr>
            <p:spPr>
              <a:xfrm>
                <a:off x="2304000" y="2422868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1" name="SCHEM_path-0109"/>
              <p:cNvSpPr/>
              <p:nvPr/>
            </p:nvSpPr>
            <p:spPr>
              <a:xfrm>
                <a:off x="2304000" y="2574012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2" name="SCHEM_path-0110"/>
              <p:cNvSpPr/>
              <p:nvPr/>
            </p:nvSpPr>
            <p:spPr>
              <a:xfrm>
                <a:off x="2304000" y="1868355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3" name="SCHEM_path-0111"/>
              <p:cNvSpPr/>
              <p:nvPr/>
            </p:nvSpPr>
            <p:spPr>
              <a:xfrm>
                <a:off x="2304000" y="2279738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4" name="SCHEM_path-0112"/>
              <p:cNvSpPr/>
              <p:nvPr/>
            </p:nvSpPr>
            <p:spPr>
              <a:xfrm>
                <a:off x="2304000" y="2574373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5" name="SCHEM_path-0113"/>
              <p:cNvSpPr/>
              <p:nvPr/>
            </p:nvSpPr>
            <p:spPr>
              <a:xfrm>
                <a:off x="2304000" y="2538459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6" name="SCHEM_path-0114"/>
              <p:cNvSpPr/>
              <p:nvPr/>
            </p:nvSpPr>
            <p:spPr>
              <a:xfrm>
                <a:off x="2304000" y="2211026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7" name="SCHEM_path-0115"/>
              <p:cNvSpPr/>
              <p:nvPr/>
            </p:nvSpPr>
            <p:spPr>
              <a:xfrm>
                <a:off x="2304000" y="1769367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8" name="SCHEM_path-0116"/>
              <p:cNvSpPr/>
              <p:nvPr/>
            </p:nvSpPr>
            <p:spPr>
              <a:xfrm>
                <a:off x="2304000" y="2034371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19" name="SCHEM_path-0117"/>
              <p:cNvSpPr/>
              <p:nvPr/>
            </p:nvSpPr>
            <p:spPr>
              <a:xfrm>
                <a:off x="2304000" y="2671656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0" name="SCHEM_path-0118"/>
              <p:cNvSpPr/>
              <p:nvPr/>
            </p:nvSpPr>
            <p:spPr>
              <a:xfrm>
                <a:off x="2304000" y="1696994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1" name="SCHEM_path-0119"/>
              <p:cNvSpPr/>
              <p:nvPr/>
            </p:nvSpPr>
            <p:spPr>
              <a:xfrm>
                <a:off x="2304000" y="1933266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2" name="SCHEM_path-0120"/>
              <p:cNvSpPr/>
              <p:nvPr/>
            </p:nvSpPr>
            <p:spPr>
              <a:xfrm>
                <a:off x="2304000" y="2623723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3" name="SCHEM_path-0121"/>
              <p:cNvSpPr/>
              <p:nvPr/>
            </p:nvSpPr>
            <p:spPr>
              <a:xfrm>
                <a:off x="2304000" y="2075824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4" name="SCHEM_path-0122"/>
              <p:cNvSpPr/>
              <p:nvPr/>
            </p:nvSpPr>
            <p:spPr>
              <a:xfrm>
                <a:off x="2304000" y="1812349"/>
                <a:ext cx="1296000" cy="273600"/>
              </a:xfrm>
              <a:custGeom>
                <a:avLst/>
                <a:gdLst/>
                <a:ahLst/>
                <a:cxnLst/>
                <a:rect l="0" t="0" r="r" b="b"/>
                <a:pathLst>
                  <a:path w="1296000" h="273600">
                    <a:moveTo>
                      <a:pt x="0" y="144000"/>
                    </a:moveTo>
                    <a:cubicBezTo>
                      <a:pt x="367200" y="0"/>
                      <a:pt x="820800" y="273600"/>
                      <a:pt x="1296000" y="115200"/>
                    </a:cubicBezTo>
                  </a:path>
                </a:pathLst>
              </a:custGeom>
              <a:noFill/>
              <a:ln w="14400" cap="flat">
                <a:solidFill>
                  <a:srgbClr val="C8DAC2"/>
                </a:solidFill>
              </a:ln>
              <a:effectLst/>
            </p:spPr>
          </p:sp>
          <p:sp>
            <p:nvSpPr>
              <p:cNvPr id="125" name="SCHEM_path-0123"/>
              <p:cNvSpPr/>
              <p:nvPr/>
            </p:nvSpPr>
            <p:spPr>
              <a:xfrm>
                <a:off x="2504446" y="1795443"/>
                <a:ext cx="547533" cy="494099"/>
              </a:xfrm>
              <a:custGeom>
                <a:avLst/>
                <a:gdLst/>
                <a:ahLst/>
                <a:cxnLst/>
                <a:rect l="0" t="0" r="r" b="b"/>
                <a:pathLst>
                  <a:path w="547533" h="494099">
                    <a:moveTo>
                      <a:pt x="546052" y="249357"/>
                    </a:moveTo>
                    <a:cubicBezTo>
                      <a:pt x="547533" y="300358"/>
                      <a:pt x="521362" y="366521"/>
                      <a:pt x="487086" y="405418"/>
                    </a:cubicBezTo>
                    <a:cubicBezTo>
                      <a:pt x="452811" y="444315"/>
                      <a:pt x="391003" y="471380"/>
                      <a:pt x="340397" y="482740"/>
                    </a:cubicBezTo>
                    <a:cubicBezTo>
                      <a:pt x="289792" y="494099"/>
                      <a:pt x="232490" y="487902"/>
                      <a:pt x="183454" y="473574"/>
                    </a:cubicBezTo>
                    <a:cubicBezTo>
                      <a:pt x="134418" y="459247"/>
                      <a:pt x="76370" y="434144"/>
                      <a:pt x="46180" y="396774"/>
                    </a:cubicBezTo>
                    <a:cubicBezTo>
                      <a:pt x="15990" y="359405"/>
                      <a:pt x="4625" y="300088"/>
                      <a:pt x="2312" y="249357"/>
                    </a:cubicBezTo>
                    <a:cubicBezTo>
                      <a:pt x="0" y="198627"/>
                      <a:pt x="2260" y="130180"/>
                      <a:pt x="32306" y="92391"/>
                    </a:cubicBezTo>
                    <a:cubicBezTo>
                      <a:pt x="62352" y="54602"/>
                      <a:pt x="131061" y="35889"/>
                      <a:pt x="182591" y="22623"/>
                    </a:cubicBezTo>
                    <a:cubicBezTo>
                      <a:pt x="234121" y="9358"/>
                      <a:pt x="292219" y="0"/>
                      <a:pt x="341487" y="12798"/>
                    </a:cubicBezTo>
                    <a:cubicBezTo>
                      <a:pt x="390755" y="25597"/>
                      <a:pt x="444105" y="59988"/>
                      <a:pt x="478199" y="99414"/>
                    </a:cubicBezTo>
                    <a:cubicBezTo>
                      <a:pt x="512293" y="138841"/>
                      <a:pt x="544571" y="198357"/>
                      <a:pt x="546052" y="249357"/>
                    </a:cubicBezTo>
                    <a:close/>
                  </a:path>
                </a:pathLst>
              </a:custGeom>
              <a:solidFill>
                <a:srgbClr val="E9D1AA"/>
              </a:solidFill>
              <a:ln w="7200" cap="flat">
                <a:solidFill>
                  <a:srgbClr val="B59D7D"/>
                </a:solidFill>
              </a:ln>
              <a:effectLst/>
            </p:spPr>
          </p:sp>
          <p:sp>
            <p:nvSpPr>
              <p:cNvPr id="126" name="SCHEM_ellipse-0124"/>
              <p:cNvSpPr/>
              <p:nvPr/>
            </p:nvSpPr>
            <p:spPr>
              <a:xfrm>
                <a:off x="2772000" y="199440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27" name="SCHEM_ellipse-0125"/>
              <p:cNvSpPr/>
              <p:nvPr/>
            </p:nvSpPr>
            <p:spPr>
              <a:xfrm>
                <a:off x="2797200" y="201960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28" name="SCHEM_ellipse-0126"/>
              <p:cNvSpPr/>
              <p:nvPr/>
            </p:nvSpPr>
            <p:spPr>
              <a:xfrm>
                <a:off x="2651899" y="20582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29" name="SCHEM_ellipse-0127"/>
              <p:cNvSpPr/>
              <p:nvPr/>
            </p:nvSpPr>
            <p:spPr>
              <a:xfrm>
                <a:off x="2677099" y="20834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0" name="SCHEM_ellipse-0128"/>
              <p:cNvSpPr/>
              <p:nvPr/>
            </p:nvSpPr>
            <p:spPr>
              <a:xfrm>
                <a:off x="2731470" y="188203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1" name="SCHEM_ellipse-0129"/>
              <p:cNvSpPr/>
              <p:nvPr/>
            </p:nvSpPr>
            <p:spPr>
              <a:xfrm>
                <a:off x="2756670" y="190723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2" name="SCHEM_ellipse-0130"/>
              <p:cNvSpPr/>
              <p:nvPr/>
            </p:nvSpPr>
            <p:spPr>
              <a:xfrm>
                <a:off x="2798754" y="209505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3" name="SCHEM_ellipse-0131"/>
              <p:cNvSpPr/>
              <p:nvPr/>
            </p:nvSpPr>
            <p:spPr>
              <a:xfrm>
                <a:off x="2823954" y="212025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4" name="SCHEM_ellipse-0132"/>
              <p:cNvSpPr/>
              <p:nvPr/>
            </p:nvSpPr>
            <p:spPr>
              <a:xfrm>
                <a:off x="2585076" y="19702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5" name="SCHEM_ellipse-0133"/>
              <p:cNvSpPr/>
              <p:nvPr/>
            </p:nvSpPr>
            <p:spPr>
              <a:xfrm>
                <a:off x="2610276" y="19954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6" name="SCHEM_ellipse-0134"/>
              <p:cNvSpPr/>
              <p:nvPr/>
            </p:nvSpPr>
            <p:spPr>
              <a:xfrm>
                <a:off x="2847387" y="191441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7" name="SCHEM_ellipse-0135"/>
              <p:cNvSpPr/>
              <p:nvPr/>
            </p:nvSpPr>
            <p:spPr>
              <a:xfrm>
                <a:off x="2872587" y="193961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38" name="SCHEM_ellipse-0136"/>
              <p:cNvSpPr/>
              <p:nvPr/>
            </p:nvSpPr>
            <p:spPr>
              <a:xfrm>
                <a:off x="2680424" y="214743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39" name="SCHEM_ellipse-0137"/>
              <p:cNvSpPr/>
              <p:nvPr/>
            </p:nvSpPr>
            <p:spPr>
              <a:xfrm>
                <a:off x="2705624" y="217263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0" name="SCHEM_ellipse-0138"/>
              <p:cNvSpPr/>
              <p:nvPr/>
            </p:nvSpPr>
            <p:spPr>
              <a:xfrm>
                <a:off x="2644602" y="184605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1" name="SCHEM_ellipse-0139"/>
              <p:cNvSpPr/>
              <p:nvPr/>
            </p:nvSpPr>
            <p:spPr>
              <a:xfrm>
                <a:off x="2669802" y="187125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2" name="SCHEM_ellipse-0140"/>
              <p:cNvSpPr/>
              <p:nvPr/>
            </p:nvSpPr>
            <p:spPr>
              <a:xfrm>
                <a:off x="2886151" y="2054549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3" name="SCHEM_ellipse-0141"/>
              <p:cNvSpPr/>
              <p:nvPr/>
            </p:nvSpPr>
            <p:spPr>
              <a:xfrm>
                <a:off x="2911351" y="2079749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4" name="SCHEM_ellipse-0142"/>
              <p:cNvSpPr/>
              <p:nvPr/>
            </p:nvSpPr>
            <p:spPr>
              <a:xfrm>
                <a:off x="2552634" y="2064081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5" name="SCHEM_ellipse-0143"/>
              <p:cNvSpPr/>
              <p:nvPr/>
            </p:nvSpPr>
            <p:spPr>
              <a:xfrm>
                <a:off x="2577834" y="2089281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6" name="SCHEM_ellipse-0144"/>
              <p:cNvSpPr/>
              <p:nvPr/>
            </p:nvSpPr>
            <p:spPr>
              <a:xfrm>
                <a:off x="2802165" y="182240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7" name="SCHEM_ellipse-0145"/>
              <p:cNvSpPr/>
              <p:nvPr/>
            </p:nvSpPr>
            <p:spPr>
              <a:xfrm>
                <a:off x="2827365" y="184760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48" name="SCHEM_ellipse-0146"/>
              <p:cNvSpPr/>
              <p:nvPr/>
            </p:nvSpPr>
            <p:spPr>
              <a:xfrm>
                <a:off x="2780405" y="21821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49" name="SCHEM_ellipse-0147"/>
              <p:cNvSpPr/>
              <p:nvPr/>
            </p:nvSpPr>
            <p:spPr>
              <a:xfrm>
                <a:off x="2805605" y="22073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0" name="SCHEM_ellipse-0148"/>
              <p:cNvSpPr/>
              <p:nvPr/>
            </p:nvSpPr>
            <p:spPr>
              <a:xfrm>
                <a:off x="2545792" y="189241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1" name="SCHEM_ellipse-0149"/>
              <p:cNvSpPr/>
              <p:nvPr/>
            </p:nvSpPr>
            <p:spPr>
              <a:xfrm>
                <a:off x="2570992" y="191761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2" name="SCHEM_ellipse-0150"/>
              <p:cNvSpPr/>
              <p:nvPr/>
            </p:nvSpPr>
            <p:spPr>
              <a:xfrm>
                <a:off x="2926225" y="194951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3" name="SCHEM_ellipse-0151"/>
              <p:cNvSpPr/>
              <p:nvPr/>
            </p:nvSpPr>
            <p:spPr>
              <a:xfrm>
                <a:off x="2951425" y="197471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4" name="SCHEM_ellipse-0152"/>
              <p:cNvSpPr/>
              <p:nvPr/>
            </p:nvSpPr>
            <p:spPr>
              <a:xfrm>
                <a:off x="2597572" y="217062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5" name="SCHEM_ellipse-0153"/>
              <p:cNvSpPr/>
              <p:nvPr/>
            </p:nvSpPr>
            <p:spPr>
              <a:xfrm>
                <a:off x="2622772" y="219582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6" name="SCHEM_ellipse-0154"/>
              <p:cNvSpPr/>
              <p:nvPr/>
            </p:nvSpPr>
            <p:spPr>
              <a:xfrm>
                <a:off x="2693283" y="17749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7" name="SCHEM_ellipse-0155"/>
              <p:cNvSpPr/>
              <p:nvPr/>
            </p:nvSpPr>
            <p:spPr>
              <a:xfrm>
                <a:off x="2718483" y="18001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58" name="SCHEM_ellipse-0156"/>
              <p:cNvSpPr/>
              <p:nvPr/>
            </p:nvSpPr>
            <p:spPr>
              <a:xfrm>
                <a:off x="2895008" y="214072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59" name="SCHEM_ellipse-0157"/>
              <p:cNvSpPr/>
              <p:nvPr/>
            </p:nvSpPr>
            <p:spPr>
              <a:xfrm>
                <a:off x="2920208" y="216592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0" name="SCHEM_ellipse-0158"/>
              <p:cNvSpPr/>
              <p:nvPr/>
            </p:nvSpPr>
            <p:spPr>
              <a:xfrm>
                <a:off x="2489467" y="200385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61" name="SCHEM_ellipse-0159"/>
              <p:cNvSpPr/>
              <p:nvPr/>
            </p:nvSpPr>
            <p:spPr>
              <a:xfrm>
                <a:off x="2514667" y="202905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2" name="SCHEM_path-0160"/>
              <p:cNvSpPr/>
              <p:nvPr/>
            </p:nvSpPr>
            <p:spPr>
              <a:xfrm>
                <a:off x="3085829" y="2082523"/>
                <a:ext cx="519175" cy="528319"/>
              </a:xfrm>
              <a:custGeom>
                <a:avLst/>
                <a:gdLst/>
                <a:ahLst/>
                <a:cxnLst/>
                <a:rect l="0" t="0" r="r" b="b"/>
                <a:pathLst>
                  <a:path w="519175" h="528319">
                    <a:moveTo>
                      <a:pt x="503186" y="264677"/>
                    </a:moveTo>
                    <a:cubicBezTo>
                      <a:pt x="510136" y="312958"/>
                      <a:pt x="519175" y="381733"/>
                      <a:pt x="493458" y="423873"/>
                    </a:cubicBezTo>
                    <a:cubicBezTo>
                      <a:pt x="467742" y="466013"/>
                      <a:pt x="400240" y="506718"/>
                      <a:pt x="348888" y="517518"/>
                    </a:cubicBezTo>
                    <a:cubicBezTo>
                      <a:pt x="297536" y="528319"/>
                      <a:pt x="235360" y="506339"/>
                      <a:pt x="185346" y="488675"/>
                    </a:cubicBezTo>
                    <a:cubicBezTo>
                      <a:pt x="135331" y="471012"/>
                      <a:pt x="79473" y="448871"/>
                      <a:pt x="48803" y="411538"/>
                    </a:cubicBezTo>
                    <a:cubicBezTo>
                      <a:pt x="18133" y="374205"/>
                      <a:pt x="2650" y="314543"/>
                      <a:pt x="1325" y="264677"/>
                    </a:cubicBezTo>
                    <a:cubicBezTo>
                      <a:pt x="0" y="214811"/>
                      <a:pt x="11913" y="154719"/>
                      <a:pt x="40853" y="112343"/>
                    </a:cubicBezTo>
                    <a:cubicBezTo>
                      <a:pt x="69794" y="69967"/>
                      <a:pt x="125800" y="20842"/>
                      <a:pt x="174968" y="10421"/>
                    </a:cubicBezTo>
                    <a:cubicBezTo>
                      <a:pt x="224136" y="0"/>
                      <a:pt x="289729" y="29191"/>
                      <a:pt x="335861" y="49818"/>
                    </a:cubicBezTo>
                    <a:cubicBezTo>
                      <a:pt x="381992" y="70445"/>
                      <a:pt x="423871" y="98373"/>
                      <a:pt x="451759" y="134183"/>
                    </a:cubicBezTo>
                    <a:cubicBezTo>
                      <a:pt x="479646" y="169992"/>
                      <a:pt x="496236" y="216395"/>
                      <a:pt x="503186" y="264677"/>
                    </a:cubicBezTo>
                    <a:close/>
                  </a:path>
                </a:pathLst>
              </a:custGeom>
              <a:solidFill>
                <a:srgbClr val="E9D1AA"/>
              </a:solidFill>
              <a:ln w="7200" cap="flat">
                <a:solidFill>
                  <a:srgbClr val="B59D7D"/>
                </a:solidFill>
              </a:ln>
              <a:effectLst/>
            </p:spPr>
          </p:sp>
          <p:sp>
            <p:nvSpPr>
              <p:cNvPr id="163" name="SCHEM_ellipse-0161"/>
              <p:cNvSpPr/>
              <p:nvPr/>
            </p:nvSpPr>
            <p:spPr>
              <a:xfrm>
                <a:off x="3355200" y="229680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64" name="SCHEM_ellipse-0162"/>
              <p:cNvSpPr/>
              <p:nvPr/>
            </p:nvSpPr>
            <p:spPr>
              <a:xfrm>
                <a:off x="3380400" y="232200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5" name="SCHEM_ellipse-0163"/>
              <p:cNvSpPr/>
              <p:nvPr/>
            </p:nvSpPr>
            <p:spPr>
              <a:xfrm>
                <a:off x="3235099" y="23606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66" name="SCHEM_ellipse-0164"/>
              <p:cNvSpPr/>
              <p:nvPr/>
            </p:nvSpPr>
            <p:spPr>
              <a:xfrm>
                <a:off x="3260299" y="23858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7" name="SCHEM_ellipse-0165"/>
              <p:cNvSpPr/>
              <p:nvPr/>
            </p:nvSpPr>
            <p:spPr>
              <a:xfrm>
                <a:off x="3314670" y="218443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68" name="SCHEM_ellipse-0166"/>
              <p:cNvSpPr/>
              <p:nvPr/>
            </p:nvSpPr>
            <p:spPr>
              <a:xfrm>
                <a:off x="3339870" y="220963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69" name="SCHEM_ellipse-0167"/>
              <p:cNvSpPr/>
              <p:nvPr/>
            </p:nvSpPr>
            <p:spPr>
              <a:xfrm>
                <a:off x="3381954" y="239745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0" name="SCHEM_ellipse-0168"/>
              <p:cNvSpPr/>
              <p:nvPr/>
            </p:nvSpPr>
            <p:spPr>
              <a:xfrm>
                <a:off x="3407154" y="242265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1" name="SCHEM_ellipse-0169"/>
              <p:cNvSpPr/>
              <p:nvPr/>
            </p:nvSpPr>
            <p:spPr>
              <a:xfrm>
                <a:off x="3168276" y="22726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2" name="SCHEM_ellipse-0170"/>
              <p:cNvSpPr/>
              <p:nvPr/>
            </p:nvSpPr>
            <p:spPr>
              <a:xfrm>
                <a:off x="3193476" y="22978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3" name="SCHEM_ellipse-0171"/>
              <p:cNvSpPr/>
              <p:nvPr/>
            </p:nvSpPr>
            <p:spPr>
              <a:xfrm>
                <a:off x="3430587" y="221681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4" name="SCHEM_ellipse-0172"/>
              <p:cNvSpPr/>
              <p:nvPr/>
            </p:nvSpPr>
            <p:spPr>
              <a:xfrm>
                <a:off x="3455787" y="224201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5" name="SCHEM_ellipse-0173"/>
              <p:cNvSpPr/>
              <p:nvPr/>
            </p:nvSpPr>
            <p:spPr>
              <a:xfrm>
                <a:off x="3263624" y="244983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6" name="SCHEM_ellipse-0174"/>
              <p:cNvSpPr/>
              <p:nvPr/>
            </p:nvSpPr>
            <p:spPr>
              <a:xfrm>
                <a:off x="3288824" y="247503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7" name="SCHEM_ellipse-0175"/>
              <p:cNvSpPr/>
              <p:nvPr/>
            </p:nvSpPr>
            <p:spPr>
              <a:xfrm>
                <a:off x="3227802" y="214845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78" name="SCHEM_ellipse-0176"/>
              <p:cNvSpPr/>
              <p:nvPr/>
            </p:nvSpPr>
            <p:spPr>
              <a:xfrm>
                <a:off x="3253002" y="217365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79" name="SCHEM_ellipse-0177"/>
              <p:cNvSpPr/>
              <p:nvPr/>
            </p:nvSpPr>
            <p:spPr>
              <a:xfrm>
                <a:off x="3469351" y="2356949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0" name="SCHEM_ellipse-0178"/>
              <p:cNvSpPr/>
              <p:nvPr/>
            </p:nvSpPr>
            <p:spPr>
              <a:xfrm>
                <a:off x="3494551" y="2382149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1" name="SCHEM_ellipse-0179"/>
              <p:cNvSpPr/>
              <p:nvPr/>
            </p:nvSpPr>
            <p:spPr>
              <a:xfrm>
                <a:off x="3135834" y="2366481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2" name="SCHEM_ellipse-0180"/>
              <p:cNvSpPr/>
              <p:nvPr/>
            </p:nvSpPr>
            <p:spPr>
              <a:xfrm>
                <a:off x="3161034" y="2391681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3" name="SCHEM_ellipse-0181"/>
              <p:cNvSpPr/>
              <p:nvPr/>
            </p:nvSpPr>
            <p:spPr>
              <a:xfrm>
                <a:off x="3385365" y="212480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4" name="SCHEM_ellipse-0182"/>
              <p:cNvSpPr/>
              <p:nvPr/>
            </p:nvSpPr>
            <p:spPr>
              <a:xfrm>
                <a:off x="3410565" y="215000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5" name="SCHEM_ellipse-0183"/>
              <p:cNvSpPr/>
              <p:nvPr/>
            </p:nvSpPr>
            <p:spPr>
              <a:xfrm>
                <a:off x="3363605" y="24845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6" name="SCHEM_ellipse-0184"/>
              <p:cNvSpPr/>
              <p:nvPr/>
            </p:nvSpPr>
            <p:spPr>
              <a:xfrm>
                <a:off x="3388805" y="25097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7" name="SCHEM_ellipse-0185"/>
              <p:cNvSpPr/>
              <p:nvPr/>
            </p:nvSpPr>
            <p:spPr>
              <a:xfrm>
                <a:off x="3128992" y="219481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88" name="SCHEM_ellipse-0186"/>
              <p:cNvSpPr/>
              <p:nvPr/>
            </p:nvSpPr>
            <p:spPr>
              <a:xfrm>
                <a:off x="3154192" y="222001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89" name="SCHEM_ellipse-0187"/>
              <p:cNvSpPr/>
              <p:nvPr/>
            </p:nvSpPr>
            <p:spPr>
              <a:xfrm>
                <a:off x="3509425" y="225191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0" name="SCHEM_ellipse-0188"/>
              <p:cNvSpPr/>
              <p:nvPr/>
            </p:nvSpPr>
            <p:spPr>
              <a:xfrm>
                <a:off x="3534625" y="227711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1" name="SCHEM_ellipse-0189"/>
              <p:cNvSpPr/>
              <p:nvPr/>
            </p:nvSpPr>
            <p:spPr>
              <a:xfrm>
                <a:off x="3180772" y="247302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2" name="SCHEM_ellipse-0190"/>
              <p:cNvSpPr/>
              <p:nvPr/>
            </p:nvSpPr>
            <p:spPr>
              <a:xfrm>
                <a:off x="3205972" y="249822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3" name="SCHEM_ellipse-0191"/>
              <p:cNvSpPr/>
              <p:nvPr/>
            </p:nvSpPr>
            <p:spPr>
              <a:xfrm>
                <a:off x="3276483" y="20773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4" name="SCHEM_ellipse-0192"/>
              <p:cNvSpPr/>
              <p:nvPr/>
            </p:nvSpPr>
            <p:spPr>
              <a:xfrm>
                <a:off x="3301683" y="21025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5" name="SCHEM_ellipse-0193"/>
              <p:cNvSpPr/>
              <p:nvPr/>
            </p:nvSpPr>
            <p:spPr>
              <a:xfrm>
                <a:off x="3478208" y="244312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6" name="SCHEM_ellipse-0194"/>
              <p:cNvSpPr/>
              <p:nvPr/>
            </p:nvSpPr>
            <p:spPr>
              <a:xfrm>
                <a:off x="3503408" y="246832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7" name="SCHEM_ellipse-0195"/>
              <p:cNvSpPr/>
              <p:nvPr/>
            </p:nvSpPr>
            <p:spPr>
              <a:xfrm>
                <a:off x="3072667" y="230625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198" name="SCHEM_ellipse-0196"/>
              <p:cNvSpPr/>
              <p:nvPr/>
            </p:nvSpPr>
            <p:spPr>
              <a:xfrm>
                <a:off x="3097867" y="233145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199" name="SCHEM_path-0197"/>
              <p:cNvSpPr/>
              <p:nvPr/>
            </p:nvSpPr>
            <p:spPr>
              <a:xfrm>
                <a:off x="2412520" y="2342600"/>
                <a:ext cx="575895" cy="479943"/>
              </a:xfrm>
              <a:custGeom>
                <a:avLst/>
                <a:gdLst/>
                <a:ahLst/>
                <a:cxnLst/>
                <a:rect l="0" t="0" r="r" b="b"/>
                <a:pathLst>
                  <a:path w="575895" h="479943">
                    <a:moveTo>
                      <a:pt x="573001" y="256600"/>
                    </a:moveTo>
                    <a:cubicBezTo>
                      <a:pt x="575895" y="308846"/>
                      <a:pt x="553304" y="383857"/>
                      <a:pt x="516678" y="419314"/>
                    </a:cubicBezTo>
                    <a:cubicBezTo>
                      <a:pt x="480052" y="454771"/>
                      <a:pt x="404897" y="460737"/>
                      <a:pt x="353244" y="469343"/>
                    </a:cubicBezTo>
                    <a:cubicBezTo>
                      <a:pt x="301592" y="477949"/>
                      <a:pt x="257372" y="479943"/>
                      <a:pt x="206764" y="470949"/>
                    </a:cubicBezTo>
                    <a:cubicBezTo>
                      <a:pt x="156157" y="461955"/>
                      <a:pt x="83826" y="451103"/>
                      <a:pt x="49600" y="415378"/>
                    </a:cubicBezTo>
                    <a:cubicBezTo>
                      <a:pt x="15373" y="379653"/>
                      <a:pt x="0" y="308558"/>
                      <a:pt x="1407" y="256600"/>
                    </a:cubicBezTo>
                    <a:cubicBezTo>
                      <a:pt x="2813" y="204642"/>
                      <a:pt x="24536" y="141465"/>
                      <a:pt x="58039" y="103631"/>
                    </a:cubicBezTo>
                    <a:cubicBezTo>
                      <a:pt x="91542" y="65796"/>
                      <a:pt x="151441" y="44746"/>
                      <a:pt x="202423" y="29592"/>
                    </a:cubicBezTo>
                    <a:cubicBezTo>
                      <a:pt x="253404" y="14438"/>
                      <a:pt x="314445" y="0"/>
                      <a:pt x="363928" y="12707"/>
                    </a:cubicBezTo>
                    <a:cubicBezTo>
                      <a:pt x="413410" y="25415"/>
                      <a:pt x="464471" y="65187"/>
                      <a:pt x="499317" y="105836"/>
                    </a:cubicBezTo>
                    <a:cubicBezTo>
                      <a:pt x="534162" y="146485"/>
                      <a:pt x="570107" y="204354"/>
                      <a:pt x="573001" y="256600"/>
                    </a:cubicBezTo>
                    <a:close/>
                  </a:path>
                </a:pathLst>
              </a:custGeom>
              <a:solidFill>
                <a:srgbClr val="E9D1AA"/>
              </a:solidFill>
              <a:ln w="7200" cap="flat">
                <a:solidFill>
                  <a:srgbClr val="B59D7D"/>
                </a:solidFill>
              </a:ln>
              <a:effectLst/>
            </p:spPr>
          </p:sp>
          <p:sp>
            <p:nvSpPr>
              <p:cNvPr id="200" name="SCHEM_ellipse-0198"/>
              <p:cNvSpPr/>
              <p:nvPr/>
            </p:nvSpPr>
            <p:spPr>
              <a:xfrm>
                <a:off x="2700000" y="254880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1" name="SCHEM_ellipse-0199"/>
              <p:cNvSpPr/>
              <p:nvPr/>
            </p:nvSpPr>
            <p:spPr>
              <a:xfrm>
                <a:off x="2725200" y="257400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02" name="SCHEM_ellipse-0200"/>
              <p:cNvSpPr/>
              <p:nvPr/>
            </p:nvSpPr>
            <p:spPr>
              <a:xfrm>
                <a:off x="2579899" y="26126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3" name="SCHEM_ellipse-0201"/>
              <p:cNvSpPr/>
              <p:nvPr/>
            </p:nvSpPr>
            <p:spPr>
              <a:xfrm>
                <a:off x="2605099" y="26378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04" name="SCHEM_ellipse-0202"/>
              <p:cNvSpPr/>
              <p:nvPr/>
            </p:nvSpPr>
            <p:spPr>
              <a:xfrm>
                <a:off x="2659470" y="243643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5" name="SCHEM_ellipse-0203"/>
              <p:cNvSpPr/>
              <p:nvPr/>
            </p:nvSpPr>
            <p:spPr>
              <a:xfrm>
                <a:off x="2684670" y="246163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06" name="SCHEM_ellipse-0204"/>
              <p:cNvSpPr/>
              <p:nvPr/>
            </p:nvSpPr>
            <p:spPr>
              <a:xfrm>
                <a:off x="2726754" y="264945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7" name="SCHEM_ellipse-0205"/>
              <p:cNvSpPr/>
              <p:nvPr/>
            </p:nvSpPr>
            <p:spPr>
              <a:xfrm>
                <a:off x="2751954" y="267465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08" name="SCHEM_ellipse-0206"/>
              <p:cNvSpPr/>
              <p:nvPr/>
            </p:nvSpPr>
            <p:spPr>
              <a:xfrm>
                <a:off x="2513076" y="25246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09" name="SCHEM_ellipse-0207"/>
              <p:cNvSpPr/>
              <p:nvPr/>
            </p:nvSpPr>
            <p:spPr>
              <a:xfrm>
                <a:off x="2538276" y="25498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0" name="SCHEM_ellipse-0208"/>
              <p:cNvSpPr/>
              <p:nvPr/>
            </p:nvSpPr>
            <p:spPr>
              <a:xfrm>
                <a:off x="2775387" y="246881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1" name="SCHEM_ellipse-0209"/>
              <p:cNvSpPr/>
              <p:nvPr/>
            </p:nvSpPr>
            <p:spPr>
              <a:xfrm>
                <a:off x="2800587" y="249401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2" name="SCHEM_ellipse-0210"/>
              <p:cNvSpPr/>
              <p:nvPr/>
            </p:nvSpPr>
            <p:spPr>
              <a:xfrm>
                <a:off x="2608424" y="270183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3" name="SCHEM_ellipse-0211"/>
              <p:cNvSpPr/>
              <p:nvPr/>
            </p:nvSpPr>
            <p:spPr>
              <a:xfrm>
                <a:off x="2633624" y="272703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4" name="SCHEM_ellipse-0212"/>
              <p:cNvSpPr/>
              <p:nvPr/>
            </p:nvSpPr>
            <p:spPr>
              <a:xfrm>
                <a:off x="2572602" y="240045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5" name="SCHEM_ellipse-0213"/>
              <p:cNvSpPr/>
              <p:nvPr/>
            </p:nvSpPr>
            <p:spPr>
              <a:xfrm>
                <a:off x="2597802" y="242565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6" name="SCHEM_ellipse-0214"/>
              <p:cNvSpPr/>
              <p:nvPr/>
            </p:nvSpPr>
            <p:spPr>
              <a:xfrm>
                <a:off x="2814151" y="2608949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7" name="SCHEM_ellipse-0215"/>
              <p:cNvSpPr/>
              <p:nvPr/>
            </p:nvSpPr>
            <p:spPr>
              <a:xfrm>
                <a:off x="2839351" y="2634149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18" name="SCHEM_ellipse-0216"/>
              <p:cNvSpPr/>
              <p:nvPr/>
            </p:nvSpPr>
            <p:spPr>
              <a:xfrm>
                <a:off x="2480634" y="2618481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19" name="SCHEM_ellipse-0217"/>
              <p:cNvSpPr/>
              <p:nvPr/>
            </p:nvSpPr>
            <p:spPr>
              <a:xfrm>
                <a:off x="2505834" y="2643681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0" name="SCHEM_ellipse-0218"/>
              <p:cNvSpPr/>
              <p:nvPr/>
            </p:nvSpPr>
            <p:spPr>
              <a:xfrm>
                <a:off x="2730165" y="237680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1" name="SCHEM_ellipse-0219"/>
              <p:cNvSpPr/>
              <p:nvPr/>
            </p:nvSpPr>
            <p:spPr>
              <a:xfrm>
                <a:off x="2755365" y="240200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2" name="SCHEM_ellipse-0220"/>
              <p:cNvSpPr/>
              <p:nvPr/>
            </p:nvSpPr>
            <p:spPr>
              <a:xfrm>
                <a:off x="2708405" y="2736547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3" name="SCHEM_ellipse-0221"/>
              <p:cNvSpPr/>
              <p:nvPr/>
            </p:nvSpPr>
            <p:spPr>
              <a:xfrm>
                <a:off x="2733605" y="2761747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4" name="SCHEM_ellipse-0222"/>
              <p:cNvSpPr/>
              <p:nvPr/>
            </p:nvSpPr>
            <p:spPr>
              <a:xfrm>
                <a:off x="2473792" y="2446812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5" name="SCHEM_ellipse-0223"/>
              <p:cNvSpPr/>
              <p:nvPr/>
            </p:nvSpPr>
            <p:spPr>
              <a:xfrm>
                <a:off x="2498992" y="2472012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6" name="SCHEM_ellipse-0224"/>
              <p:cNvSpPr/>
              <p:nvPr/>
            </p:nvSpPr>
            <p:spPr>
              <a:xfrm>
                <a:off x="2854225" y="2503916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7" name="SCHEM_ellipse-0225"/>
              <p:cNvSpPr/>
              <p:nvPr/>
            </p:nvSpPr>
            <p:spPr>
              <a:xfrm>
                <a:off x="2879425" y="2529116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28" name="SCHEM_ellipse-0226"/>
              <p:cNvSpPr/>
              <p:nvPr/>
            </p:nvSpPr>
            <p:spPr>
              <a:xfrm>
                <a:off x="2525572" y="272502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29" name="SCHEM_ellipse-0227"/>
              <p:cNvSpPr/>
              <p:nvPr/>
            </p:nvSpPr>
            <p:spPr>
              <a:xfrm>
                <a:off x="2550772" y="275022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30" name="SCHEM_ellipse-0228"/>
              <p:cNvSpPr/>
              <p:nvPr/>
            </p:nvSpPr>
            <p:spPr>
              <a:xfrm>
                <a:off x="2621283" y="2329330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31" name="SCHEM_ellipse-0229"/>
              <p:cNvSpPr/>
              <p:nvPr/>
            </p:nvSpPr>
            <p:spPr>
              <a:xfrm>
                <a:off x="2646483" y="2354530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32" name="SCHEM_ellipse-0230"/>
              <p:cNvSpPr/>
              <p:nvPr/>
            </p:nvSpPr>
            <p:spPr>
              <a:xfrm>
                <a:off x="2823008" y="2695123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33" name="SCHEM_ellipse-0231"/>
              <p:cNvSpPr/>
              <p:nvPr/>
            </p:nvSpPr>
            <p:spPr>
              <a:xfrm>
                <a:off x="2848208" y="2720323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34" name="SCHEM_ellipse-0232"/>
              <p:cNvSpPr/>
              <p:nvPr/>
            </p:nvSpPr>
            <p:spPr>
              <a:xfrm>
                <a:off x="2417467" y="2558254"/>
                <a:ext cx="86400" cy="100800"/>
              </a:xfrm>
              <a:prstGeom prst="ellipse">
                <a:avLst/>
              </a:prstGeom>
              <a:solidFill>
                <a:srgbClr val="E5C191"/>
              </a:solidFill>
              <a:ln w="4320" cap="flat">
                <a:solidFill>
                  <a:srgbClr val="B3946C"/>
                </a:solidFill>
              </a:ln>
              <a:effectLst/>
            </p:spPr>
          </p:sp>
          <p:sp>
            <p:nvSpPr>
              <p:cNvPr id="235" name="SCHEM_ellipse-0233"/>
              <p:cNvSpPr/>
              <p:nvPr/>
            </p:nvSpPr>
            <p:spPr>
              <a:xfrm>
                <a:off x="2442667" y="2583454"/>
                <a:ext cx="36000" cy="50400"/>
              </a:xfrm>
              <a:prstGeom prst="ellipse">
                <a:avLst/>
              </a:prstGeom>
              <a:solidFill>
                <a:srgbClr val="73839D"/>
              </a:solidFill>
              <a:ln w="9360" cap="flat">
                <a:noFill/>
              </a:ln>
              <a:effectLst/>
            </p:spPr>
          </p:sp>
          <p:sp>
            <p:nvSpPr>
              <p:cNvPr id="236" name="SCHEM_rect-0234"/>
              <p:cNvSpPr/>
              <p:nvPr/>
            </p:nvSpPr>
            <p:spPr>
              <a:xfrm>
                <a:off x="4032000" y="1879200"/>
                <a:ext cx="1476000" cy="1015200"/>
              </a:xfrm>
              <a:prstGeom prst="rect">
                <a:avLst/>
              </a:prstGeom>
              <a:solidFill>
                <a:srgbClr val="E5DFCF"/>
              </a:solidFill>
              <a:ln w="9360" cap="flat">
                <a:solidFill>
                  <a:srgbClr val="968F7E"/>
                </a:solidFill>
              </a:ln>
              <a:effectLst/>
            </p:spPr>
          </p:sp>
          <p:sp>
            <p:nvSpPr>
              <p:cNvPr id="237" name="SCHEM_path-0235"/>
              <p:cNvSpPr/>
              <p:nvPr/>
            </p:nvSpPr>
            <p:spPr>
              <a:xfrm>
                <a:off x="4034663" y="1898422"/>
                <a:ext cx="189829" cy="143517"/>
              </a:xfrm>
              <a:custGeom>
                <a:avLst/>
                <a:gdLst/>
                <a:ahLst/>
                <a:cxnLst/>
                <a:rect l="0" t="0" r="r" b="b"/>
                <a:pathLst>
                  <a:path w="189829" h="143517">
                    <a:moveTo>
                      <a:pt x="188676" y="74378"/>
                    </a:moveTo>
                    <a:cubicBezTo>
                      <a:pt x="189829" y="90874"/>
                      <a:pt x="175022" y="115168"/>
                      <a:pt x="158733" y="126528"/>
                    </a:cubicBezTo>
                    <a:cubicBezTo>
                      <a:pt x="142443" y="137889"/>
                      <a:pt x="112270" y="143517"/>
                      <a:pt x="90937" y="142543"/>
                    </a:cubicBezTo>
                    <a:cubicBezTo>
                      <a:pt x="69605" y="141569"/>
                      <a:pt x="45833" y="132046"/>
                      <a:pt x="30738" y="120685"/>
                    </a:cubicBezTo>
                    <a:cubicBezTo>
                      <a:pt x="15644" y="109324"/>
                      <a:pt x="741" y="90099"/>
                      <a:pt x="370" y="74378"/>
                    </a:cubicBezTo>
                    <a:cubicBezTo>
                      <a:pt x="0" y="58657"/>
                      <a:pt x="13421" y="38725"/>
                      <a:pt x="28516" y="26361"/>
                    </a:cubicBezTo>
                    <a:cubicBezTo>
                      <a:pt x="43610" y="13998"/>
                      <a:pt x="70388" y="0"/>
                      <a:pt x="90937" y="198"/>
                    </a:cubicBezTo>
                    <a:cubicBezTo>
                      <a:pt x="111487" y="397"/>
                      <a:pt x="135522" y="15188"/>
                      <a:pt x="151812" y="27551"/>
                    </a:cubicBezTo>
                    <a:cubicBezTo>
                      <a:pt x="168102" y="39915"/>
                      <a:pt x="187522" y="57882"/>
                      <a:pt x="188676" y="7437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38" name="SCHEM_path-0236"/>
              <p:cNvSpPr/>
              <p:nvPr/>
            </p:nvSpPr>
            <p:spPr>
              <a:xfrm>
                <a:off x="4236481" y="1900148"/>
                <a:ext cx="173619" cy="147657"/>
              </a:xfrm>
              <a:custGeom>
                <a:avLst/>
                <a:gdLst/>
                <a:ahLst/>
                <a:cxnLst/>
                <a:rect l="0" t="0" r="r" b="b"/>
                <a:pathLst>
                  <a:path w="173619" h="147657">
                    <a:moveTo>
                      <a:pt x="173172" y="72652"/>
                    </a:moveTo>
                    <a:cubicBezTo>
                      <a:pt x="173321" y="90271"/>
                      <a:pt x="173619" y="113543"/>
                      <a:pt x="159877" y="125851"/>
                    </a:cubicBezTo>
                    <a:cubicBezTo>
                      <a:pt x="146134" y="138159"/>
                      <a:pt x="112269" y="147657"/>
                      <a:pt x="90719" y="146501"/>
                    </a:cubicBezTo>
                    <a:cubicBezTo>
                      <a:pt x="69169" y="145344"/>
                      <a:pt x="45616" y="131222"/>
                      <a:pt x="30579" y="118914"/>
                    </a:cubicBezTo>
                    <a:cubicBezTo>
                      <a:pt x="15541" y="106606"/>
                      <a:pt x="987" y="88452"/>
                      <a:pt x="493" y="72652"/>
                    </a:cubicBezTo>
                    <a:cubicBezTo>
                      <a:pt x="0" y="56852"/>
                      <a:pt x="12582" y="36112"/>
                      <a:pt x="27619" y="24114"/>
                    </a:cubicBezTo>
                    <a:cubicBezTo>
                      <a:pt x="42657" y="12116"/>
                      <a:pt x="68825" y="1324"/>
                      <a:pt x="90719" y="662"/>
                    </a:cubicBezTo>
                    <a:cubicBezTo>
                      <a:pt x="112613" y="0"/>
                      <a:pt x="145241" y="8143"/>
                      <a:pt x="158983" y="20142"/>
                    </a:cubicBezTo>
                    <a:cubicBezTo>
                      <a:pt x="172725" y="32140"/>
                      <a:pt x="173023" y="55034"/>
                      <a:pt x="173172" y="72652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39" name="SCHEM_path-0237"/>
              <p:cNvSpPr/>
              <p:nvPr/>
            </p:nvSpPr>
            <p:spPr>
              <a:xfrm>
                <a:off x="4429601" y="1899674"/>
                <a:ext cx="200963" cy="137855"/>
              </a:xfrm>
              <a:custGeom>
                <a:avLst/>
                <a:gdLst/>
                <a:ahLst/>
                <a:cxnLst/>
                <a:rect l="0" t="0" r="r" b="b"/>
                <a:pathLst>
                  <a:path w="200963" h="137855">
                    <a:moveTo>
                      <a:pt x="199340" y="73126"/>
                    </a:moveTo>
                    <a:cubicBezTo>
                      <a:pt x="200963" y="90002"/>
                      <a:pt x="186575" y="117143"/>
                      <a:pt x="169884" y="127499"/>
                    </a:cubicBezTo>
                    <a:cubicBezTo>
                      <a:pt x="153194" y="137855"/>
                      <a:pt x="120571" y="136946"/>
                      <a:pt x="99199" y="135262"/>
                    </a:cubicBezTo>
                    <a:cubicBezTo>
                      <a:pt x="77826" y="133578"/>
                      <a:pt x="57907" y="127751"/>
                      <a:pt x="41649" y="117394"/>
                    </a:cubicBezTo>
                    <a:cubicBezTo>
                      <a:pt x="25391" y="107038"/>
                      <a:pt x="3304" y="89153"/>
                      <a:pt x="1652" y="73126"/>
                    </a:cubicBezTo>
                    <a:cubicBezTo>
                      <a:pt x="0" y="57099"/>
                      <a:pt x="15480" y="33281"/>
                      <a:pt x="31738" y="21233"/>
                    </a:cubicBezTo>
                    <a:cubicBezTo>
                      <a:pt x="47996" y="9184"/>
                      <a:pt x="77797" y="0"/>
                      <a:pt x="99199" y="835"/>
                    </a:cubicBezTo>
                    <a:cubicBezTo>
                      <a:pt x="120600" y="1670"/>
                      <a:pt x="143456" y="14194"/>
                      <a:pt x="160147" y="26243"/>
                    </a:cubicBezTo>
                    <a:cubicBezTo>
                      <a:pt x="176837" y="38291"/>
                      <a:pt x="197717" y="56250"/>
                      <a:pt x="199340" y="73126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0" name="SCHEM_path-0238"/>
              <p:cNvSpPr/>
              <p:nvPr/>
            </p:nvSpPr>
            <p:spPr>
              <a:xfrm>
                <a:off x="4636004" y="1909482"/>
                <a:ext cx="179823" cy="130761"/>
              </a:xfrm>
              <a:custGeom>
                <a:avLst/>
                <a:gdLst/>
                <a:ahLst/>
                <a:cxnLst/>
                <a:rect l="0" t="0" r="r" b="b"/>
                <a:pathLst>
                  <a:path w="179823" h="130761">
                    <a:moveTo>
                      <a:pt x="179079" y="63318"/>
                    </a:moveTo>
                    <a:cubicBezTo>
                      <a:pt x="178335" y="80439"/>
                      <a:pt x="173052" y="101744"/>
                      <a:pt x="158938" y="112965"/>
                    </a:cubicBezTo>
                    <a:cubicBezTo>
                      <a:pt x="144825" y="124187"/>
                      <a:pt x="116062" y="130528"/>
                      <a:pt x="94396" y="130644"/>
                    </a:cubicBezTo>
                    <a:cubicBezTo>
                      <a:pt x="72731" y="130761"/>
                      <a:pt x="44451" y="124886"/>
                      <a:pt x="28946" y="113664"/>
                    </a:cubicBezTo>
                    <a:cubicBezTo>
                      <a:pt x="13441" y="102443"/>
                      <a:pt x="0" y="79049"/>
                      <a:pt x="1366" y="63318"/>
                    </a:cubicBezTo>
                    <a:cubicBezTo>
                      <a:pt x="2732" y="47586"/>
                      <a:pt x="21636" y="29512"/>
                      <a:pt x="37142" y="19276"/>
                    </a:cubicBezTo>
                    <a:cubicBezTo>
                      <a:pt x="52647" y="9039"/>
                      <a:pt x="73353" y="3406"/>
                      <a:pt x="94396" y="1900"/>
                    </a:cubicBezTo>
                    <a:cubicBezTo>
                      <a:pt x="115440" y="393"/>
                      <a:pt x="149289" y="0"/>
                      <a:pt x="163402" y="10236"/>
                    </a:cubicBezTo>
                    <a:cubicBezTo>
                      <a:pt x="177516" y="20473"/>
                      <a:pt x="179823" y="46196"/>
                      <a:pt x="179079" y="6331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1" name="SCHEM_path-0239"/>
              <p:cNvSpPr/>
              <p:nvPr/>
            </p:nvSpPr>
            <p:spPr>
              <a:xfrm>
                <a:off x="4850382" y="1895620"/>
                <a:ext cx="168028" cy="145040"/>
              </a:xfrm>
              <a:custGeom>
                <a:avLst/>
                <a:gdLst/>
                <a:ahLst/>
                <a:cxnLst/>
                <a:rect l="0" t="0" r="r" b="b"/>
                <a:pathLst>
                  <a:path w="168028" h="145040">
                    <a:moveTo>
                      <a:pt x="166259" y="77180"/>
                    </a:moveTo>
                    <a:cubicBezTo>
                      <a:pt x="164490" y="93368"/>
                      <a:pt x="153552" y="110370"/>
                      <a:pt x="139446" y="121663"/>
                    </a:cubicBezTo>
                    <a:cubicBezTo>
                      <a:pt x="125339" y="132956"/>
                      <a:pt x="101025" y="144837"/>
                      <a:pt x="81618" y="144938"/>
                    </a:cubicBezTo>
                    <a:cubicBezTo>
                      <a:pt x="62210" y="145040"/>
                      <a:pt x="36500" y="133562"/>
                      <a:pt x="23001" y="122269"/>
                    </a:cubicBezTo>
                    <a:cubicBezTo>
                      <a:pt x="9502" y="110976"/>
                      <a:pt x="1251" y="92691"/>
                      <a:pt x="626" y="77180"/>
                    </a:cubicBezTo>
                    <a:cubicBezTo>
                      <a:pt x="0" y="61669"/>
                      <a:pt x="5748" y="41936"/>
                      <a:pt x="19247" y="29202"/>
                    </a:cubicBezTo>
                    <a:cubicBezTo>
                      <a:pt x="32746" y="16469"/>
                      <a:pt x="59815" y="1557"/>
                      <a:pt x="81618" y="778"/>
                    </a:cubicBezTo>
                    <a:cubicBezTo>
                      <a:pt x="103420" y="0"/>
                      <a:pt x="135953" y="11798"/>
                      <a:pt x="150060" y="24532"/>
                    </a:cubicBezTo>
                    <a:cubicBezTo>
                      <a:pt x="164167" y="37265"/>
                      <a:pt x="168028" y="60991"/>
                      <a:pt x="166259" y="77180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2" name="SCHEM_path-0240"/>
              <p:cNvSpPr/>
              <p:nvPr/>
            </p:nvSpPr>
            <p:spPr>
              <a:xfrm>
                <a:off x="5038060" y="1908445"/>
                <a:ext cx="189210" cy="139115"/>
              </a:xfrm>
              <a:custGeom>
                <a:avLst/>
                <a:gdLst/>
                <a:ahLst/>
                <a:cxnLst/>
                <a:rect l="0" t="0" r="r" b="b"/>
                <a:pathLst>
                  <a:path w="189210" h="139115">
                    <a:moveTo>
                      <a:pt x="188509" y="64355"/>
                    </a:moveTo>
                    <a:cubicBezTo>
                      <a:pt x="189210" y="81137"/>
                      <a:pt x="178584" y="103921"/>
                      <a:pt x="163089" y="116316"/>
                    </a:cubicBezTo>
                    <a:cubicBezTo>
                      <a:pt x="147594" y="128711"/>
                      <a:pt x="118565" y="138332"/>
                      <a:pt x="95540" y="138724"/>
                    </a:cubicBezTo>
                    <a:cubicBezTo>
                      <a:pt x="72514" y="139115"/>
                      <a:pt x="40850" y="131061"/>
                      <a:pt x="24936" y="118666"/>
                    </a:cubicBezTo>
                    <a:cubicBezTo>
                      <a:pt x="9021" y="106271"/>
                      <a:pt x="0" y="82419"/>
                      <a:pt x="51" y="64355"/>
                    </a:cubicBezTo>
                    <a:cubicBezTo>
                      <a:pt x="102" y="46291"/>
                      <a:pt x="9327" y="20560"/>
                      <a:pt x="25242" y="10280"/>
                    </a:cubicBezTo>
                    <a:cubicBezTo>
                      <a:pt x="41157" y="0"/>
                      <a:pt x="73266" y="1783"/>
                      <a:pt x="95540" y="2675"/>
                    </a:cubicBezTo>
                    <a:cubicBezTo>
                      <a:pt x="117813" y="3566"/>
                      <a:pt x="143390" y="5348"/>
                      <a:pt x="158885" y="15628"/>
                    </a:cubicBezTo>
                    <a:cubicBezTo>
                      <a:pt x="174380" y="25908"/>
                      <a:pt x="187809" y="47574"/>
                      <a:pt x="188509" y="6435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3" name="SCHEM_path-0241"/>
              <p:cNvSpPr/>
              <p:nvPr/>
            </p:nvSpPr>
            <p:spPr>
              <a:xfrm>
                <a:off x="5254612" y="1903623"/>
                <a:ext cx="177384" cy="139502"/>
              </a:xfrm>
              <a:custGeom>
                <a:avLst/>
                <a:gdLst/>
                <a:ahLst/>
                <a:cxnLst/>
                <a:rect l="0" t="0" r="r" b="b"/>
                <a:pathLst>
                  <a:path w="177384" h="139502">
                    <a:moveTo>
                      <a:pt x="177227" y="69177"/>
                    </a:moveTo>
                    <a:cubicBezTo>
                      <a:pt x="177384" y="86688"/>
                      <a:pt x="165464" y="110538"/>
                      <a:pt x="149357" y="122076"/>
                    </a:cubicBezTo>
                    <a:cubicBezTo>
                      <a:pt x="133251" y="133615"/>
                      <a:pt x="102089" y="139502"/>
                      <a:pt x="80588" y="138409"/>
                    </a:cubicBezTo>
                    <a:cubicBezTo>
                      <a:pt x="59086" y="137315"/>
                      <a:pt x="33609" y="127054"/>
                      <a:pt x="20348" y="115515"/>
                    </a:cubicBezTo>
                    <a:cubicBezTo>
                      <a:pt x="7086" y="103976"/>
                      <a:pt x="2036" y="85406"/>
                      <a:pt x="1018" y="69177"/>
                    </a:cubicBezTo>
                    <a:cubicBezTo>
                      <a:pt x="0" y="52947"/>
                      <a:pt x="979" y="29638"/>
                      <a:pt x="14240" y="18140"/>
                    </a:cubicBezTo>
                    <a:cubicBezTo>
                      <a:pt x="27502" y="6642"/>
                      <a:pt x="58226" y="378"/>
                      <a:pt x="80588" y="189"/>
                    </a:cubicBezTo>
                    <a:cubicBezTo>
                      <a:pt x="102949" y="0"/>
                      <a:pt x="132304" y="5507"/>
                      <a:pt x="148410" y="17005"/>
                    </a:cubicBezTo>
                    <a:cubicBezTo>
                      <a:pt x="164517" y="28503"/>
                      <a:pt x="177069" y="51665"/>
                      <a:pt x="177227" y="6917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4" name="SCHEM_path-0242"/>
              <p:cNvSpPr/>
              <p:nvPr/>
            </p:nvSpPr>
            <p:spPr>
              <a:xfrm>
                <a:off x="4093268" y="2075901"/>
                <a:ext cx="173002" cy="141356"/>
              </a:xfrm>
              <a:custGeom>
                <a:avLst/>
                <a:gdLst/>
                <a:ahLst/>
                <a:cxnLst/>
                <a:rect l="0" t="0" r="r" b="b"/>
                <a:pathLst>
                  <a:path w="173002" h="141356">
                    <a:moveTo>
                      <a:pt x="172259" y="76899"/>
                    </a:moveTo>
                    <a:cubicBezTo>
                      <a:pt x="173002" y="92211"/>
                      <a:pt x="159593" y="113963"/>
                      <a:pt x="144672" y="124546"/>
                    </a:cubicBezTo>
                    <a:cubicBezTo>
                      <a:pt x="129751" y="135128"/>
                      <a:pt x="104630" y="139431"/>
                      <a:pt x="82732" y="140394"/>
                    </a:cubicBezTo>
                    <a:cubicBezTo>
                      <a:pt x="60834" y="141356"/>
                      <a:pt x="26566" y="140904"/>
                      <a:pt x="13283" y="130321"/>
                    </a:cubicBezTo>
                    <a:cubicBezTo>
                      <a:pt x="0" y="119739"/>
                      <a:pt x="2110" y="93997"/>
                      <a:pt x="3033" y="76899"/>
                    </a:cubicBezTo>
                    <a:cubicBezTo>
                      <a:pt x="3956" y="59802"/>
                      <a:pt x="5538" y="40416"/>
                      <a:pt x="18821" y="27737"/>
                    </a:cubicBezTo>
                    <a:cubicBezTo>
                      <a:pt x="32104" y="15058"/>
                      <a:pt x="62499" y="0"/>
                      <a:pt x="82732" y="824"/>
                    </a:cubicBezTo>
                    <a:cubicBezTo>
                      <a:pt x="102965" y="1647"/>
                      <a:pt x="125298" y="19999"/>
                      <a:pt x="140219" y="32678"/>
                    </a:cubicBezTo>
                    <a:cubicBezTo>
                      <a:pt x="155141" y="45357"/>
                      <a:pt x="171517" y="61588"/>
                      <a:pt x="172259" y="76899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5" name="SCHEM_path-0243"/>
              <p:cNvSpPr/>
              <p:nvPr/>
            </p:nvSpPr>
            <p:spPr>
              <a:xfrm>
                <a:off x="4278964" y="2079484"/>
                <a:ext cx="191179" cy="144524"/>
              </a:xfrm>
              <a:custGeom>
                <a:avLst/>
                <a:gdLst/>
                <a:ahLst/>
                <a:cxnLst/>
                <a:rect l="0" t="0" r="r" b="b"/>
                <a:pathLst>
                  <a:path w="191179" h="144524">
                    <a:moveTo>
                      <a:pt x="190497" y="73316"/>
                    </a:moveTo>
                    <a:cubicBezTo>
                      <a:pt x="191179" y="88891"/>
                      <a:pt x="176732" y="109818"/>
                      <a:pt x="161422" y="121613"/>
                    </a:cubicBezTo>
                    <a:cubicBezTo>
                      <a:pt x="146112" y="133409"/>
                      <a:pt x="118999" y="144524"/>
                      <a:pt x="98636" y="144089"/>
                    </a:cubicBezTo>
                    <a:cubicBezTo>
                      <a:pt x="78272" y="143655"/>
                      <a:pt x="55419" y="130800"/>
                      <a:pt x="39241" y="119004"/>
                    </a:cubicBezTo>
                    <a:cubicBezTo>
                      <a:pt x="23063" y="107209"/>
                      <a:pt x="3133" y="89751"/>
                      <a:pt x="1567" y="73316"/>
                    </a:cubicBezTo>
                    <a:cubicBezTo>
                      <a:pt x="0" y="56882"/>
                      <a:pt x="13663" y="32401"/>
                      <a:pt x="29841" y="20397"/>
                    </a:cubicBezTo>
                    <a:cubicBezTo>
                      <a:pt x="46019" y="8394"/>
                      <a:pt x="77387" y="0"/>
                      <a:pt x="98636" y="1295"/>
                    </a:cubicBezTo>
                    <a:cubicBezTo>
                      <a:pt x="119884" y="2589"/>
                      <a:pt x="142022" y="16161"/>
                      <a:pt x="157332" y="28165"/>
                    </a:cubicBezTo>
                    <a:cubicBezTo>
                      <a:pt x="172643" y="40169"/>
                      <a:pt x="189815" y="57741"/>
                      <a:pt x="190497" y="73316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6" name="SCHEM_path-0244"/>
              <p:cNvSpPr/>
              <p:nvPr/>
            </p:nvSpPr>
            <p:spPr>
              <a:xfrm>
                <a:off x="4488398" y="2088395"/>
                <a:ext cx="180222" cy="141094"/>
              </a:xfrm>
              <a:custGeom>
                <a:avLst/>
                <a:gdLst/>
                <a:ahLst/>
                <a:cxnLst/>
                <a:rect l="0" t="0" r="r" b="b"/>
                <a:pathLst>
                  <a:path w="180222" h="141094">
                    <a:moveTo>
                      <a:pt x="180100" y="64405"/>
                    </a:moveTo>
                    <a:cubicBezTo>
                      <a:pt x="180222" y="80922"/>
                      <a:pt x="170463" y="101484"/>
                      <a:pt x="155580" y="114235"/>
                    </a:cubicBezTo>
                    <a:cubicBezTo>
                      <a:pt x="140697" y="126986"/>
                      <a:pt x="112156" y="141094"/>
                      <a:pt x="90802" y="140910"/>
                    </a:cubicBezTo>
                    <a:cubicBezTo>
                      <a:pt x="69448" y="140727"/>
                      <a:pt x="42538" y="125884"/>
                      <a:pt x="27456" y="113133"/>
                    </a:cubicBezTo>
                    <a:cubicBezTo>
                      <a:pt x="12374" y="100382"/>
                      <a:pt x="618" y="80885"/>
                      <a:pt x="309" y="64405"/>
                    </a:cubicBezTo>
                    <a:cubicBezTo>
                      <a:pt x="0" y="47925"/>
                      <a:pt x="10521" y="24962"/>
                      <a:pt x="25603" y="14252"/>
                    </a:cubicBezTo>
                    <a:cubicBezTo>
                      <a:pt x="40685" y="3543"/>
                      <a:pt x="69260" y="0"/>
                      <a:pt x="90802" y="147"/>
                    </a:cubicBezTo>
                    <a:cubicBezTo>
                      <a:pt x="112343" y="295"/>
                      <a:pt x="139969" y="4426"/>
                      <a:pt x="154852" y="15136"/>
                    </a:cubicBezTo>
                    <a:cubicBezTo>
                      <a:pt x="169735" y="25846"/>
                      <a:pt x="179979" y="47889"/>
                      <a:pt x="180100" y="6440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7" name="SCHEM_path-0245"/>
              <p:cNvSpPr/>
              <p:nvPr/>
            </p:nvSpPr>
            <p:spPr>
              <a:xfrm>
                <a:off x="4700417" y="2086212"/>
                <a:ext cx="170547" cy="139829"/>
              </a:xfrm>
              <a:custGeom>
                <a:avLst/>
                <a:gdLst/>
                <a:ahLst/>
                <a:cxnLst/>
                <a:rect l="0" t="0" r="r" b="b"/>
                <a:pathLst>
                  <a:path w="170547" h="139829">
                    <a:moveTo>
                      <a:pt x="170159" y="66588"/>
                    </a:moveTo>
                    <a:cubicBezTo>
                      <a:pt x="169771" y="83878"/>
                      <a:pt x="161611" y="105523"/>
                      <a:pt x="146649" y="117562"/>
                    </a:cubicBezTo>
                    <a:cubicBezTo>
                      <a:pt x="131686" y="129601"/>
                      <a:pt x="101165" y="139829"/>
                      <a:pt x="80383" y="138824"/>
                    </a:cubicBezTo>
                    <a:cubicBezTo>
                      <a:pt x="59600" y="137819"/>
                      <a:pt x="35254" y="123572"/>
                      <a:pt x="21955" y="111533"/>
                    </a:cubicBezTo>
                    <a:cubicBezTo>
                      <a:pt x="8656" y="99494"/>
                      <a:pt x="1178" y="82023"/>
                      <a:pt x="589" y="66588"/>
                    </a:cubicBezTo>
                    <a:cubicBezTo>
                      <a:pt x="0" y="51154"/>
                      <a:pt x="5122" y="29882"/>
                      <a:pt x="18421" y="18925"/>
                    </a:cubicBezTo>
                    <a:cubicBezTo>
                      <a:pt x="31720" y="7969"/>
                      <a:pt x="58624" y="1700"/>
                      <a:pt x="80383" y="850"/>
                    </a:cubicBezTo>
                    <a:cubicBezTo>
                      <a:pt x="102142" y="0"/>
                      <a:pt x="134013" y="2868"/>
                      <a:pt x="148976" y="13824"/>
                    </a:cubicBezTo>
                    <a:cubicBezTo>
                      <a:pt x="163939" y="24781"/>
                      <a:pt x="170547" y="49299"/>
                      <a:pt x="170159" y="6658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8" name="SCHEM_path-0246"/>
              <p:cNvSpPr/>
              <p:nvPr/>
            </p:nvSpPr>
            <p:spPr>
              <a:xfrm>
                <a:off x="4897272" y="2089153"/>
                <a:ext cx="171431" cy="136496"/>
              </a:xfrm>
              <a:custGeom>
                <a:avLst/>
                <a:gdLst/>
                <a:ahLst/>
                <a:cxnLst/>
                <a:rect l="0" t="0" r="r" b="b"/>
                <a:pathLst>
                  <a:path w="171431" h="136496">
                    <a:moveTo>
                      <a:pt x="170264" y="63647"/>
                    </a:moveTo>
                    <a:cubicBezTo>
                      <a:pt x="171431" y="79849"/>
                      <a:pt x="166006" y="102859"/>
                      <a:pt x="151817" y="114947"/>
                    </a:cubicBezTo>
                    <a:cubicBezTo>
                      <a:pt x="137628" y="127035"/>
                      <a:pt x="107774" y="135856"/>
                      <a:pt x="85128" y="136176"/>
                    </a:cubicBezTo>
                    <a:cubicBezTo>
                      <a:pt x="62482" y="136496"/>
                      <a:pt x="29868" y="128956"/>
                      <a:pt x="15942" y="116868"/>
                    </a:cubicBezTo>
                    <a:cubicBezTo>
                      <a:pt x="2015" y="104780"/>
                      <a:pt x="0" y="80180"/>
                      <a:pt x="1570" y="63647"/>
                    </a:cubicBezTo>
                    <a:cubicBezTo>
                      <a:pt x="3140" y="47115"/>
                      <a:pt x="11435" y="28279"/>
                      <a:pt x="25361" y="17673"/>
                    </a:cubicBezTo>
                    <a:cubicBezTo>
                      <a:pt x="39287" y="7067"/>
                      <a:pt x="65219" y="0"/>
                      <a:pt x="85128" y="11"/>
                    </a:cubicBezTo>
                    <a:cubicBezTo>
                      <a:pt x="105037" y="21"/>
                      <a:pt x="130624" y="7130"/>
                      <a:pt x="144813" y="17736"/>
                    </a:cubicBezTo>
                    <a:cubicBezTo>
                      <a:pt x="159002" y="28342"/>
                      <a:pt x="169097" y="47446"/>
                      <a:pt x="170264" y="6364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49" name="SCHEM_path-0247"/>
              <p:cNvSpPr/>
              <p:nvPr/>
            </p:nvSpPr>
            <p:spPr>
              <a:xfrm>
                <a:off x="5096867" y="2078658"/>
                <a:ext cx="169105" cy="146604"/>
              </a:xfrm>
              <a:custGeom>
                <a:avLst/>
                <a:gdLst/>
                <a:ahLst/>
                <a:cxnLst/>
                <a:rect l="0" t="0" r="r" b="b"/>
                <a:pathLst>
                  <a:path w="169105" h="146604">
                    <a:moveTo>
                      <a:pt x="168993" y="74142"/>
                    </a:moveTo>
                    <a:cubicBezTo>
                      <a:pt x="169105" y="91223"/>
                      <a:pt x="167729" y="113644"/>
                      <a:pt x="154086" y="125644"/>
                    </a:cubicBezTo>
                    <a:cubicBezTo>
                      <a:pt x="140443" y="137644"/>
                      <a:pt x="110054" y="145676"/>
                      <a:pt x="87133" y="146140"/>
                    </a:cubicBezTo>
                    <a:cubicBezTo>
                      <a:pt x="64213" y="146604"/>
                      <a:pt x="30794" y="140428"/>
                      <a:pt x="16561" y="128428"/>
                    </a:cubicBezTo>
                    <a:cubicBezTo>
                      <a:pt x="2329" y="116428"/>
                      <a:pt x="0" y="90901"/>
                      <a:pt x="1737" y="74142"/>
                    </a:cubicBezTo>
                    <a:cubicBezTo>
                      <a:pt x="3474" y="57383"/>
                      <a:pt x="12750" y="40098"/>
                      <a:pt x="26982" y="27872"/>
                    </a:cubicBezTo>
                    <a:cubicBezTo>
                      <a:pt x="41215" y="15646"/>
                      <a:pt x="66061" y="1572"/>
                      <a:pt x="87133" y="786"/>
                    </a:cubicBezTo>
                    <a:cubicBezTo>
                      <a:pt x="108205" y="0"/>
                      <a:pt x="139771" y="10931"/>
                      <a:pt x="153414" y="23157"/>
                    </a:cubicBezTo>
                    <a:cubicBezTo>
                      <a:pt x="167057" y="35383"/>
                      <a:pt x="168881" y="57061"/>
                      <a:pt x="168993" y="74142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0" name="SCHEM_path-0248"/>
              <p:cNvSpPr/>
              <p:nvPr/>
            </p:nvSpPr>
            <p:spPr>
              <a:xfrm>
                <a:off x="5284448" y="2075739"/>
                <a:ext cx="203191" cy="150735"/>
              </a:xfrm>
              <a:custGeom>
                <a:avLst/>
                <a:gdLst/>
                <a:ahLst/>
                <a:cxnLst/>
                <a:rect l="0" t="0" r="r" b="b"/>
                <a:pathLst>
                  <a:path w="203191" h="150735">
                    <a:moveTo>
                      <a:pt x="201492" y="77061"/>
                    </a:moveTo>
                    <a:cubicBezTo>
                      <a:pt x="199793" y="92839"/>
                      <a:pt x="174310" y="108241"/>
                      <a:pt x="157587" y="120473"/>
                    </a:cubicBezTo>
                    <a:cubicBezTo>
                      <a:pt x="140864" y="132704"/>
                      <a:pt x="120335" y="150164"/>
                      <a:pt x="101152" y="150449"/>
                    </a:cubicBezTo>
                    <a:cubicBezTo>
                      <a:pt x="81969" y="150735"/>
                      <a:pt x="59288" y="134418"/>
                      <a:pt x="42489" y="122186"/>
                    </a:cubicBezTo>
                    <a:cubicBezTo>
                      <a:pt x="25690" y="109955"/>
                      <a:pt x="0" y="91827"/>
                      <a:pt x="358" y="77061"/>
                    </a:cubicBezTo>
                    <a:cubicBezTo>
                      <a:pt x="716" y="62295"/>
                      <a:pt x="27839" y="46216"/>
                      <a:pt x="44638" y="33589"/>
                    </a:cubicBezTo>
                    <a:cubicBezTo>
                      <a:pt x="61437" y="20961"/>
                      <a:pt x="80628" y="2594"/>
                      <a:pt x="101152" y="1297"/>
                    </a:cubicBezTo>
                    <a:cubicBezTo>
                      <a:pt x="121676" y="0"/>
                      <a:pt x="151058" y="13180"/>
                      <a:pt x="167781" y="25808"/>
                    </a:cubicBezTo>
                    <a:cubicBezTo>
                      <a:pt x="184505" y="38435"/>
                      <a:pt x="203191" y="61284"/>
                      <a:pt x="201492" y="77061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1" name="SCHEM_path-0249"/>
              <p:cNvSpPr/>
              <p:nvPr/>
            </p:nvSpPr>
            <p:spPr>
              <a:xfrm>
                <a:off x="4034750" y="2263585"/>
                <a:ext cx="174827" cy="136860"/>
              </a:xfrm>
              <a:custGeom>
                <a:avLst/>
                <a:gdLst/>
                <a:ahLst/>
                <a:cxnLst/>
                <a:rect l="0" t="0" r="r" b="b"/>
                <a:pathLst>
                  <a:path w="174827" h="136860">
                    <a:moveTo>
                      <a:pt x="174312" y="69215"/>
                    </a:moveTo>
                    <a:cubicBezTo>
                      <a:pt x="174827" y="85825"/>
                      <a:pt x="171086" y="109111"/>
                      <a:pt x="157176" y="120235"/>
                    </a:cubicBezTo>
                    <a:cubicBezTo>
                      <a:pt x="143265" y="131358"/>
                      <a:pt x="111782" y="136860"/>
                      <a:pt x="90850" y="135955"/>
                    </a:cubicBezTo>
                    <a:cubicBezTo>
                      <a:pt x="69917" y="135050"/>
                      <a:pt x="46595" y="125931"/>
                      <a:pt x="31579" y="114807"/>
                    </a:cubicBezTo>
                    <a:cubicBezTo>
                      <a:pt x="16563" y="103684"/>
                      <a:pt x="1502" y="84990"/>
                      <a:pt x="751" y="69215"/>
                    </a:cubicBezTo>
                    <a:cubicBezTo>
                      <a:pt x="0" y="53439"/>
                      <a:pt x="12055" y="31679"/>
                      <a:pt x="27072" y="20155"/>
                    </a:cubicBezTo>
                    <a:cubicBezTo>
                      <a:pt x="42088" y="8631"/>
                      <a:pt x="69681" y="0"/>
                      <a:pt x="90850" y="70"/>
                    </a:cubicBezTo>
                    <a:cubicBezTo>
                      <a:pt x="112018" y="139"/>
                      <a:pt x="140174" y="9049"/>
                      <a:pt x="154084" y="20573"/>
                    </a:cubicBezTo>
                    <a:cubicBezTo>
                      <a:pt x="167994" y="32097"/>
                      <a:pt x="173796" y="52604"/>
                      <a:pt x="174312" y="6921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2" name="SCHEM_path-0250"/>
              <p:cNvSpPr/>
              <p:nvPr/>
            </p:nvSpPr>
            <p:spPr>
              <a:xfrm>
                <a:off x="4237937" y="2265152"/>
                <a:ext cx="185016" cy="138000"/>
              </a:xfrm>
              <a:custGeom>
                <a:avLst/>
                <a:gdLst/>
                <a:ahLst/>
                <a:cxnLst/>
                <a:rect l="0" t="0" r="r" b="b"/>
                <a:pathLst>
                  <a:path w="185016" h="138000">
                    <a:moveTo>
                      <a:pt x="183400" y="67648"/>
                    </a:moveTo>
                    <a:cubicBezTo>
                      <a:pt x="185016" y="83894"/>
                      <a:pt x="173159" y="108477"/>
                      <a:pt x="157469" y="120114"/>
                    </a:cubicBezTo>
                    <a:cubicBezTo>
                      <a:pt x="141780" y="131750"/>
                      <a:pt x="111305" y="138000"/>
                      <a:pt x="89263" y="137467"/>
                    </a:cubicBezTo>
                    <a:cubicBezTo>
                      <a:pt x="67222" y="136933"/>
                      <a:pt x="39892" y="128549"/>
                      <a:pt x="25220" y="116912"/>
                    </a:cubicBezTo>
                    <a:cubicBezTo>
                      <a:pt x="10548" y="105276"/>
                      <a:pt x="2463" y="85017"/>
                      <a:pt x="1231" y="67648"/>
                    </a:cubicBezTo>
                    <a:cubicBezTo>
                      <a:pt x="0" y="50279"/>
                      <a:pt x="3160" y="23699"/>
                      <a:pt x="17832" y="12701"/>
                    </a:cubicBezTo>
                    <a:cubicBezTo>
                      <a:pt x="32504" y="1702"/>
                      <a:pt x="67606" y="0"/>
                      <a:pt x="89263" y="1656"/>
                    </a:cubicBezTo>
                    <a:cubicBezTo>
                      <a:pt x="110921" y="3312"/>
                      <a:pt x="132088" y="11638"/>
                      <a:pt x="147778" y="22637"/>
                    </a:cubicBezTo>
                    <a:cubicBezTo>
                      <a:pt x="163467" y="33636"/>
                      <a:pt x="181785" y="51402"/>
                      <a:pt x="183400" y="6764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3" name="SCHEM_path-0251"/>
              <p:cNvSpPr/>
              <p:nvPr/>
            </p:nvSpPr>
            <p:spPr>
              <a:xfrm>
                <a:off x="4442964" y="2256153"/>
                <a:ext cx="185364" cy="150967"/>
              </a:xfrm>
              <a:custGeom>
                <a:avLst/>
                <a:gdLst/>
                <a:ahLst/>
                <a:cxnLst/>
                <a:rect l="0" t="0" r="r" b="b"/>
                <a:pathLst>
                  <a:path w="185364" h="150967">
                    <a:moveTo>
                      <a:pt x="184892" y="76647"/>
                    </a:moveTo>
                    <a:cubicBezTo>
                      <a:pt x="184421" y="94114"/>
                      <a:pt x="169049" y="115642"/>
                      <a:pt x="152540" y="127958"/>
                    </a:cubicBezTo>
                    <a:cubicBezTo>
                      <a:pt x="136030" y="140274"/>
                      <a:pt x="108624" y="150115"/>
                      <a:pt x="85836" y="150541"/>
                    </a:cubicBezTo>
                    <a:cubicBezTo>
                      <a:pt x="63047" y="150967"/>
                      <a:pt x="30000" y="142831"/>
                      <a:pt x="15808" y="130515"/>
                    </a:cubicBezTo>
                    <a:cubicBezTo>
                      <a:pt x="1615" y="118199"/>
                      <a:pt x="0" y="94078"/>
                      <a:pt x="682" y="76647"/>
                    </a:cubicBezTo>
                    <a:cubicBezTo>
                      <a:pt x="1364" y="59216"/>
                      <a:pt x="5709" y="38626"/>
                      <a:pt x="19901" y="25928"/>
                    </a:cubicBezTo>
                    <a:cubicBezTo>
                      <a:pt x="34093" y="13231"/>
                      <a:pt x="63258" y="923"/>
                      <a:pt x="85836" y="461"/>
                    </a:cubicBezTo>
                    <a:cubicBezTo>
                      <a:pt x="108414" y="0"/>
                      <a:pt x="138860" y="10462"/>
                      <a:pt x="155369" y="23160"/>
                    </a:cubicBezTo>
                    <a:cubicBezTo>
                      <a:pt x="171879" y="35858"/>
                      <a:pt x="185364" y="59181"/>
                      <a:pt x="184892" y="7664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4" name="SCHEM_path-0252"/>
              <p:cNvSpPr/>
              <p:nvPr/>
            </p:nvSpPr>
            <p:spPr>
              <a:xfrm>
                <a:off x="4645394" y="2257675"/>
                <a:ext cx="168567" cy="147252"/>
              </a:xfrm>
              <a:custGeom>
                <a:avLst/>
                <a:gdLst/>
                <a:ahLst/>
                <a:cxnLst/>
                <a:rect l="0" t="0" r="r" b="b"/>
                <a:pathLst>
                  <a:path w="168567" h="147252">
                    <a:moveTo>
                      <a:pt x="168117" y="75125"/>
                    </a:moveTo>
                    <a:cubicBezTo>
                      <a:pt x="168567" y="91896"/>
                      <a:pt x="165615" y="114524"/>
                      <a:pt x="151763" y="126477"/>
                    </a:cubicBezTo>
                    <a:cubicBezTo>
                      <a:pt x="137911" y="138429"/>
                      <a:pt x="106724" y="147252"/>
                      <a:pt x="85006" y="146840"/>
                    </a:cubicBezTo>
                    <a:cubicBezTo>
                      <a:pt x="63288" y="146429"/>
                      <a:pt x="35490" y="135963"/>
                      <a:pt x="21455" y="124010"/>
                    </a:cubicBezTo>
                    <a:cubicBezTo>
                      <a:pt x="7420" y="112057"/>
                      <a:pt x="1591" y="92032"/>
                      <a:pt x="795" y="75125"/>
                    </a:cubicBezTo>
                    <a:cubicBezTo>
                      <a:pt x="0" y="58218"/>
                      <a:pt x="2647" y="34998"/>
                      <a:pt x="16682" y="22568"/>
                    </a:cubicBezTo>
                    <a:cubicBezTo>
                      <a:pt x="30718" y="10139"/>
                      <a:pt x="62942" y="0"/>
                      <a:pt x="85006" y="547"/>
                    </a:cubicBezTo>
                    <a:cubicBezTo>
                      <a:pt x="107069" y="1094"/>
                      <a:pt x="135212" y="13420"/>
                      <a:pt x="149064" y="25849"/>
                    </a:cubicBezTo>
                    <a:cubicBezTo>
                      <a:pt x="162916" y="38279"/>
                      <a:pt x="167667" y="58354"/>
                      <a:pt x="168117" y="7512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5" name="SCHEM_path-0253"/>
              <p:cNvSpPr/>
              <p:nvPr/>
            </p:nvSpPr>
            <p:spPr>
              <a:xfrm>
                <a:off x="4846246" y="2260373"/>
                <a:ext cx="186463" cy="137661"/>
              </a:xfrm>
              <a:custGeom>
                <a:avLst/>
                <a:gdLst/>
                <a:ahLst/>
                <a:cxnLst/>
                <a:rect l="0" t="0" r="r" b="b"/>
                <a:pathLst>
                  <a:path w="186463" h="137661">
                    <a:moveTo>
                      <a:pt x="185943" y="72427"/>
                    </a:moveTo>
                    <a:cubicBezTo>
                      <a:pt x="185422" y="87800"/>
                      <a:pt x="160847" y="107080"/>
                      <a:pt x="144148" y="117345"/>
                    </a:cubicBezTo>
                    <a:cubicBezTo>
                      <a:pt x="127450" y="127611"/>
                      <a:pt x="107397" y="132343"/>
                      <a:pt x="85754" y="134018"/>
                    </a:cubicBezTo>
                    <a:cubicBezTo>
                      <a:pt x="64112" y="135693"/>
                      <a:pt x="28216" y="137661"/>
                      <a:pt x="14295" y="127395"/>
                    </a:cubicBezTo>
                    <a:cubicBezTo>
                      <a:pt x="374" y="117130"/>
                      <a:pt x="0" y="89036"/>
                      <a:pt x="2228" y="72427"/>
                    </a:cubicBezTo>
                    <a:cubicBezTo>
                      <a:pt x="4455" y="55817"/>
                      <a:pt x="13740" y="39738"/>
                      <a:pt x="27661" y="27740"/>
                    </a:cubicBezTo>
                    <a:cubicBezTo>
                      <a:pt x="41582" y="15742"/>
                      <a:pt x="65819" y="878"/>
                      <a:pt x="85754" y="439"/>
                    </a:cubicBezTo>
                    <a:cubicBezTo>
                      <a:pt x="105690" y="0"/>
                      <a:pt x="130575" y="13107"/>
                      <a:pt x="147273" y="25104"/>
                    </a:cubicBezTo>
                    <a:cubicBezTo>
                      <a:pt x="163971" y="37102"/>
                      <a:pt x="186463" y="57053"/>
                      <a:pt x="185943" y="7242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6" name="SCHEM_path-0254"/>
              <p:cNvSpPr/>
              <p:nvPr/>
            </p:nvSpPr>
            <p:spPr>
              <a:xfrm>
                <a:off x="5040432" y="2262249"/>
                <a:ext cx="194715" cy="148218"/>
              </a:xfrm>
              <a:custGeom>
                <a:avLst/>
                <a:gdLst/>
                <a:ahLst/>
                <a:cxnLst/>
                <a:rect l="0" t="0" r="r" b="b"/>
                <a:pathLst>
                  <a:path w="194715" h="148218">
                    <a:moveTo>
                      <a:pt x="192639" y="70551"/>
                    </a:moveTo>
                    <a:cubicBezTo>
                      <a:pt x="194715" y="87082"/>
                      <a:pt x="180444" y="112271"/>
                      <a:pt x="163866" y="124934"/>
                    </a:cubicBezTo>
                    <a:cubicBezTo>
                      <a:pt x="147288" y="137597"/>
                      <a:pt x="114539" y="148218"/>
                      <a:pt x="93168" y="146530"/>
                    </a:cubicBezTo>
                    <a:cubicBezTo>
                      <a:pt x="71797" y="144841"/>
                      <a:pt x="51023" y="127467"/>
                      <a:pt x="35639" y="114804"/>
                    </a:cubicBezTo>
                    <a:cubicBezTo>
                      <a:pt x="20255" y="102141"/>
                      <a:pt x="1726" y="85966"/>
                      <a:pt x="863" y="70551"/>
                    </a:cubicBezTo>
                    <a:cubicBezTo>
                      <a:pt x="0" y="55136"/>
                      <a:pt x="15076" y="33977"/>
                      <a:pt x="30460" y="22314"/>
                    </a:cubicBezTo>
                    <a:cubicBezTo>
                      <a:pt x="45845" y="10651"/>
                      <a:pt x="73010" y="0"/>
                      <a:pt x="93168" y="573"/>
                    </a:cubicBezTo>
                    <a:cubicBezTo>
                      <a:pt x="113326" y="1145"/>
                      <a:pt x="134831" y="14087"/>
                      <a:pt x="151409" y="25750"/>
                    </a:cubicBezTo>
                    <a:cubicBezTo>
                      <a:pt x="167988" y="37413"/>
                      <a:pt x="190563" y="54020"/>
                      <a:pt x="192639" y="70551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7" name="SCHEM_path-0255"/>
              <p:cNvSpPr/>
              <p:nvPr/>
            </p:nvSpPr>
            <p:spPr>
              <a:xfrm>
                <a:off x="5249790" y="2269911"/>
                <a:ext cx="180514" cy="128558"/>
              </a:xfrm>
              <a:custGeom>
                <a:avLst/>
                <a:gdLst/>
                <a:ahLst/>
                <a:cxnLst/>
                <a:rect l="0" t="0" r="r" b="b"/>
                <a:pathLst>
                  <a:path w="180514" h="128558">
                    <a:moveTo>
                      <a:pt x="180306" y="62889"/>
                    </a:moveTo>
                    <a:cubicBezTo>
                      <a:pt x="180514" y="80432"/>
                      <a:pt x="170268" y="105294"/>
                      <a:pt x="154452" y="115998"/>
                    </a:cubicBezTo>
                    <a:cubicBezTo>
                      <a:pt x="138636" y="126702"/>
                      <a:pt x="108826" y="126804"/>
                      <a:pt x="85410" y="127113"/>
                    </a:cubicBezTo>
                    <a:cubicBezTo>
                      <a:pt x="61994" y="127423"/>
                      <a:pt x="27913" y="128558"/>
                      <a:pt x="13956" y="117854"/>
                    </a:cubicBezTo>
                    <a:cubicBezTo>
                      <a:pt x="0" y="107150"/>
                      <a:pt x="841" y="80572"/>
                      <a:pt x="1672" y="62889"/>
                    </a:cubicBezTo>
                    <a:cubicBezTo>
                      <a:pt x="2502" y="45207"/>
                      <a:pt x="4984" y="22212"/>
                      <a:pt x="18940" y="11759"/>
                    </a:cubicBezTo>
                    <a:cubicBezTo>
                      <a:pt x="32897" y="1305"/>
                      <a:pt x="63033" y="339"/>
                      <a:pt x="85410" y="169"/>
                    </a:cubicBezTo>
                    <a:cubicBezTo>
                      <a:pt x="107787" y="0"/>
                      <a:pt x="137387" y="288"/>
                      <a:pt x="153202" y="10742"/>
                    </a:cubicBezTo>
                    <a:cubicBezTo>
                      <a:pt x="169018" y="21195"/>
                      <a:pt x="180097" y="45347"/>
                      <a:pt x="180306" y="62889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8" name="SCHEM_path-0256"/>
              <p:cNvSpPr/>
              <p:nvPr/>
            </p:nvSpPr>
            <p:spPr>
              <a:xfrm>
                <a:off x="4093440" y="2445203"/>
                <a:ext cx="176916" cy="145632"/>
              </a:xfrm>
              <a:custGeom>
                <a:avLst/>
                <a:gdLst/>
                <a:ahLst/>
                <a:cxnLst/>
                <a:rect l="0" t="0" r="r" b="b"/>
                <a:pathLst>
                  <a:path w="176916" h="145632">
                    <a:moveTo>
                      <a:pt x="176081" y="67597"/>
                    </a:moveTo>
                    <a:cubicBezTo>
                      <a:pt x="176916" y="84118"/>
                      <a:pt x="165081" y="106244"/>
                      <a:pt x="149494" y="119085"/>
                    </a:cubicBezTo>
                    <a:cubicBezTo>
                      <a:pt x="133907" y="131927"/>
                      <a:pt x="103590" y="145632"/>
                      <a:pt x="82560" y="144646"/>
                    </a:cubicBezTo>
                    <a:cubicBezTo>
                      <a:pt x="61530" y="143661"/>
                      <a:pt x="36808" y="126014"/>
                      <a:pt x="23313" y="113172"/>
                    </a:cubicBezTo>
                    <a:cubicBezTo>
                      <a:pt x="9818" y="100331"/>
                      <a:pt x="3186" y="84014"/>
                      <a:pt x="1593" y="67597"/>
                    </a:cubicBezTo>
                    <a:cubicBezTo>
                      <a:pt x="0" y="51181"/>
                      <a:pt x="261" y="25790"/>
                      <a:pt x="13755" y="14671"/>
                    </a:cubicBezTo>
                    <a:cubicBezTo>
                      <a:pt x="27250" y="3551"/>
                      <a:pt x="60772" y="0"/>
                      <a:pt x="82560" y="882"/>
                    </a:cubicBezTo>
                    <a:cubicBezTo>
                      <a:pt x="104349" y="1764"/>
                      <a:pt x="128899" y="8843"/>
                      <a:pt x="144486" y="19962"/>
                    </a:cubicBezTo>
                    <a:cubicBezTo>
                      <a:pt x="160073" y="31081"/>
                      <a:pt x="175246" y="51077"/>
                      <a:pt x="176081" y="6759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59" name="SCHEM_path-0257"/>
              <p:cNvSpPr/>
              <p:nvPr/>
            </p:nvSpPr>
            <p:spPr>
              <a:xfrm>
                <a:off x="4294462" y="2444196"/>
                <a:ext cx="165339" cy="139787"/>
              </a:xfrm>
              <a:custGeom>
                <a:avLst/>
                <a:gdLst/>
                <a:ahLst/>
                <a:cxnLst/>
                <a:rect l="0" t="0" r="r" b="b"/>
                <a:pathLst>
                  <a:path w="165339" h="139787">
                    <a:moveTo>
                      <a:pt x="165130" y="68604"/>
                    </a:moveTo>
                    <a:cubicBezTo>
                      <a:pt x="164921" y="83701"/>
                      <a:pt x="155053" y="101563"/>
                      <a:pt x="141387" y="113412"/>
                    </a:cubicBezTo>
                    <a:cubicBezTo>
                      <a:pt x="127722" y="125260"/>
                      <a:pt x="102674" y="139603"/>
                      <a:pt x="83138" y="139695"/>
                    </a:cubicBezTo>
                    <a:cubicBezTo>
                      <a:pt x="63602" y="139787"/>
                      <a:pt x="37906" y="125813"/>
                      <a:pt x="24170" y="113964"/>
                    </a:cubicBezTo>
                    <a:cubicBezTo>
                      <a:pt x="10435" y="102116"/>
                      <a:pt x="1451" y="84283"/>
                      <a:pt x="726" y="68604"/>
                    </a:cubicBezTo>
                    <a:cubicBezTo>
                      <a:pt x="0" y="52926"/>
                      <a:pt x="6081" y="31247"/>
                      <a:pt x="19816" y="19895"/>
                    </a:cubicBezTo>
                    <a:cubicBezTo>
                      <a:pt x="33551" y="8542"/>
                      <a:pt x="62667" y="0"/>
                      <a:pt x="83138" y="489"/>
                    </a:cubicBezTo>
                    <a:cubicBezTo>
                      <a:pt x="103609" y="979"/>
                      <a:pt x="128978" y="11479"/>
                      <a:pt x="142643" y="22831"/>
                    </a:cubicBezTo>
                    <a:cubicBezTo>
                      <a:pt x="156308" y="34184"/>
                      <a:pt x="165339" y="53508"/>
                      <a:pt x="165130" y="68604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0" name="SCHEM_path-0258"/>
              <p:cNvSpPr/>
              <p:nvPr/>
            </p:nvSpPr>
            <p:spPr>
              <a:xfrm>
                <a:off x="4488513" y="2443490"/>
                <a:ext cx="183640" cy="144613"/>
              </a:xfrm>
              <a:custGeom>
                <a:avLst/>
                <a:gdLst/>
                <a:ahLst/>
                <a:cxnLst/>
                <a:rect l="0" t="0" r="r" b="b"/>
                <a:pathLst>
                  <a:path w="183640" h="144613">
                    <a:moveTo>
                      <a:pt x="182047" y="69310"/>
                    </a:moveTo>
                    <a:cubicBezTo>
                      <a:pt x="180453" y="86311"/>
                      <a:pt x="167435" y="104103"/>
                      <a:pt x="152209" y="116635"/>
                    </a:cubicBezTo>
                    <a:cubicBezTo>
                      <a:pt x="136982" y="129166"/>
                      <a:pt x="111049" y="144613"/>
                      <a:pt x="90687" y="144501"/>
                    </a:cubicBezTo>
                    <a:cubicBezTo>
                      <a:pt x="70325" y="144389"/>
                      <a:pt x="45127" y="128496"/>
                      <a:pt x="30036" y="115965"/>
                    </a:cubicBezTo>
                    <a:cubicBezTo>
                      <a:pt x="14945" y="103433"/>
                      <a:pt x="280" y="84969"/>
                      <a:pt x="140" y="69310"/>
                    </a:cubicBezTo>
                    <a:cubicBezTo>
                      <a:pt x="0" y="53651"/>
                      <a:pt x="14105" y="33356"/>
                      <a:pt x="29196" y="22009"/>
                    </a:cubicBezTo>
                    <a:cubicBezTo>
                      <a:pt x="44287" y="10663"/>
                      <a:pt x="68591" y="2459"/>
                      <a:pt x="90687" y="1230"/>
                    </a:cubicBezTo>
                    <a:cubicBezTo>
                      <a:pt x="112782" y="0"/>
                      <a:pt x="146542" y="3285"/>
                      <a:pt x="161769" y="14632"/>
                    </a:cubicBezTo>
                    <a:cubicBezTo>
                      <a:pt x="176996" y="25978"/>
                      <a:pt x="183640" y="52310"/>
                      <a:pt x="182047" y="69310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1" name="SCHEM_path-0259"/>
              <p:cNvSpPr/>
              <p:nvPr/>
            </p:nvSpPr>
            <p:spPr>
              <a:xfrm>
                <a:off x="4695713" y="2444272"/>
                <a:ext cx="177146" cy="130936"/>
              </a:xfrm>
              <a:custGeom>
                <a:avLst/>
                <a:gdLst/>
                <a:ahLst/>
                <a:cxnLst/>
                <a:rect l="0" t="0" r="r" b="b"/>
                <a:pathLst>
                  <a:path w="177146" h="130936">
                    <a:moveTo>
                      <a:pt x="176252" y="68528"/>
                    </a:moveTo>
                    <a:cubicBezTo>
                      <a:pt x="175358" y="84769"/>
                      <a:pt x="160941" y="104906"/>
                      <a:pt x="145746" y="115189"/>
                    </a:cubicBezTo>
                    <a:cubicBezTo>
                      <a:pt x="130552" y="125472"/>
                      <a:pt x="106231" y="129514"/>
                      <a:pt x="85087" y="130225"/>
                    </a:cubicBezTo>
                    <a:cubicBezTo>
                      <a:pt x="63942" y="130936"/>
                      <a:pt x="32893" y="129739"/>
                      <a:pt x="18879" y="119456"/>
                    </a:cubicBezTo>
                    <a:cubicBezTo>
                      <a:pt x="4866" y="109174"/>
                      <a:pt x="0" y="84730"/>
                      <a:pt x="1006" y="68528"/>
                    </a:cubicBezTo>
                    <a:cubicBezTo>
                      <a:pt x="2011" y="52325"/>
                      <a:pt x="10899" y="33536"/>
                      <a:pt x="24913" y="22240"/>
                    </a:cubicBezTo>
                    <a:cubicBezTo>
                      <a:pt x="38926" y="10944"/>
                      <a:pt x="64054" y="1500"/>
                      <a:pt x="85087" y="750"/>
                    </a:cubicBezTo>
                    <a:cubicBezTo>
                      <a:pt x="106120" y="0"/>
                      <a:pt x="135916" y="6444"/>
                      <a:pt x="151111" y="17740"/>
                    </a:cubicBezTo>
                    <a:cubicBezTo>
                      <a:pt x="166305" y="29036"/>
                      <a:pt x="177146" y="52286"/>
                      <a:pt x="176252" y="6852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2" name="SCHEM_path-0260"/>
              <p:cNvSpPr/>
              <p:nvPr/>
            </p:nvSpPr>
            <p:spPr>
              <a:xfrm>
                <a:off x="4898405" y="2446502"/>
                <a:ext cx="165457" cy="135118"/>
              </a:xfrm>
              <a:custGeom>
                <a:avLst/>
                <a:gdLst/>
                <a:ahLst/>
                <a:cxnLst/>
                <a:rect l="0" t="0" r="r" b="b"/>
                <a:pathLst>
                  <a:path w="165457" h="135118">
                    <a:moveTo>
                      <a:pt x="163820" y="66298"/>
                    </a:moveTo>
                    <a:cubicBezTo>
                      <a:pt x="162183" y="82421"/>
                      <a:pt x="155268" y="99605"/>
                      <a:pt x="141964" y="110889"/>
                    </a:cubicBezTo>
                    <a:cubicBezTo>
                      <a:pt x="128660" y="122173"/>
                      <a:pt x="104768" y="132888"/>
                      <a:pt x="83995" y="134003"/>
                    </a:cubicBezTo>
                    <a:cubicBezTo>
                      <a:pt x="63223" y="135118"/>
                      <a:pt x="31086" y="128865"/>
                      <a:pt x="17328" y="117581"/>
                    </a:cubicBezTo>
                    <a:cubicBezTo>
                      <a:pt x="3570" y="106296"/>
                      <a:pt x="0" y="82277"/>
                      <a:pt x="1450" y="66298"/>
                    </a:cubicBezTo>
                    <a:cubicBezTo>
                      <a:pt x="2900" y="50319"/>
                      <a:pt x="12269" y="32546"/>
                      <a:pt x="26026" y="21706"/>
                    </a:cubicBezTo>
                    <a:cubicBezTo>
                      <a:pt x="39784" y="10866"/>
                      <a:pt x="63036" y="2518"/>
                      <a:pt x="83995" y="1259"/>
                    </a:cubicBezTo>
                    <a:cubicBezTo>
                      <a:pt x="104955" y="0"/>
                      <a:pt x="138481" y="3312"/>
                      <a:pt x="151785" y="14152"/>
                    </a:cubicBezTo>
                    <a:cubicBezTo>
                      <a:pt x="165089" y="24991"/>
                      <a:pt x="165457" y="50175"/>
                      <a:pt x="163820" y="66298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3" name="SCHEM_path-0261"/>
              <p:cNvSpPr/>
              <p:nvPr/>
            </p:nvSpPr>
            <p:spPr>
              <a:xfrm>
                <a:off x="5093300" y="2449528"/>
                <a:ext cx="172676" cy="130832"/>
              </a:xfrm>
              <a:custGeom>
                <a:avLst/>
                <a:gdLst/>
                <a:ahLst/>
                <a:cxnLst/>
                <a:rect l="0" t="0" r="r" b="b"/>
                <a:pathLst>
                  <a:path w="172676" h="130832">
                    <a:moveTo>
                      <a:pt x="171927" y="63272"/>
                    </a:moveTo>
                    <a:cubicBezTo>
                      <a:pt x="171177" y="79107"/>
                      <a:pt x="163747" y="98012"/>
                      <a:pt x="150209" y="109049"/>
                    </a:cubicBezTo>
                    <a:cubicBezTo>
                      <a:pt x="136671" y="120085"/>
                      <a:pt x="112278" y="128152"/>
                      <a:pt x="90700" y="129492"/>
                    </a:cubicBezTo>
                    <a:cubicBezTo>
                      <a:pt x="69122" y="130832"/>
                      <a:pt x="35779" y="128125"/>
                      <a:pt x="20739" y="117088"/>
                    </a:cubicBezTo>
                    <a:cubicBezTo>
                      <a:pt x="5698" y="106052"/>
                      <a:pt x="0" y="80860"/>
                      <a:pt x="457" y="63272"/>
                    </a:cubicBezTo>
                    <a:cubicBezTo>
                      <a:pt x="913" y="45685"/>
                      <a:pt x="8438" y="22040"/>
                      <a:pt x="23479" y="11564"/>
                    </a:cubicBezTo>
                    <a:cubicBezTo>
                      <a:pt x="38519" y="1087"/>
                      <a:pt x="68829" y="0"/>
                      <a:pt x="90700" y="412"/>
                    </a:cubicBezTo>
                    <a:cubicBezTo>
                      <a:pt x="112571" y="825"/>
                      <a:pt x="141167" y="3561"/>
                      <a:pt x="154705" y="14038"/>
                    </a:cubicBezTo>
                    <a:cubicBezTo>
                      <a:pt x="168242" y="24515"/>
                      <a:pt x="172676" y="47437"/>
                      <a:pt x="171927" y="63272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4" name="SCHEM_path-0262"/>
              <p:cNvSpPr/>
              <p:nvPr/>
            </p:nvSpPr>
            <p:spPr>
              <a:xfrm>
                <a:off x="5290450" y="2435175"/>
                <a:ext cx="188119" cy="153047"/>
              </a:xfrm>
              <a:custGeom>
                <a:avLst/>
                <a:gdLst/>
                <a:ahLst/>
                <a:cxnLst/>
                <a:rect l="0" t="0" r="r" b="b"/>
                <a:pathLst>
                  <a:path w="188119" h="153047">
                    <a:moveTo>
                      <a:pt x="186988" y="77625"/>
                    </a:moveTo>
                    <a:cubicBezTo>
                      <a:pt x="188119" y="93648"/>
                      <a:pt x="176338" y="115848"/>
                      <a:pt x="161031" y="128303"/>
                    </a:cubicBezTo>
                    <a:cubicBezTo>
                      <a:pt x="145725" y="140758"/>
                      <a:pt x="116210" y="153047"/>
                      <a:pt x="95150" y="152354"/>
                    </a:cubicBezTo>
                    <a:cubicBezTo>
                      <a:pt x="74090" y="151662"/>
                      <a:pt x="50270" y="136602"/>
                      <a:pt x="34671" y="124147"/>
                    </a:cubicBezTo>
                    <a:cubicBezTo>
                      <a:pt x="19072" y="111692"/>
                      <a:pt x="3113" y="94329"/>
                      <a:pt x="1557" y="77625"/>
                    </a:cubicBezTo>
                    <a:cubicBezTo>
                      <a:pt x="0" y="60920"/>
                      <a:pt x="9733" y="36627"/>
                      <a:pt x="25332" y="23919"/>
                    </a:cubicBezTo>
                    <a:cubicBezTo>
                      <a:pt x="40931" y="11210"/>
                      <a:pt x="73664" y="0"/>
                      <a:pt x="95150" y="1375"/>
                    </a:cubicBezTo>
                    <a:cubicBezTo>
                      <a:pt x="116636" y="2749"/>
                      <a:pt x="138940" y="19457"/>
                      <a:pt x="154246" y="32166"/>
                    </a:cubicBezTo>
                    <a:cubicBezTo>
                      <a:pt x="169553" y="44874"/>
                      <a:pt x="185857" y="61602"/>
                      <a:pt x="186988" y="7762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5" name="SCHEM_path-0263"/>
              <p:cNvSpPr/>
              <p:nvPr/>
            </p:nvSpPr>
            <p:spPr>
              <a:xfrm>
                <a:off x="4028925" y="2629077"/>
                <a:ext cx="184215" cy="140935"/>
              </a:xfrm>
              <a:custGeom>
                <a:avLst/>
                <a:gdLst/>
                <a:ahLst/>
                <a:cxnLst/>
                <a:rect l="0" t="0" r="r" b="b"/>
                <a:pathLst>
                  <a:path w="184215" h="140935">
                    <a:moveTo>
                      <a:pt x="183311" y="63723"/>
                    </a:moveTo>
                    <a:cubicBezTo>
                      <a:pt x="184215" y="81290"/>
                      <a:pt x="182339" y="105663"/>
                      <a:pt x="167899" y="118511"/>
                    </a:cubicBezTo>
                    <a:cubicBezTo>
                      <a:pt x="153460" y="131358"/>
                      <a:pt x="120252" y="140935"/>
                      <a:pt x="96675" y="140808"/>
                    </a:cubicBezTo>
                    <a:cubicBezTo>
                      <a:pt x="73098" y="140681"/>
                      <a:pt x="42532" y="130599"/>
                      <a:pt x="26438" y="117751"/>
                    </a:cubicBezTo>
                    <a:cubicBezTo>
                      <a:pt x="10344" y="104904"/>
                      <a:pt x="0" y="81648"/>
                      <a:pt x="110" y="63723"/>
                    </a:cubicBezTo>
                    <a:cubicBezTo>
                      <a:pt x="219" y="45798"/>
                      <a:pt x="11002" y="20402"/>
                      <a:pt x="27097" y="10201"/>
                    </a:cubicBezTo>
                    <a:cubicBezTo>
                      <a:pt x="43191" y="0"/>
                      <a:pt x="74112" y="2032"/>
                      <a:pt x="96675" y="2516"/>
                    </a:cubicBezTo>
                    <a:cubicBezTo>
                      <a:pt x="119238" y="3000"/>
                      <a:pt x="148037" y="2905"/>
                      <a:pt x="162477" y="13106"/>
                    </a:cubicBezTo>
                    <a:cubicBezTo>
                      <a:pt x="176916" y="23307"/>
                      <a:pt x="182407" y="46155"/>
                      <a:pt x="183311" y="63723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6" name="SCHEM_path-0264"/>
              <p:cNvSpPr/>
              <p:nvPr/>
            </p:nvSpPr>
            <p:spPr>
              <a:xfrm>
                <a:off x="4228844" y="2620865"/>
                <a:ext cx="193302" cy="144830"/>
              </a:xfrm>
              <a:custGeom>
                <a:avLst/>
                <a:gdLst/>
                <a:ahLst/>
                <a:cxnLst/>
                <a:rect l="0" t="0" r="r" b="b"/>
                <a:pathLst>
                  <a:path w="193302" h="144830">
                    <a:moveTo>
                      <a:pt x="192598" y="71935"/>
                    </a:moveTo>
                    <a:cubicBezTo>
                      <a:pt x="191893" y="87259"/>
                      <a:pt x="171714" y="104377"/>
                      <a:pt x="156007" y="116282"/>
                    </a:cubicBezTo>
                    <a:cubicBezTo>
                      <a:pt x="140300" y="128187"/>
                      <a:pt x="119476" y="141901"/>
                      <a:pt x="98356" y="143366"/>
                    </a:cubicBezTo>
                    <a:cubicBezTo>
                      <a:pt x="77235" y="144830"/>
                      <a:pt x="45536" y="136973"/>
                      <a:pt x="29282" y="125068"/>
                    </a:cubicBezTo>
                    <a:cubicBezTo>
                      <a:pt x="13028" y="113163"/>
                      <a:pt x="0" y="89008"/>
                      <a:pt x="829" y="71935"/>
                    </a:cubicBezTo>
                    <a:cubicBezTo>
                      <a:pt x="1659" y="54861"/>
                      <a:pt x="18004" y="34571"/>
                      <a:pt x="34258" y="22629"/>
                    </a:cubicBezTo>
                    <a:cubicBezTo>
                      <a:pt x="50513" y="10687"/>
                      <a:pt x="77360" y="0"/>
                      <a:pt x="98356" y="285"/>
                    </a:cubicBezTo>
                    <a:cubicBezTo>
                      <a:pt x="119351" y="569"/>
                      <a:pt x="144527" y="12394"/>
                      <a:pt x="160234" y="24336"/>
                    </a:cubicBezTo>
                    <a:cubicBezTo>
                      <a:pt x="175941" y="36278"/>
                      <a:pt x="193302" y="56610"/>
                      <a:pt x="192598" y="7193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7" name="SCHEM_path-0265"/>
              <p:cNvSpPr/>
              <p:nvPr/>
            </p:nvSpPr>
            <p:spPr>
              <a:xfrm>
                <a:off x="4433433" y="2621131"/>
                <a:ext cx="189350" cy="145571"/>
              </a:xfrm>
              <a:custGeom>
                <a:avLst/>
                <a:gdLst/>
                <a:ahLst/>
                <a:cxnLst/>
                <a:rect l="0" t="0" r="r" b="b"/>
                <a:pathLst>
                  <a:path w="189350" h="145571">
                    <a:moveTo>
                      <a:pt x="188693" y="71669"/>
                    </a:moveTo>
                    <a:cubicBezTo>
                      <a:pt x="189350" y="87263"/>
                      <a:pt x="173709" y="107768"/>
                      <a:pt x="158155" y="119967"/>
                    </a:cubicBezTo>
                    <a:cubicBezTo>
                      <a:pt x="142601" y="132167"/>
                      <a:pt x="115376" y="145571"/>
                      <a:pt x="95367" y="144863"/>
                    </a:cubicBezTo>
                    <a:cubicBezTo>
                      <a:pt x="75358" y="144155"/>
                      <a:pt x="53865" y="127918"/>
                      <a:pt x="38101" y="115719"/>
                    </a:cubicBezTo>
                    <a:cubicBezTo>
                      <a:pt x="22337" y="103520"/>
                      <a:pt x="1566" y="86955"/>
                      <a:pt x="783" y="71669"/>
                    </a:cubicBezTo>
                    <a:cubicBezTo>
                      <a:pt x="0" y="56383"/>
                      <a:pt x="17638" y="35882"/>
                      <a:pt x="33402" y="24004"/>
                    </a:cubicBezTo>
                    <a:cubicBezTo>
                      <a:pt x="49166" y="12125"/>
                      <a:pt x="75232" y="0"/>
                      <a:pt x="95367" y="400"/>
                    </a:cubicBezTo>
                    <a:cubicBezTo>
                      <a:pt x="115502" y="800"/>
                      <a:pt x="138659" y="14524"/>
                      <a:pt x="154213" y="26402"/>
                    </a:cubicBezTo>
                    <a:cubicBezTo>
                      <a:pt x="169768" y="38280"/>
                      <a:pt x="188036" y="56075"/>
                      <a:pt x="188693" y="71669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8" name="SCHEM_path-0266"/>
              <p:cNvSpPr/>
              <p:nvPr/>
            </p:nvSpPr>
            <p:spPr>
              <a:xfrm>
                <a:off x="4638092" y="2626817"/>
                <a:ext cx="176460" cy="130433"/>
              </a:xfrm>
              <a:custGeom>
                <a:avLst/>
                <a:gdLst/>
                <a:ahLst/>
                <a:cxnLst/>
                <a:rect l="0" t="0" r="r" b="b"/>
                <a:pathLst>
                  <a:path w="176460" h="130433">
                    <a:moveTo>
                      <a:pt x="176386" y="65983"/>
                    </a:moveTo>
                    <a:cubicBezTo>
                      <a:pt x="176460" y="81855"/>
                      <a:pt x="168445" y="103032"/>
                      <a:pt x="154432" y="113771"/>
                    </a:cubicBezTo>
                    <a:cubicBezTo>
                      <a:pt x="140419" y="124509"/>
                      <a:pt x="113042" y="130393"/>
                      <a:pt x="92308" y="130413"/>
                    </a:cubicBezTo>
                    <a:cubicBezTo>
                      <a:pt x="71574" y="130433"/>
                      <a:pt x="45308" y="124629"/>
                      <a:pt x="30029" y="113890"/>
                    </a:cubicBezTo>
                    <a:cubicBezTo>
                      <a:pt x="14750" y="103152"/>
                      <a:pt x="1270" y="82440"/>
                      <a:pt x="635" y="65983"/>
                    </a:cubicBezTo>
                    <a:cubicBezTo>
                      <a:pt x="0" y="49526"/>
                      <a:pt x="10941" y="26049"/>
                      <a:pt x="26220" y="15146"/>
                    </a:cubicBezTo>
                    <a:cubicBezTo>
                      <a:pt x="41499" y="4243"/>
                      <a:pt x="71014" y="0"/>
                      <a:pt x="92308" y="565"/>
                    </a:cubicBezTo>
                    <a:cubicBezTo>
                      <a:pt x="113603" y="1131"/>
                      <a:pt x="139973" y="7635"/>
                      <a:pt x="153986" y="18538"/>
                    </a:cubicBezTo>
                    <a:cubicBezTo>
                      <a:pt x="167999" y="29441"/>
                      <a:pt x="176312" y="50111"/>
                      <a:pt x="176386" y="65983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69" name="SCHEM_path-0267"/>
              <p:cNvSpPr/>
              <p:nvPr/>
            </p:nvSpPr>
            <p:spPr>
              <a:xfrm>
                <a:off x="4830766" y="2628858"/>
                <a:ext cx="192011" cy="127785"/>
              </a:xfrm>
              <a:custGeom>
                <a:avLst/>
                <a:gdLst/>
                <a:ahLst/>
                <a:cxnLst/>
                <a:rect l="0" t="0" r="r" b="b"/>
                <a:pathLst>
                  <a:path w="192011" h="127785">
                    <a:moveTo>
                      <a:pt x="190667" y="63942"/>
                    </a:moveTo>
                    <a:cubicBezTo>
                      <a:pt x="192011" y="80761"/>
                      <a:pt x="185761" y="107209"/>
                      <a:pt x="170855" y="117497"/>
                    </a:cubicBezTo>
                    <a:cubicBezTo>
                      <a:pt x="155950" y="127785"/>
                      <a:pt x="122931" y="126832"/>
                      <a:pt x="101234" y="125670"/>
                    </a:cubicBezTo>
                    <a:cubicBezTo>
                      <a:pt x="79538" y="124508"/>
                      <a:pt x="57389" y="120812"/>
                      <a:pt x="40678" y="110524"/>
                    </a:cubicBezTo>
                    <a:cubicBezTo>
                      <a:pt x="23967" y="100237"/>
                      <a:pt x="1938" y="80215"/>
                      <a:pt x="969" y="63942"/>
                    </a:cubicBezTo>
                    <a:cubicBezTo>
                      <a:pt x="0" y="47670"/>
                      <a:pt x="18153" y="23443"/>
                      <a:pt x="34864" y="12889"/>
                    </a:cubicBezTo>
                    <a:cubicBezTo>
                      <a:pt x="51575" y="2334"/>
                      <a:pt x="79913" y="0"/>
                      <a:pt x="101234" y="617"/>
                    </a:cubicBezTo>
                    <a:cubicBezTo>
                      <a:pt x="122556" y="1233"/>
                      <a:pt x="147890" y="6034"/>
                      <a:pt x="162795" y="16588"/>
                    </a:cubicBezTo>
                    <a:cubicBezTo>
                      <a:pt x="177701" y="27142"/>
                      <a:pt x="189324" y="47124"/>
                      <a:pt x="190667" y="63942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70" name="SCHEM_path-0268"/>
              <p:cNvSpPr/>
              <p:nvPr/>
            </p:nvSpPr>
            <p:spPr>
              <a:xfrm>
                <a:off x="5041031" y="2621843"/>
                <a:ext cx="180720" cy="136240"/>
              </a:xfrm>
              <a:custGeom>
                <a:avLst/>
                <a:gdLst/>
                <a:ahLst/>
                <a:cxnLst/>
                <a:rect l="0" t="0" r="r" b="b"/>
                <a:pathLst>
                  <a:path w="180720" h="136240">
                    <a:moveTo>
                      <a:pt x="180332" y="70957"/>
                    </a:moveTo>
                    <a:cubicBezTo>
                      <a:pt x="179944" y="86581"/>
                      <a:pt x="166966" y="106275"/>
                      <a:pt x="152339" y="116934"/>
                    </a:cubicBezTo>
                    <a:cubicBezTo>
                      <a:pt x="137712" y="127592"/>
                      <a:pt x="114226" y="133573"/>
                      <a:pt x="92569" y="134907"/>
                    </a:cubicBezTo>
                    <a:cubicBezTo>
                      <a:pt x="70913" y="136240"/>
                      <a:pt x="37735" y="135591"/>
                      <a:pt x="22401" y="124933"/>
                    </a:cubicBezTo>
                    <a:cubicBezTo>
                      <a:pt x="7067" y="114274"/>
                      <a:pt x="0" y="88512"/>
                      <a:pt x="568" y="70957"/>
                    </a:cubicBezTo>
                    <a:cubicBezTo>
                      <a:pt x="1135" y="53402"/>
                      <a:pt x="10473" y="31327"/>
                      <a:pt x="25806" y="19601"/>
                    </a:cubicBezTo>
                    <a:cubicBezTo>
                      <a:pt x="41140" y="7874"/>
                      <a:pt x="71093" y="0"/>
                      <a:pt x="92569" y="598"/>
                    </a:cubicBezTo>
                    <a:cubicBezTo>
                      <a:pt x="114046" y="1197"/>
                      <a:pt x="140038" y="11464"/>
                      <a:pt x="154665" y="23191"/>
                    </a:cubicBezTo>
                    <a:cubicBezTo>
                      <a:pt x="169292" y="34917"/>
                      <a:pt x="180720" y="55333"/>
                      <a:pt x="180332" y="70957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71" name="SCHEM_path-0269"/>
              <p:cNvSpPr/>
              <p:nvPr/>
            </p:nvSpPr>
            <p:spPr>
              <a:xfrm>
                <a:off x="5238635" y="2615675"/>
                <a:ext cx="190048" cy="143267"/>
              </a:xfrm>
              <a:custGeom>
                <a:avLst/>
                <a:gdLst/>
                <a:ahLst/>
                <a:cxnLst/>
                <a:rect l="0" t="0" r="r" b="b"/>
                <a:pathLst>
                  <a:path w="190048" h="143267">
                    <a:moveTo>
                      <a:pt x="189891" y="77125"/>
                    </a:moveTo>
                    <a:cubicBezTo>
                      <a:pt x="189734" y="91769"/>
                      <a:pt x="168758" y="109734"/>
                      <a:pt x="153203" y="120693"/>
                    </a:cubicBezTo>
                    <a:cubicBezTo>
                      <a:pt x="137649" y="131652"/>
                      <a:pt x="115948" y="142493"/>
                      <a:pt x="96565" y="142880"/>
                    </a:cubicBezTo>
                    <a:cubicBezTo>
                      <a:pt x="77183" y="143267"/>
                      <a:pt x="52812" y="133973"/>
                      <a:pt x="36910" y="123014"/>
                    </a:cubicBezTo>
                    <a:cubicBezTo>
                      <a:pt x="21008" y="112055"/>
                      <a:pt x="2301" y="93307"/>
                      <a:pt x="1151" y="77125"/>
                    </a:cubicBezTo>
                    <a:cubicBezTo>
                      <a:pt x="0" y="60944"/>
                      <a:pt x="14104" y="38589"/>
                      <a:pt x="30007" y="25927"/>
                    </a:cubicBezTo>
                    <a:cubicBezTo>
                      <a:pt x="45909" y="13264"/>
                      <a:pt x="75875" y="0"/>
                      <a:pt x="96565" y="1151"/>
                    </a:cubicBezTo>
                    <a:cubicBezTo>
                      <a:pt x="117255" y="2302"/>
                      <a:pt x="138592" y="20170"/>
                      <a:pt x="154146" y="32833"/>
                    </a:cubicBezTo>
                    <a:cubicBezTo>
                      <a:pt x="169700" y="45495"/>
                      <a:pt x="190048" y="62482"/>
                      <a:pt x="189891" y="77125"/>
                    </a:cubicBezTo>
                    <a:close/>
                  </a:path>
                </a:pathLst>
              </a:custGeom>
              <a:solidFill>
                <a:srgbClr val="797B75"/>
              </a:solidFill>
              <a:ln w="14400" cap="flat">
                <a:solidFill>
                  <a:srgbClr val="B3AEA0"/>
                </a:solidFill>
              </a:ln>
              <a:effectLst/>
            </p:spPr>
          </p:sp>
          <p:sp>
            <p:nvSpPr>
              <p:cNvPr id="272" name="SCHEM_ellipse-0270"/>
              <p:cNvSpPr/>
              <p:nvPr/>
            </p:nvSpPr>
            <p:spPr>
              <a:xfrm>
                <a:off x="4474144" y="2666893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73" name="SCHEM_ellipse-0271"/>
              <p:cNvSpPr/>
              <p:nvPr/>
            </p:nvSpPr>
            <p:spPr>
              <a:xfrm>
                <a:off x="4502944" y="2702893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74" name="SCHEM_ellipse-0272"/>
              <p:cNvSpPr/>
              <p:nvPr/>
            </p:nvSpPr>
            <p:spPr>
              <a:xfrm>
                <a:off x="4498065" y="2264941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75" name="SCHEM_ellipse-0273"/>
              <p:cNvSpPr/>
              <p:nvPr/>
            </p:nvSpPr>
            <p:spPr>
              <a:xfrm>
                <a:off x="4526865" y="2300941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76" name="SCHEM_ellipse-0274"/>
              <p:cNvSpPr/>
              <p:nvPr/>
            </p:nvSpPr>
            <p:spPr>
              <a:xfrm>
                <a:off x="4872440" y="2580825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77" name="SCHEM_ellipse-0275"/>
              <p:cNvSpPr/>
              <p:nvPr/>
            </p:nvSpPr>
            <p:spPr>
              <a:xfrm>
                <a:off x="4901240" y="2616825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78" name="SCHEM_ellipse-0276"/>
              <p:cNvSpPr/>
              <p:nvPr/>
            </p:nvSpPr>
            <p:spPr>
              <a:xfrm>
                <a:off x="4698693" y="1976040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79" name="SCHEM_ellipse-0277"/>
              <p:cNvSpPr/>
              <p:nvPr/>
            </p:nvSpPr>
            <p:spPr>
              <a:xfrm>
                <a:off x="4727493" y="2012040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0" name="SCHEM_ellipse-0278"/>
              <p:cNvSpPr/>
              <p:nvPr/>
            </p:nvSpPr>
            <p:spPr>
              <a:xfrm>
                <a:off x="4802626" y="1937313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1" name="SCHEM_ellipse-0279"/>
              <p:cNvSpPr/>
              <p:nvPr/>
            </p:nvSpPr>
            <p:spPr>
              <a:xfrm>
                <a:off x="4831426" y="1973313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2" name="SCHEM_ellipse-0280"/>
              <p:cNvSpPr/>
              <p:nvPr/>
            </p:nvSpPr>
            <p:spPr>
              <a:xfrm>
                <a:off x="4189143" y="2066970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3" name="SCHEM_ellipse-0281"/>
              <p:cNvSpPr/>
              <p:nvPr/>
            </p:nvSpPr>
            <p:spPr>
              <a:xfrm>
                <a:off x="4217943" y="2102970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4" name="SCHEM_ellipse-0282"/>
              <p:cNvSpPr/>
              <p:nvPr/>
            </p:nvSpPr>
            <p:spPr>
              <a:xfrm>
                <a:off x="4956710" y="2144756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5" name="SCHEM_ellipse-0283"/>
              <p:cNvSpPr/>
              <p:nvPr/>
            </p:nvSpPr>
            <p:spPr>
              <a:xfrm>
                <a:off x="4985510" y="2180756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6" name="SCHEM_ellipse-0284"/>
              <p:cNvSpPr/>
              <p:nvPr/>
            </p:nvSpPr>
            <p:spPr>
              <a:xfrm>
                <a:off x="4952624" y="2044429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7" name="SCHEM_ellipse-0285"/>
              <p:cNvSpPr/>
              <p:nvPr/>
            </p:nvSpPr>
            <p:spPr>
              <a:xfrm>
                <a:off x="4981424" y="2080429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88" name="SCHEM_ellipse-0286"/>
              <p:cNvSpPr/>
              <p:nvPr/>
            </p:nvSpPr>
            <p:spPr>
              <a:xfrm>
                <a:off x="4218840" y="1927498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89" name="SCHEM_ellipse-0287"/>
              <p:cNvSpPr/>
              <p:nvPr/>
            </p:nvSpPr>
            <p:spPr>
              <a:xfrm>
                <a:off x="4247640" y="1963498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0" name="SCHEM_ellipse-0288"/>
              <p:cNvSpPr/>
              <p:nvPr/>
            </p:nvSpPr>
            <p:spPr>
              <a:xfrm>
                <a:off x="4972532" y="2625531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1" name="SCHEM_ellipse-0289"/>
              <p:cNvSpPr/>
              <p:nvPr/>
            </p:nvSpPr>
            <p:spPr>
              <a:xfrm>
                <a:off x="5001332" y="2661531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2" name="SCHEM_ellipse-0290"/>
              <p:cNvSpPr/>
              <p:nvPr/>
            </p:nvSpPr>
            <p:spPr>
              <a:xfrm>
                <a:off x="4349523" y="2106418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3" name="SCHEM_ellipse-0291"/>
              <p:cNvSpPr/>
              <p:nvPr/>
            </p:nvSpPr>
            <p:spPr>
              <a:xfrm>
                <a:off x="4378323" y="2142418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4" name="SCHEM_ellipse-0292"/>
              <p:cNvSpPr/>
              <p:nvPr/>
            </p:nvSpPr>
            <p:spPr>
              <a:xfrm>
                <a:off x="4084635" y="2446586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5" name="SCHEM_ellipse-0293"/>
              <p:cNvSpPr/>
              <p:nvPr/>
            </p:nvSpPr>
            <p:spPr>
              <a:xfrm>
                <a:off x="4113435" y="2482586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6" name="SCHEM_ellipse-0294"/>
              <p:cNvSpPr/>
              <p:nvPr/>
            </p:nvSpPr>
            <p:spPr>
              <a:xfrm>
                <a:off x="4453436" y="2022316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7" name="SCHEM_ellipse-0295"/>
              <p:cNvSpPr/>
              <p:nvPr/>
            </p:nvSpPr>
            <p:spPr>
              <a:xfrm>
                <a:off x="4482236" y="2058316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298" name="SCHEM_ellipse-0296"/>
              <p:cNvSpPr/>
              <p:nvPr/>
            </p:nvSpPr>
            <p:spPr>
              <a:xfrm>
                <a:off x="4897033" y="2408897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299" name="SCHEM_ellipse-0297"/>
              <p:cNvSpPr/>
              <p:nvPr/>
            </p:nvSpPr>
            <p:spPr>
              <a:xfrm>
                <a:off x="4925833" y="2444897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300" name="SCHEM_ellipse-0298"/>
              <p:cNvSpPr/>
              <p:nvPr/>
            </p:nvSpPr>
            <p:spPr>
              <a:xfrm>
                <a:off x="4641373" y="2035797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301" name="SCHEM_ellipse-0299"/>
              <p:cNvSpPr/>
              <p:nvPr/>
            </p:nvSpPr>
            <p:spPr>
              <a:xfrm>
                <a:off x="4670173" y="2071797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302" name="SCHEM_ellipse-0300"/>
              <p:cNvSpPr/>
              <p:nvPr/>
            </p:nvSpPr>
            <p:spPr>
              <a:xfrm>
                <a:off x="4886520" y="2372112"/>
                <a:ext cx="100800" cy="129600"/>
              </a:xfrm>
              <a:prstGeom prst="ellipse">
                <a:avLst/>
              </a:prstGeom>
              <a:solidFill>
                <a:srgbClr val="E5C79F"/>
              </a:solidFill>
              <a:ln w="5760" cap="flat">
                <a:solidFill>
                  <a:srgbClr val="ACA18C"/>
                </a:solidFill>
              </a:ln>
              <a:effectLst/>
            </p:spPr>
          </p:sp>
          <p:sp>
            <p:nvSpPr>
              <p:cNvPr id="303" name="SCHEM_ellipse-0301"/>
              <p:cNvSpPr/>
              <p:nvPr/>
            </p:nvSpPr>
            <p:spPr>
              <a:xfrm>
                <a:off x="4915320" y="2408112"/>
                <a:ext cx="43200" cy="57600"/>
              </a:xfrm>
              <a:prstGeom prst="ellipse">
                <a:avLst/>
              </a:prstGeom>
              <a:solidFill>
                <a:srgbClr val="7F94AE"/>
              </a:solidFill>
              <a:ln w="9360" cap="flat">
                <a:noFill/>
              </a:ln>
              <a:effectLst/>
            </p:spPr>
          </p:sp>
          <p:sp>
            <p:nvSpPr>
              <p:cNvPr id="304" name="SCHEM_rect-0302"/>
              <p:cNvSpPr/>
              <p:nvPr/>
            </p:nvSpPr>
            <p:spPr>
              <a:xfrm>
                <a:off x="5760000" y="2311200"/>
                <a:ext cx="1670400" cy="612000"/>
              </a:xfrm>
              <a:prstGeom prst="rect">
                <a:avLst/>
              </a:prstGeom>
              <a:solidFill>
                <a:srgbClr val="F9E8D8"/>
              </a:solidFill>
              <a:ln w="9360" cap="flat">
                <a:noFill/>
              </a:ln>
              <a:effectLst/>
            </p:spPr>
          </p:sp>
          <p:sp>
            <p:nvSpPr>
              <p:cNvPr id="305" name="SCHEM_path-0303"/>
              <p:cNvSpPr/>
              <p:nvPr/>
            </p:nvSpPr>
            <p:spPr>
              <a:xfrm>
                <a:off x="5760000" y="2419319"/>
                <a:ext cx="1670400" cy="419447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19447">
                    <a:moveTo>
                      <a:pt x="0" y="144539"/>
                    </a:moveTo>
                    <a:cubicBezTo>
                      <a:pt x="501120" y="223567"/>
                      <a:pt x="1002240" y="419447"/>
                      <a:pt x="16704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06" name="SCHEM_path-0304"/>
              <p:cNvSpPr/>
              <p:nvPr/>
            </p:nvSpPr>
            <p:spPr>
              <a:xfrm>
                <a:off x="5760000" y="2316589"/>
                <a:ext cx="1670400" cy="140324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140324">
                    <a:moveTo>
                      <a:pt x="0" y="140324"/>
                    </a:moveTo>
                    <a:cubicBezTo>
                      <a:pt x="501120" y="12418"/>
                      <a:pt x="1002240" y="66001"/>
                      <a:pt x="16704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07" name="SCHEM_path-0305"/>
              <p:cNvSpPr/>
              <p:nvPr/>
            </p:nvSpPr>
            <p:spPr>
              <a:xfrm>
                <a:off x="5760000" y="2416982"/>
                <a:ext cx="1670400" cy="499788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99788">
                    <a:moveTo>
                      <a:pt x="0" y="0"/>
                    </a:moveTo>
                    <a:cubicBezTo>
                      <a:pt x="501120" y="208611"/>
                      <a:pt x="1002240" y="499788"/>
                      <a:pt x="1670400" y="31864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08" name="SCHEM_path-0306"/>
              <p:cNvSpPr/>
              <p:nvPr/>
            </p:nvSpPr>
            <p:spPr>
              <a:xfrm>
                <a:off x="5760000" y="2510785"/>
                <a:ext cx="1670400" cy="223496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223496">
                    <a:moveTo>
                      <a:pt x="0" y="35513"/>
                    </a:moveTo>
                    <a:cubicBezTo>
                      <a:pt x="501120" y="48304"/>
                      <a:pt x="1002240" y="223496"/>
                      <a:pt x="16704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09" name="SCHEM_path-0307"/>
              <p:cNvSpPr/>
              <p:nvPr/>
            </p:nvSpPr>
            <p:spPr>
              <a:xfrm>
                <a:off x="5760000" y="2368496"/>
                <a:ext cx="1670400" cy="457716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57716">
                    <a:moveTo>
                      <a:pt x="0" y="0"/>
                    </a:moveTo>
                    <a:cubicBezTo>
                      <a:pt x="501120" y="457716"/>
                      <a:pt x="1002240" y="320442"/>
                      <a:pt x="1670400" y="11254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0" name="SCHEM_path-0308"/>
              <p:cNvSpPr/>
              <p:nvPr/>
            </p:nvSpPr>
            <p:spPr>
              <a:xfrm>
                <a:off x="5760000" y="2366463"/>
                <a:ext cx="1670400" cy="531598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531598">
                    <a:moveTo>
                      <a:pt x="0" y="0"/>
                    </a:moveTo>
                    <a:cubicBezTo>
                      <a:pt x="501120" y="2649"/>
                      <a:pt x="1002240" y="531598"/>
                      <a:pt x="1670400" y="1066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1" name="SCHEM_path-0309"/>
              <p:cNvSpPr/>
              <p:nvPr/>
            </p:nvSpPr>
            <p:spPr>
              <a:xfrm>
                <a:off x="5760000" y="2332622"/>
                <a:ext cx="1670400" cy="571953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571953">
                    <a:moveTo>
                      <a:pt x="0" y="357663"/>
                    </a:moveTo>
                    <a:cubicBezTo>
                      <a:pt x="501120" y="571953"/>
                      <a:pt x="1002240" y="0"/>
                      <a:pt x="1670400" y="21473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2" name="SCHEM_path-0310"/>
              <p:cNvSpPr/>
              <p:nvPr/>
            </p:nvSpPr>
            <p:spPr>
              <a:xfrm>
                <a:off x="5760000" y="2426619"/>
                <a:ext cx="1670400" cy="445717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45717">
                    <a:moveTo>
                      <a:pt x="0" y="177331"/>
                    </a:moveTo>
                    <a:cubicBezTo>
                      <a:pt x="501120" y="445717"/>
                      <a:pt x="1002240" y="0"/>
                      <a:pt x="1670400" y="42689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3" name="SCHEM_path-0311"/>
              <p:cNvSpPr/>
              <p:nvPr/>
            </p:nvSpPr>
            <p:spPr>
              <a:xfrm>
                <a:off x="5760000" y="2341313"/>
                <a:ext cx="1670400" cy="469710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69710">
                    <a:moveTo>
                      <a:pt x="0" y="128900"/>
                    </a:moveTo>
                    <a:cubicBezTo>
                      <a:pt x="501120" y="0"/>
                      <a:pt x="1002240" y="382201"/>
                      <a:pt x="1670400" y="46971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4" name="SCHEM_path-0312"/>
              <p:cNvSpPr/>
              <p:nvPr/>
            </p:nvSpPr>
            <p:spPr>
              <a:xfrm>
                <a:off x="5760000" y="2334354"/>
                <a:ext cx="1670400" cy="427918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27918">
                    <a:moveTo>
                      <a:pt x="0" y="245734"/>
                    </a:moveTo>
                    <a:cubicBezTo>
                      <a:pt x="501120" y="0"/>
                      <a:pt x="1002240" y="413557"/>
                      <a:pt x="1670400" y="427918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5" name="SCHEM_path-0313"/>
              <p:cNvSpPr/>
              <p:nvPr/>
            </p:nvSpPr>
            <p:spPr>
              <a:xfrm>
                <a:off x="5760000" y="2512336"/>
                <a:ext cx="1670400" cy="307119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307119">
                    <a:moveTo>
                      <a:pt x="0" y="194354"/>
                    </a:moveTo>
                    <a:cubicBezTo>
                      <a:pt x="501120" y="0"/>
                      <a:pt x="1002240" y="307119"/>
                      <a:pt x="1670400" y="18476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6" name="SCHEM_path-0314"/>
              <p:cNvSpPr/>
              <p:nvPr/>
            </p:nvSpPr>
            <p:spPr>
              <a:xfrm>
                <a:off x="5760000" y="2453956"/>
                <a:ext cx="1670400" cy="215717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215717">
                    <a:moveTo>
                      <a:pt x="0" y="215717"/>
                    </a:moveTo>
                    <a:cubicBezTo>
                      <a:pt x="501120" y="188048"/>
                      <a:pt x="1002240" y="0"/>
                      <a:pt x="1670400" y="136054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7" name="SCHEM_path-0315"/>
              <p:cNvSpPr/>
              <p:nvPr/>
            </p:nvSpPr>
            <p:spPr>
              <a:xfrm>
                <a:off x="5760000" y="2522895"/>
                <a:ext cx="1670400" cy="289908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289908">
                    <a:moveTo>
                      <a:pt x="0" y="265800"/>
                    </a:moveTo>
                    <a:cubicBezTo>
                      <a:pt x="501120" y="206763"/>
                      <a:pt x="1002240" y="0"/>
                      <a:pt x="1670400" y="289908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8" name="SCHEM_path-0316"/>
              <p:cNvSpPr/>
              <p:nvPr/>
            </p:nvSpPr>
            <p:spPr>
              <a:xfrm>
                <a:off x="5760000" y="2337897"/>
                <a:ext cx="1670400" cy="477250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77250">
                    <a:moveTo>
                      <a:pt x="0" y="477250"/>
                    </a:moveTo>
                    <a:cubicBezTo>
                      <a:pt x="501120" y="0"/>
                      <a:pt x="1002240" y="69551"/>
                      <a:pt x="1670400" y="109868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19" name="SCHEM_path-0317"/>
              <p:cNvSpPr/>
              <p:nvPr/>
            </p:nvSpPr>
            <p:spPr>
              <a:xfrm>
                <a:off x="5760000" y="2334108"/>
                <a:ext cx="1670400" cy="438207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438207">
                    <a:moveTo>
                      <a:pt x="0" y="0"/>
                    </a:moveTo>
                    <a:cubicBezTo>
                      <a:pt x="501120" y="438207"/>
                      <a:pt x="1002240" y="372928"/>
                      <a:pt x="1670400" y="309531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20" name="SCHEM_path-0318"/>
              <p:cNvSpPr/>
              <p:nvPr/>
            </p:nvSpPr>
            <p:spPr>
              <a:xfrm>
                <a:off x="5760000" y="2379450"/>
                <a:ext cx="1670400" cy="526239"/>
              </a:xfrm>
              <a:custGeom>
                <a:avLst/>
                <a:gdLst/>
                <a:ahLst/>
                <a:cxnLst/>
                <a:rect l="0" t="0" r="r" b="b"/>
                <a:pathLst>
                  <a:path w="1670400" h="526239">
                    <a:moveTo>
                      <a:pt x="0" y="526239"/>
                    </a:moveTo>
                    <a:cubicBezTo>
                      <a:pt x="501120" y="150037"/>
                      <a:pt x="1002240" y="53567"/>
                      <a:pt x="16704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321" name="SCHEM_path-0319"/>
              <p:cNvSpPr/>
              <p:nvPr/>
            </p:nvSpPr>
            <p:spPr>
              <a:xfrm>
                <a:off x="5925312" y="2368080"/>
                <a:ext cx="626400" cy="288000"/>
              </a:xfrm>
              <a:custGeom>
                <a:avLst/>
                <a:gdLst/>
                <a:ahLst/>
                <a:cxnLst/>
                <a:rect l="0" t="0" r="r" b="b"/>
                <a:pathLst>
                  <a:path w="626400" h="288000">
                    <a:moveTo>
                      <a:pt x="0" y="208800"/>
                    </a:moveTo>
                    <a:cubicBezTo>
                      <a:pt x="216000" y="180000"/>
                      <a:pt x="331200" y="0"/>
                      <a:pt x="482400" y="79200"/>
                    </a:cubicBezTo>
                    <a:lnTo>
                      <a:pt x="626400" y="93600"/>
                    </a:lnTo>
                    <a:cubicBezTo>
                      <a:pt x="432000" y="144000"/>
                      <a:pt x="338400" y="288000"/>
                      <a:pt x="151200" y="223200"/>
                    </a:cubicBezTo>
                    <a:close/>
                  </a:path>
                </a:pathLst>
              </a:custGeom>
              <a:solidFill>
                <a:srgbClr val="EEA6BF"/>
              </a:solidFill>
              <a:ln w="7200" cap="flat">
                <a:solidFill>
                  <a:srgbClr val="C677A3"/>
                </a:solidFill>
              </a:ln>
              <a:effectLst/>
            </p:spPr>
          </p:sp>
          <p:sp>
            <p:nvSpPr>
              <p:cNvPr id="322" name="SCHEM_ellipse-0320"/>
              <p:cNvSpPr/>
              <p:nvPr/>
            </p:nvSpPr>
            <p:spPr>
              <a:xfrm>
                <a:off x="6170112" y="2468880"/>
                <a:ext cx="129600" cy="79200"/>
              </a:xfrm>
              <a:prstGeom prst="ellipse">
                <a:avLst/>
              </a:prstGeom>
              <a:solidFill>
                <a:srgbClr val="929ECF"/>
              </a:solidFill>
              <a:ln w="5760" cap="flat">
                <a:solidFill>
                  <a:srgbClr val="7675A0"/>
                </a:solidFill>
              </a:ln>
              <a:effectLst/>
            </p:spPr>
          </p:sp>
          <p:sp>
            <p:nvSpPr>
              <p:cNvPr id="323" name="SCHEM_path-0321"/>
              <p:cNvSpPr/>
              <p:nvPr/>
            </p:nvSpPr>
            <p:spPr>
              <a:xfrm>
                <a:off x="6660288" y="2582280"/>
                <a:ext cx="626400" cy="288000"/>
              </a:xfrm>
              <a:custGeom>
                <a:avLst/>
                <a:gdLst/>
                <a:ahLst/>
                <a:cxnLst/>
                <a:rect l="0" t="0" r="r" b="b"/>
                <a:pathLst>
                  <a:path w="626400" h="288000">
                    <a:moveTo>
                      <a:pt x="0" y="208800"/>
                    </a:moveTo>
                    <a:cubicBezTo>
                      <a:pt x="216000" y="180000"/>
                      <a:pt x="331200" y="0"/>
                      <a:pt x="482400" y="79200"/>
                    </a:cubicBezTo>
                    <a:lnTo>
                      <a:pt x="626400" y="93600"/>
                    </a:lnTo>
                    <a:cubicBezTo>
                      <a:pt x="432000" y="144000"/>
                      <a:pt x="338400" y="288000"/>
                      <a:pt x="151200" y="223200"/>
                    </a:cubicBezTo>
                    <a:close/>
                  </a:path>
                </a:pathLst>
              </a:custGeom>
              <a:solidFill>
                <a:srgbClr val="EEA6BF"/>
              </a:solidFill>
              <a:ln w="7200" cap="flat">
                <a:solidFill>
                  <a:srgbClr val="C677A3"/>
                </a:solidFill>
              </a:ln>
              <a:effectLst/>
            </p:spPr>
          </p:sp>
          <p:sp>
            <p:nvSpPr>
              <p:cNvPr id="324" name="SCHEM_ellipse-0322"/>
              <p:cNvSpPr/>
              <p:nvPr/>
            </p:nvSpPr>
            <p:spPr>
              <a:xfrm>
                <a:off x="6905088" y="2683080"/>
                <a:ext cx="129600" cy="79200"/>
              </a:xfrm>
              <a:prstGeom prst="ellipse">
                <a:avLst/>
              </a:prstGeom>
              <a:solidFill>
                <a:srgbClr val="929ECF"/>
              </a:solidFill>
              <a:ln w="5760" cap="flat">
                <a:solidFill>
                  <a:srgbClr val="7675A0"/>
                </a:solidFill>
              </a:ln>
              <a:effectLst/>
            </p:spPr>
          </p:sp>
          <p:sp>
            <p:nvSpPr>
              <p:cNvPr id="325" name="SCHEM_ellipse-0323"/>
              <p:cNvSpPr/>
              <p:nvPr/>
            </p:nvSpPr>
            <p:spPr>
              <a:xfrm>
                <a:off x="57096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26" name="SCHEM_ellipse-0324"/>
              <p:cNvSpPr/>
              <p:nvPr/>
            </p:nvSpPr>
            <p:spPr>
              <a:xfrm>
                <a:off x="58149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27" name="SCHEM_ellipse-0325"/>
              <p:cNvSpPr/>
              <p:nvPr/>
            </p:nvSpPr>
            <p:spPr>
              <a:xfrm>
                <a:off x="58968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28" name="SCHEM_ellipse-0326"/>
              <p:cNvSpPr/>
              <p:nvPr/>
            </p:nvSpPr>
            <p:spPr>
              <a:xfrm>
                <a:off x="60021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29" name="SCHEM_ellipse-0327"/>
              <p:cNvSpPr/>
              <p:nvPr/>
            </p:nvSpPr>
            <p:spPr>
              <a:xfrm>
                <a:off x="60840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0" name="SCHEM_ellipse-0328"/>
              <p:cNvSpPr/>
              <p:nvPr/>
            </p:nvSpPr>
            <p:spPr>
              <a:xfrm>
                <a:off x="61893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1" name="SCHEM_ellipse-0329"/>
              <p:cNvSpPr/>
              <p:nvPr/>
            </p:nvSpPr>
            <p:spPr>
              <a:xfrm>
                <a:off x="62712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2" name="SCHEM_ellipse-0330"/>
              <p:cNvSpPr/>
              <p:nvPr/>
            </p:nvSpPr>
            <p:spPr>
              <a:xfrm>
                <a:off x="63765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3" name="SCHEM_ellipse-0331"/>
              <p:cNvSpPr/>
              <p:nvPr/>
            </p:nvSpPr>
            <p:spPr>
              <a:xfrm>
                <a:off x="64584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4" name="SCHEM_ellipse-0332"/>
              <p:cNvSpPr/>
              <p:nvPr/>
            </p:nvSpPr>
            <p:spPr>
              <a:xfrm>
                <a:off x="65637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5" name="SCHEM_ellipse-0333"/>
              <p:cNvSpPr/>
              <p:nvPr/>
            </p:nvSpPr>
            <p:spPr>
              <a:xfrm>
                <a:off x="66456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6" name="SCHEM_ellipse-0334"/>
              <p:cNvSpPr/>
              <p:nvPr/>
            </p:nvSpPr>
            <p:spPr>
              <a:xfrm>
                <a:off x="67509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7" name="SCHEM_ellipse-0335"/>
              <p:cNvSpPr/>
              <p:nvPr/>
            </p:nvSpPr>
            <p:spPr>
              <a:xfrm>
                <a:off x="68328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38" name="SCHEM_ellipse-0336"/>
              <p:cNvSpPr/>
              <p:nvPr/>
            </p:nvSpPr>
            <p:spPr>
              <a:xfrm>
                <a:off x="69381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39" name="SCHEM_ellipse-0337"/>
              <p:cNvSpPr/>
              <p:nvPr/>
            </p:nvSpPr>
            <p:spPr>
              <a:xfrm>
                <a:off x="70200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0" name="SCHEM_ellipse-0338"/>
              <p:cNvSpPr/>
              <p:nvPr/>
            </p:nvSpPr>
            <p:spPr>
              <a:xfrm>
                <a:off x="71253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1" name="SCHEM_ellipse-0339"/>
              <p:cNvSpPr/>
              <p:nvPr/>
            </p:nvSpPr>
            <p:spPr>
              <a:xfrm>
                <a:off x="7207200" y="16848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2" name="SCHEM_ellipse-0340"/>
              <p:cNvSpPr/>
              <p:nvPr/>
            </p:nvSpPr>
            <p:spPr>
              <a:xfrm>
                <a:off x="7312536" y="17128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3" name="SCHEM_ellipse-0341"/>
              <p:cNvSpPr/>
              <p:nvPr/>
            </p:nvSpPr>
            <p:spPr>
              <a:xfrm>
                <a:off x="57096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4" name="SCHEM_ellipse-0342"/>
              <p:cNvSpPr/>
              <p:nvPr/>
            </p:nvSpPr>
            <p:spPr>
              <a:xfrm>
                <a:off x="58149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5" name="SCHEM_ellipse-0343"/>
              <p:cNvSpPr/>
              <p:nvPr/>
            </p:nvSpPr>
            <p:spPr>
              <a:xfrm>
                <a:off x="58968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6" name="SCHEM_ellipse-0344"/>
              <p:cNvSpPr/>
              <p:nvPr/>
            </p:nvSpPr>
            <p:spPr>
              <a:xfrm>
                <a:off x="60021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7" name="SCHEM_ellipse-0345"/>
              <p:cNvSpPr/>
              <p:nvPr/>
            </p:nvSpPr>
            <p:spPr>
              <a:xfrm>
                <a:off x="60840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48" name="SCHEM_ellipse-0346"/>
              <p:cNvSpPr/>
              <p:nvPr/>
            </p:nvSpPr>
            <p:spPr>
              <a:xfrm>
                <a:off x="61893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49" name="SCHEM_ellipse-0347"/>
              <p:cNvSpPr/>
              <p:nvPr/>
            </p:nvSpPr>
            <p:spPr>
              <a:xfrm>
                <a:off x="62712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0" name="SCHEM_ellipse-0348"/>
              <p:cNvSpPr/>
              <p:nvPr/>
            </p:nvSpPr>
            <p:spPr>
              <a:xfrm>
                <a:off x="63765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1" name="SCHEM_ellipse-0349"/>
              <p:cNvSpPr/>
              <p:nvPr/>
            </p:nvSpPr>
            <p:spPr>
              <a:xfrm>
                <a:off x="64584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2" name="SCHEM_ellipse-0350"/>
              <p:cNvSpPr/>
              <p:nvPr/>
            </p:nvSpPr>
            <p:spPr>
              <a:xfrm>
                <a:off x="65637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3" name="SCHEM_ellipse-0351"/>
              <p:cNvSpPr/>
              <p:nvPr/>
            </p:nvSpPr>
            <p:spPr>
              <a:xfrm>
                <a:off x="66456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4" name="SCHEM_ellipse-0352"/>
              <p:cNvSpPr/>
              <p:nvPr/>
            </p:nvSpPr>
            <p:spPr>
              <a:xfrm>
                <a:off x="67509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5" name="SCHEM_ellipse-0353"/>
              <p:cNvSpPr/>
              <p:nvPr/>
            </p:nvSpPr>
            <p:spPr>
              <a:xfrm>
                <a:off x="68328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6" name="SCHEM_ellipse-0354"/>
              <p:cNvSpPr/>
              <p:nvPr/>
            </p:nvSpPr>
            <p:spPr>
              <a:xfrm>
                <a:off x="69381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7" name="SCHEM_ellipse-0355"/>
              <p:cNvSpPr/>
              <p:nvPr/>
            </p:nvSpPr>
            <p:spPr>
              <a:xfrm>
                <a:off x="70200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58" name="SCHEM_ellipse-0356"/>
              <p:cNvSpPr/>
              <p:nvPr/>
            </p:nvSpPr>
            <p:spPr>
              <a:xfrm>
                <a:off x="71253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59" name="SCHEM_ellipse-0357"/>
              <p:cNvSpPr/>
              <p:nvPr/>
            </p:nvSpPr>
            <p:spPr>
              <a:xfrm>
                <a:off x="7207200" y="17712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0" name="SCHEM_ellipse-0358"/>
              <p:cNvSpPr/>
              <p:nvPr/>
            </p:nvSpPr>
            <p:spPr>
              <a:xfrm>
                <a:off x="7312536" y="17992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1" name="SCHEM_ellipse-0359"/>
              <p:cNvSpPr/>
              <p:nvPr/>
            </p:nvSpPr>
            <p:spPr>
              <a:xfrm>
                <a:off x="57096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2" name="SCHEM_ellipse-0360"/>
              <p:cNvSpPr/>
              <p:nvPr/>
            </p:nvSpPr>
            <p:spPr>
              <a:xfrm>
                <a:off x="58149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3" name="SCHEM_ellipse-0361"/>
              <p:cNvSpPr/>
              <p:nvPr/>
            </p:nvSpPr>
            <p:spPr>
              <a:xfrm>
                <a:off x="58968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4" name="SCHEM_ellipse-0362"/>
              <p:cNvSpPr/>
              <p:nvPr/>
            </p:nvSpPr>
            <p:spPr>
              <a:xfrm>
                <a:off x="60021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5" name="SCHEM_ellipse-0363"/>
              <p:cNvSpPr/>
              <p:nvPr/>
            </p:nvSpPr>
            <p:spPr>
              <a:xfrm>
                <a:off x="60840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6" name="SCHEM_ellipse-0364"/>
              <p:cNvSpPr/>
              <p:nvPr/>
            </p:nvSpPr>
            <p:spPr>
              <a:xfrm>
                <a:off x="61893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7" name="SCHEM_ellipse-0365"/>
              <p:cNvSpPr/>
              <p:nvPr/>
            </p:nvSpPr>
            <p:spPr>
              <a:xfrm>
                <a:off x="62712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68" name="SCHEM_ellipse-0366"/>
              <p:cNvSpPr/>
              <p:nvPr/>
            </p:nvSpPr>
            <p:spPr>
              <a:xfrm>
                <a:off x="63765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69" name="SCHEM_ellipse-0367"/>
              <p:cNvSpPr/>
              <p:nvPr/>
            </p:nvSpPr>
            <p:spPr>
              <a:xfrm>
                <a:off x="64584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0" name="SCHEM_ellipse-0368"/>
              <p:cNvSpPr/>
              <p:nvPr/>
            </p:nvSpPr>
            <p:spPr>
              <a:xfrm>
                <a:off x="65637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1" name="SCHEM_ellipse-0369"/>
              <p:cNvSpPr/>
              <p:nvPr/>
            </p:nvSpPr>
            <p:spPr>
              <a:xfrm>
                <a:off x="66456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2" name="SCHEM_ellipse-0370"/>
              <p:cNvSpPr/>
              <p:nvPr/>
            </p:nvSpPr>
            <p:spPr>
              <a:xfrm>
                <a:off x="67509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3" name="SCHEM_ellipse-0371"/>
              <p:cNvSpPr/>
              <p:nvPr/>
            </p:nvSpPr>
            <p:spPr>
              <a:xfrm>
                <a:off x="68328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4" name="SCHEM_ellipse-0372"/>
              <p:cNvSpPr/>
              <p:nvPr/>
            </p:nvSpPr>
            <p:spPr>
              <a:xfrm>
                <a:off x="69381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5" name="SCHEM_ellipse-0373"/>
              <p:cNvSpPr/>
              <p:nvPr/>
            </p:nvSpPr>
            <p:spPr>
              <a:xfrm>
                <a:off x="70200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6" name="SCHEM_ellipse-0374"/>
              <p:cNvSpPr/>
              <p:nvPr/>
            </p:nvSpPr>
            <p:spPr>
              <a:xfrm>
                <a:off x="71253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7" name="SCHEM_ellipse-0375"/>
              <p:cNvSpPr/>
              <p:nvPr/>
            </p:nvSpPr>
            <p:spPr>
              <a:xfrm>
                <a:off x="7207200" y="18576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78" name="SCHEM_ellipse-0376"/>
              <p:cNvSpPr/>
              <p:nvPr/>
            </p:nvSpPr>
            <p:spPr>
              <a:xfrm>
                <a:off x="7312536" y="18856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79" name="SCHEM_ellipse-0377"/>
              <p:cNvSpPr/>
              <p:nvPr/>
            </p:nvSpPr>
            <p:spPr>
              <a:xfrm>
                <a:off x="57096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0" name="SCHEM_ellipse-0378"/>
              <p:cNvSpPr/>
              <p:nvPr/>
            </p:nvSpPr>
            <p:spPr>
              <a:xfrm>
                <a:off x="58149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1" name="SCHEM_ellipse-0379"/>
              <p:cNvSpPr/>
              <p:nvPr/>
            </p:nvSpPr>
            <p:spPr>
              <a:xfrm>
                <a:off x="58968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2" name="SCHEM_ellipse-0380"/>
              <p:cNvSpPr/>
              <p:nvPr/>
            </p:nvSpPr>
            <p:spPr>
              <a:xfrm>
                <a:off x="60021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3" name="SCHEM_ellipse-0381"/>
              <p:cNvSpPr/>
              <p:nvPr/>
            </p:nvSpPr>
            <p:spPr>
              <a:xfrm>
                <a:off x="60840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4" name="SCHEM_ellipse-0382"/>
              <p:cNvSpPr/>
              <p:nvPr/>
            </p:nvSpPr>
            <p:spPr>
              <a:xfrm>
                <a:off x="61893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5" name="SCHEM_ellipse-0383"/>
              <p:cNvSpPr/>
              <p:nvPr/>
            </p:nvSpPr>
            <p:spPr>
              <a:xfrm>
                <a:off x="62712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6" name="SCHEM_ellipse-0384"/>
              <p:cNvSpPr/>
              <p:nvPr/>
            </p:nvSpPr>
            <p:spPr>
              <a:xfrm>
                <a:off x="63765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7" name="SCHEM_ellipse-0385"/>
              <p:cNvSpPr/>
              <p:nvPr/>
            </p:nvSpPr>
            <p:spPr>
              <a:xfrm>
                <a:off x="64584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88" name="SCHEM_ellipse-0386"/>
              <p:cNvSpPr/>
              <p:nvPr/>
            </p:nvSpPr>
            <p:spPr>
              <a:xfrm>
                <a:off x="65637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89" name="SCHEM_ellipse-0387"/>
              <p:cNvSpPr/>
              <p:nvPr/>
            </p:nvSpPr>
            <p:spPr>
              <a:xfrm>
                <a:off x="66456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0" name="SCHEM_ellipse-0388"/>
              <p:cNvSpPr/>
              <p:nvPr/>
            </p:nvSpPr>
            <p:spPr>
              <a:xfrm>
                <a:off x="67509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1" name="SCHEM_ellipse-0389"/>
              <p:cNvSpPr/>
              <p:nvPr/>
            </p:nvSpPr>
            <p:spPr>
              <a:xfrm>
                <a:off x="68328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2" name="SCHEM_ellipse-0390"/>
              <p:cNvSpPr/>
              <p:nvPr/>
            </p:nvSpPr>
            <p:spPr>
              <a:xfrm>
                <a:off x="69381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3" name="SCHEM_ellipse-0391"/>
              <p:cNvSpPr/>
              <p:nvPr/>
            </p:nvSpPr>
            <p:spPr>
              <a:xfrm>
                <a:off x="70200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4" name="SCHEM_ellipse-0392"/>
              <p:cNvSpPr/>
              <p:nvPr/>
            </p:nvSpPr>
            <p:spPr>
              <a:xfrm>
                <a:off x="71253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5" name="SCHEM_ellipse-0393"/>
              <p:cNvSpPr/>
              <p:nvPr/>
            </p:nvSpPr>
            <p:spPr>
              <a:xfrm>
                <a:off x="7207200" y="1944000"/>
                <a:ext cx="273600" cy="86400"/>
              </a:xfrm>
              <a:prstGeom prst="ellipse">
                <a:avLst/>
              </a:prstGeom>
              <a:solidFill>
                <a:srgbClr val="F6C5B1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6" name="SCHEM_ellipse-0394"/>
              <p:cNvSpPr/>
              <p:nvPr/>
            </p:nvSpPr>
            <p:spPr>
              <a:xfrm>
                <a:off x="7312536" y="1972080"/>
                <a:ext cx="71136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7" name="SCHEM_ellipse-0395"/>
              <p:cNvSpPr/>
              <p:nvPr/>
            </p:nvSpPr>
            <p:spPr>
              <a:xfrm>
                <a:off x="57672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398" name="SCHEM_ellipse-0396"/>
              <p:cNvSpPr/>
              <p:nvPr/>
            </p:nvSpPr>
            <p:spPr>
              <a:xfrm>
                <a:off x="58115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399" name="SCHEM_ellipse-0397"/>
              <p:cNvSpPr/>
              <p:nvPr/>
            </p:nvSpPr>
            <p:spPr>
              <a:xfrm>
                <a:off x="59040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0" name="SCHEM_ellipse-0398"/>
              <p:cNvSpPr/>
              <p:nvPr/>
            </p:nvSpPr>
            <p:spPr>
              <a:xfrm>
                <a:off x="59483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1" name="SCHEM_ellipse-0399"/>
              <p:cNvSpPr/>
              <p:nvPr/>
            </p:nvSpPr>
            <p:spPr>
              <a:xfrm>
                <a:off x="60408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2" name="SCHEM_ellipse-0400"/>
              <p:cNvSpPr/>
              <p:nvPr/>
            </p:nvSpPr>
            <p:spPr>
              <a:xfrm>
                <a:off x="60851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3" name="SCHEM_ellipse-0401"/>
              <p:cNvSpPr/>
              <p:nvPr/>
            </p:nvSpPr>
            <p:spPr>
              <a:xfrm>
                <a:off x="61776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4" name="SCHEM_ellipse-0402"/>
              <p:cNvSpPr/>
              <p:nvPr/>
            </p:nvSpPr>
            <p:spPr>
              <a:xfrm>
                <a:off x="62219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5" name="SCHEM_ellipse-0403"/>
              <p:cNvSpPr/>
              <p:nvPr/>
            </p:nvSpPr>
            <p:spPr>
              <a:xfrm>
                <a:off x="63144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6" name="SCHEM_ellipse-0404"/>
              <p:cNvSpPr/>
              <p:nvPr/>
            </p:nvSpPr>
            <p:spPr>
              <a:xfrm>
                <a:off x="63587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7" name="SCHEM_ellipse-0405"/>
              <p:cNvSpPr/>
              <p:nvPr/>
            </p:nvSpPr>
            <p:spPr>
              <a:xfrm>
                <a:off x="64512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08" name="SCHEM_ellipse-0406"/>
              <p:cNvSpPr/>
              <p:nvPr/>
            </p:nvSpPr>
            <p:spPr>
              <a:xfrm>
                <a:off x="64955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09" name="SCHEM_ellipse-0407"/>
              <p:cNvSpPr/>
              <p:nvPr/>
            </p:nvSpPr>
            <p:spPr>
              <a:xfrm>
                <a:off x="65880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0" name="SCHEM_ellipse-0408"/>
              <p:cNvSpPr/>
              <p:nvPr/>
            </p:nvSpPr>
            <p:spPr>
              <a:xfrm>
                <a:off x="66323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1" name="SCHEM_ellipse-0409"/>
              <p:cNvSpPr/>
              <p:nvPr/>
            </p:nvSpPr>
            <p:spPr>
              <a:xfrm>
                <a:off x="67248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2" name="SCHEM_ellipse-0410"/>
              <p:cNvSpPr/>
              <p:nvPr/>
            </p:nvSpPr>
            <p:spPr>
              <a:xfrm>
                <a:off x="67691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3" name="SCHEM_ellipse-0411"/>
              <p:cNvSpPr/>
              <p:nvPr/>
            </p:nvSpPr>
            <p:spPr>
              <a:xfrm>
                <a:off x="68616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4" name="SCHEM_ellipse-0412"/>
              <p:cNvSpPr/>
              <p:nvPr/>
            </p:nvSpPr>
            <p:spPr>
              <a:xfrm>
                <a:off x="69059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5" name="SCHEM_ellipse-0413"/>
              <p:cNvSpPr/>
              <p:nvPr/>
            </p:nvSpPr>
            <p:spPr>
              <a:xfrm>
                <a:off x="69984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6" name="SCHEM_ellipse-0414"/>
              <p:cNvSpPr/>
              <p:nvPr/>
            </p:nvSpPr>
            <p:spPr>
              <a:xfrm>
                <a:off x="70427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7" name="SCHEM_ellipse-0415"/>
              <p:cNvSpPr/>
              <p:nvPr/>
            </p:nvSpPr>
            <p:spPr>
              <a:xfrm>
                <a:off x="71352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18" name="SCHEM_ellipse-0416"/>
              <p:cNvSpPr/>
              <p:nvPr/>
            </p:nvSpPr>
            <p:spPr>
              <a:xfrm>
                <a:off x="71795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19" name="SCHEM_ellipse-0417"/>
              <p:cNvSpPr/>
              <p:nvPr/>
            </p:nvSpPr>
            <p:spPr>
              <a:xfrm>
                <a:off x="7272000" y="19656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0" name="SCHEM_ellipse-0418"/>
              <p:cNvSpPr/>
              <p:nvPr/>
            </p:nvSpPr>
            <p:spPr>
              <a:xfrm>
                <a:off x="7316352" y="20358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1" name="SCHEM_ellipse-0419"/>
              <p:cNvSpPr/>
              <p:nvPr/>
            </p:nvSpPr>
            <p:spPr>
              <a:xfrm>
                <a:off x="57672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2" name="SCHEM_ellipse-0420"/>
              <p:cNvSpPr/>
              <p:nvPr/>
            </p:nvSpPr>
            <p:spPr>
              <a:xfrm>
                <a:off x="58115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3" name="SCHEM_ellipse-0421"/>
              <p:cNvSpPr/>
              <p:nvPr/>
            </p:nvSpPr>
            <p:spPr>
              <a:xfrm>
                <a:off x="59040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4" name="SCHEM_ellipse-0422"/>
              <p:cNvSpPr/>
              <p:nvPr/>
            </p:nvSpPr>
            <p:spPr>
              <a:xfrm>
                <a:off x="59483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5" name="SCHEM_ellipse-0423"/>
              <p:cNvSpPr/>
              <p:nvPr/>
            </p:nvSpPr>
            <p:spPr>
              <a:xfrm>
                <a:off x="60408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6" name="SCHEM_ellipse-0424"/>
              <p:cNvSpPr/>
              <p:nvPr/>
            </p:nvSpPr>
            <p:spPr>
              <a:xfrm>
                <a:off x="60851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7" name="SCHEM_ellipse-0425"/>
              <p:cNvSpPr/>
              <p:nvPr/>
            </p:nvSpPr>
            <p:spPr>
              <a:xfrm>
                <a:off x="61776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28" name="SCHEM_ellipse-0426"/>
              <p:cNvSpPr/>
              <p:nvPr/>
            </p:nvSpPr>
            <p:spPr>
              <a:xfrm>
                <a:off x="62219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29" name="SCHEM_ellipse-0427"/>
              <p:cNvSpPr/>
              <p:nvPr/>
            </p:nvSpPr>
            <p:spPr>
              <a:xfrm>
                <a:off x="63144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0" name="SCHEM_ellipse-0428"/>
              <p:cNvSpPr/>
              <p:nvPr/>
            </p:nvSpPr>
            <p:spPr>
              <a:xfrm>
                <a:off x="63587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1" name="SCHEM_ellipse-0429"/>
              <p:cNvSpPr/>
              <p:nvPr/>
            </p:nvSpPr>
            <p:spPr>
              <a:xfrm>
                <a:off x="64512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2" name="SCHEM_ellipse-0430"/>
              <p:cNvSpPr/>
              <p:nvPr/>
            </p:nvSpPr>
            <p:spPr>
              <a:xfrm>
                <a:off x="64955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3" name="SCHEM_ellipse-0431"/>
              <p:cNvSpPr/>
              <p:nvPr/>
            </p:nvSpPr>
            <p:spPr>
              <a:xfrm>
                <a:off x="65880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4" name="SCHEM_ellipse-0432"/>
              <p:cNvSpPr/>
              <p:nvPr/>
            </p:nvSpPr>
            <p:spPr>
              <a:xfrm>
                <a:off x="66323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5" name="SCHEM_ellipse-0433"/>
              <p:cNvSpPr/>
              <p:nvPr/>
            </p:nvSpPr>
            <p:spPr>
              <a:xfrm>
                <a:off x="67248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6" name="SCHEM_ellipse-0434"/>
              <p:cNvSpPr/>
              <p:nvPr/>
            </p:nvSpPr>
            <p:spPr>
              <a:xfrm>
                <a:off x="67691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7" name="SCHEM_ellipse-0435"/>
              <p:cNvSpPr/>
              <p:nvPr/>
            </p:nvSpPr>
            <p:spPr>
              <a:xfrm>
                <a:off x="68616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38" name="SCHEM_ellipse-0436"/>
              <p:cNvSpPr/>
              <p:nvPr/>
            </p:nvSpPr>
            <p:spPr>
              <a:xfrm>
                <a:off x="69059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39" name="SCHEM_ellipse-0437"/>
              <p:cNvSpPr/>
              <p:nvPr/>
            </p:nvSpPr>
            <p:spPr>
              <a:xfrm>
                <a:off x="69984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40" name="SCHEM_ellipse-0438"/>
              <p:cNvSpPr/>
              <p:nvPr/>
            </p:nvSpPr>
            <p:spPr>
              <a:xfrm>
                <a:off x="70427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41" name="SCHEM_ellipse-0439"/>
              <p:cNvSpPr/>
              <p:nvPr/>
            </p:nvSpPr>
            <p:spPr>
              <a:xfrm>
                <a:off x="71352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42" name="SCHEM_ellipse-0440"/>
              <p:cNvSpPr/>
              <p:nvPr/>
            </p:nvSpPr>
            <p:spPr>
              <a:xfrm>
                <a:off x="71795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43" name="SCHEM_ellipse-0441"/>
              <p:cNvSpPr/>
              <p:nvPr/>
            </p:nvSpPr>
            <p:spPr>
              <a:xfrm>
                <a:off x="7272000" y="2124000"/>
                <a:ext cx="115200" cy="216000"/>
              </a:xfrm>
              <a:prstGeom prst="ellipse">
                <a:avLst/>
              </a:prstGeom>
              <a:solidFill>
                <a:srgbClr val="EEC6DE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44" name="SCHEM_ellipse-0442"/>
              <p:cNvSpPr/>
              <p:nvPr/>
            </p:nvSpPr>
            <p:spPr>
              <a:xfrm>
                <a:off x="7316352" y="2194200"/>
                <a:ext cx="29952" cy="7560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45" name="SCHEM_rect-0443"/>
              <p:cNvSpPr/>
              <p:nvPr/>
            </p:nvSpPr>
            <p:spPr>
              <a:xfrm>
                <a:off x="345600" y="2930400"/>
                <a:ext cx="1656000" cy="2232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446" name="SCHEM_ellipse-0444"/>
              <p:cNvSpPr/>
              <p:nvPr/>
            </p:nvSpPr>
            <p:spPr>
              <a:xfrm>
                <a:off x="367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47" name="SCHEM_line-0445"/>
              <p:cNvCxnSpPr/>
              <p:nvPr/>
            </p:nvCxnSpPr>
            <p:spPr>
              <a:xfrm>
                <a:off x="396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48" name="SCHEM_ellipse-0446"/>
              <p:cNvSpPr/>
              <p:nvPr/>
            </p:nvSpPr>
            <p:spPr>
              <a:xfrm>
                <a:off x="532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49" name="SCHEM_line-0447"/>
              <p:cNvCxnSpPr/>
              <p:nvPr/>
            </p:nvCxnSpPr>
            <p:spPr>
              <a:xfrm>
                <a:off x="561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0" name="SCHEM_ellipse-0448"/>
              <p:cNvSpPr/>
              <p:nvPr/>
            </p:nvSpPr>
            <p:spPr>
              <a:xfrm>
                <a:off x="698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1" name="SCHEM_line-0449"/>
              <p:cNvCxnSpPr/>
              <p:nvPr/>
            </p:nvCxnSpPr>
            <p:spPr>
              <a:xfrm>
                <a:off x="727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2" name="SCHEM_ellipse-0450"/>
              <p:cNvSpPr/>
              <p:nvPr/>
            </p:nvSpPr>
            <p:spPr>
              <a:xfrm>
                <a:off x="864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3" name="SCHEM_line-0451"/>
              <p:cNvCxnSpPr/>
              <p:nvPr/>
            </p:nvCxnSpPr>
            <p:spPr>
              <a:xfrm>
                <a:off x="892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4" name="SCHEM_ellipse-0452"/>
              <p:cNvSpPr/>
              <p:nvPr/>
            </p:nvSpPr>
            <p:spPr>
              <a:xfrm>
                <a:off x="1029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5" name="SCHEM_line-0453"/>
              <p:cNvCxnSpPr/>
              <p:nvPr/>
            </p:nvCxnSpPr>
            <p:spPr>
              <a:xfrm>
                <a:off x="1058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6" name="SCHEM_ellipse-0454"/>
              <p:cNvSpPr/>
              <p:nvPr/>
            </p:nvSpPr>
            <p:spPr>
              <a:xfrm>
                <a:off x="1195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7" name="SCHEM_line-0455"/>
              <p:cNvCxnSpPr/>
              <p:nvPr/>
            </p:nvCxnSpPr>
            <p:spPr>
              <a:xfrm>
                <a:off x="1224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58" name="SCHEM_ellipse-0456"/>
              <p:cNvSpPr/>
              <p:nvPr/>
            </p:nvSpPr>
            <p:spPr>
              <a:xfrm>
                <a:off x="1360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59" name="SCHEM_line-0457"/>
              <p:cNvCxnSpPr/>
              <p:nvPr/>
            </p:nvCxnSpPr>
            <p:spPr>
              <a:xfrm>
                <a:off x="1389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0" name="SCHEM_ellipse-0458"/>
              <p:cNvSpPr/>
              <p:nvPr/>
            </p:nvSpPr>
            <p:spPr>
              <a:xfrm>
                <a:off x="1526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1" name="SCHEM_line-0459"/>
              <p:cNvCxnSpPr/>
              <p:nvPr/>
            </p:nvCxnSpPr>
            <p:spPr>
              <a:xfrm>
                <a:off x="1555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2" name="SCHEM_ellipse-0460"/>
              <p:cNvSpPr/>
              <p:nvPr/>
            </p:nvSpPr>
            <p:spPr>
              <a:xfrm>
                <a:off x="1692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3" name="SCHEM_line-0461"/>
              <p:cNvCxnSpPr/>
              <p:nvPr/>
            </p:nvCxnSpPr>
            <p:spPr>
              <a:xfrm>
                <a:off x="1720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4" name="SCHEM_ellipse-0462"/>
              <p:cNvSpPr/>
              <p:nvPr/>
            </p:nvSpPr>
            <p:spPr>
              <a:xfrm>
                <a:off x="1857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5" name="SCHEM_line-0463"/>
              <p:cNvCxnSpPr/>
              <p:nvPr/>
            </p:nvCxnSpPr>
            <p:spPr>
              <a:xfrm>
                <a:off x="1886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6" name="SCHEM_ellipse-0464"/>
              <p:cNvSpPr/>
              <p:nvPr/>
            </p:nvSpPr>
            <p:spPr>
              <a:xfrm>
                <a:off x="367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7" name="SCHEM_line-0465"/>
              <p:cNvCxnSpPr/>
              <p:nvPr/>
            </p:nvCxnSpPr>
            <p:spPr>
              <a:xfrm>
                <a:off x="396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68" name="SCHEM_ellipse-0466"/>
              <p:cNvSpPr/>
              <p:nvPr/>
            </p:nvSpPr>
            <p:spPr>
              <a:xfrm>
                <a:off x="532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69" name="SCHEM_line-0467"/>
              <p:cNvCxnSpPr/>
              <p:nvPr/>
            </p:nvCxnSpPr>
            <p:spPr>
              <a:xfrm>
                <a:off x="561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0" name="SCHEM_ellipse-0468"/>
              <p:cNvSpPr/>
              <p:nvPr/>
            </p:nvSpPr>
            <p:spPr>
              <a:xfrm>
                <a:off x="698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1" name="SCHEM_line-0469"/>
              <p:cNvCxnSpPr/>
              <p:nvPr/>
            </p:nvCxnSpPr>
            <p:spPr>
              <a:xfrm>
                <a:off x="727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2" name="SCHEM_ellipse-0470"/>
              <p:cNvSpPr/>
              <p:nvPr/>
            </p:nvSpPr>
            <p:spPr>
              <a:xfrm>
                <a:off x="864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3" name="SCHEM_line-0471"/>
              <p:cNvCxnSpPr/>
              <p:nvPr/>
            </p:nvCxnSpPr>
            <p:spPr>
              <a:xfrm>
                <a:off x="892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4" name="SCHEM_ellipse-0472"/>
              <p:cNvSpPr/>
              <p:nvPr/>
            </p:nvSpPr>
            <p:spPr>
              <a:xfrm>
                <a:off x="1029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5" name="SCHEM_line-0473"/>
              <p:cNvCxnSpPr/>
              <p:nvPr/>
            </p:nvCxnSpPr>
            <p:spPr>
              <a:xfrm>
                <a:off x="1058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6" name="SCHEM_ellipse-0474"/>
              <p:cNvSpPr/>
              <p:nvPr/>
            </p:nvSpPr>
            <p:spPr>
              <a:xfrm>
                <a:off x="1195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7" name="SCHEM_line-0475"/>
              <p:cNvCxnSpPr/>
              <p:nvPr/>
            </p:nvCxnSpPr>
            <p:spPr>
              <a:xfrm>
                <a:off x="1224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78" name="SCHEM_ellipse-0476"/>
              <p:cNvSpPr/>
              <p:nvPr/>
            </p:nvSpPr>
            <p:spPr>
              <a:xfrm>
                <a:off x="1360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79" name="SCHEM_line-0477"/>
              <p:cNvCxnSpPr/>
              <p:nvPr/>
            </p:nvCxnSpPr>
            <p:spPr>
              <a:xfrm>
                <a:off x="1389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80" name="SCHEM_ellipse-0478"/>
              <p:cNvSpPr/>
              <p:nvPr/>
            </p:nvSpPr>
            <p:spPr>
              <a:xfrm>
                <a:off x="1526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81" name="SCHEM_line-0479"/>
              <p:cNvCxnSpPr/>
              <p:nvPr/>
            </p:nvCxnSpPr>
            <p:spPr>
              <a:xfrm>
                <a:off x="1555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82" name="SCHEM_ellipse-0480"/>
              <p:cNvSpPr/>
              <p:nvPr/>
            </p:nvSpPr>
            <p:spPr>
              <a:xfrm>
                <a:off x="1692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83" name="SCHEM_line-0481"/>
              <p:cNvCxnSpPr/>
              <p:nvPr/>
            </p:nvCxnSpPr>
            <p:spPr>
              <a:xfrm>
                <a:off x="1720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84" name="SCHEM_ellipse-0482"/>
              <p:cNvSpPr/>
              <p:nvPr/>
            </p:nvSpPr>
            <p:spPr>
              <a:xfrm>
                <a:off x="1857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85" name="SCHEM_line-0483"/>
              <p:cNvCxnSpPr/>
              <p:nvPr/>
            </p:nvCxnSpPr>
            <p:spPr>
              <a:xfrm>
                <a:off x="1886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86" name="SCHEM_ellipse-0484"/>
              <p:cNvSpPr/>
              <p:nvPr/>
            </p:nvSpPr>
            <p:spPr>
              <a:xfrm>
                <a:off x="3384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87" name="SCHEM_ellipse-0485"/>
              <p:cNvSpPr/>
              <p:nvPr/>
            </p:nvSpPr>
            <p:spPr>
              <a:xfrm>
                <a:off x="5601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88" name="SCHEM_ellipse-0486"/>
              <p:cNvSpPr/>
              <p:nvPr/>
            </p:nvSpPr>
            <p:spPr>
              <a:xfrm>
                <a:off x="8856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89" name="SCHEM_ellipse-0487"/>
              <p:cNvSpPr/>
              <p:nvPr/>
            </p:nvSpPr>
            <p:spPr>
              <a:xfrm>
                <a:off x="11073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490" name="SCHEM_ellipse-0488"/>
              <p:cNvSpPr/>
              <p:nvPr/>
            </p:nvSpPr>
            <p:spPr>
              <a:xfrm>
                <a:off x="14328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491" name="SCHEM_ellipse-0489"/>
              <p:cNvSpPr/>
              <p:nvPr/>
            </p:nvSpPr>
            <p:spPr>
              <a:xfrm>
                <a:off x="16545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492" name="SCHEM_line-0490"/>
              <p:cNvCxnSpPr/>
              <p:nvPr/>
            </p:nvCxnSpPr>
            <p:spPr>
              <a:xfrm flipV="1">
                <a:off x="1101600" y="2995200"/>
                <a:ext cx="1" cy="316800"/>
              </a:xfrm>
              <a:prstGeom prst="line">
                <a:avLst/>
              </a:prstGeom>
              <a:noFill/>
              <a:ln w="360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493" name="SCHEM_line-0491"/>
              <p:cNvCxnSpPr/>
              <p:nvPr/>
            </p:nvCxnSpPr>
            <p:spPr>
              <a:xfrm>
                <a:off x="1224000" y="2980800"/>
                <a:ext cx="1" cy="345600"/>
              </a:xfrm>
              <a:prstGeom prst="line">
                <a:avLst/>
              </a:prstGeom>
              <a:noFill/>
              <a:ln w="360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494" name="SCHEM_rect-0492"/>
              <p:cNvSpPr/>
              <p:nvPr/>
            </p:nvSpPr>
            <p:spPr>
              <a:xfrm>
                <a:off x="2124000" y="2930400"/>
                <a:ext cx="1656000" cy="2232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495" name="SCHEM_ellipse-0493"/>
              <p:cNvSpPr/>
              <p:nvPr/>
            </p:nvSpPr>
            <p:spPr>
              <a:xfrm>
                <a:off x="2145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96" name="SCHEM_line-0494"/>
              <p:cNvCxnSpPr/>
              <p:nvPr/>
            </p:nvCxnSpPr>
            <p:spPr>
              <a:xfrm>
                <a:off x="2174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97" name="SCHEM_ellipse-0495"/>
              <p:cNvSpPr/>
              <p:nvPr/>
            </p:nvSpPr>
            <p:spPr>
              <a:xfrm>
                <a:off x="2311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498" name="SCHEM_line-0496"/>
              <p:cNvCxnSpPr/>
              <p:nvPr/>
            </p:nvCxnSpPr>
            <p:spPr>
              <a:xfrm>
                <a:off x="2340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499" name="SCHEM_ellipse-0497"/>
              <p:cNvSpPr/>
              <p:nvPr/>
            </p:nvSpPr>
            <p:spPr>
              <a:xfrm>
                <a:off x="2476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0" name="SCHEM_line-0498"/>
              <p:cNvCxnSpPr/>
              <p:nvPr/>
            </p:nvCxnSpPr>
            <p:spPr>
              <a:xfrm>
                <a:off x="2505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1" name="SCHEM_ellipse-0499"/>
              <p:cNvSpPr/>
              <p:nvPr/>
            </p:nvSpPr>
            <p:spPr>
              <a:xfrm>
                <a:off x="2642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2" name="SCHEM_line-0500"/>
              <p:cNvCxnSpPr/>
              <p:nvPr/>
            </p:nvCxnSpPr>
            <p:spPr>
              <a:xfrm>
                <a:off x="2671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3" name="SCHEM_ellipse-0501"/>
              <p:cNvSpPr/>
              <p:nvPr/>
            </p:nvSpPr>
            <p:spPr>
              <a:xfrm>
                <a:off x="2808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4" name="SCHEM_line-0502"/>
              <p:cNvCxnSpPr/>
              <p:nvPr/>
            </p:nvCxnSpPr>
            <p:spPr>
              <a:xfrm>
                <a:off x="2836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5" name="SCHEM_ellipse-0503"/>
              <p:cNvSpPr/>
              <p:nvPr/>
            </p:nvSpPr>
            <p:spPr>
              <a:xfrm>
                <a:off x="2973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6" name="SCHEM_line-0504"/>
              <p:cNvCxnSpPr/>
              <p:nvPr/>
            </p:nvCxnSpPr>
            <p:spPr>
              <a:xfrm>
                <a:off x="3002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7" name="SCHEM_ellipse-0505"/>
              <p:cNvSpPr/>
              <p:nvPr/>
            </p:nvSpPr>
            <p:spPr>
              <a:xfrm>
                <a:off x="3139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08" name="SCHEM_line-0506"/>
              <p:cNvCxnSpPr/>
              <p:nvPr/>
            </p:nvCxnSpPr>
            <p:spPr>
              <a:xfrm>
                <a:off x="3168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09" name="SCHEM_ellipse-0507"/>
              <p:cNvSpPr/>
              <p:nvPr/>
            </p:nvSpPr>
            <p:spPr>
              <a:xfrm>
                <a:off x="3304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0" name="SCHEM_line-0508"/>
              <p:cNvCxnSpPr/>
              <p:nvPr/>
            </p:nvCxnSpPr>
            <p:spPr>
              <a:xfrm>
                <a:off x="3333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1" name="SCHEM_ellipse-0509"/>
              <p:cNvSpPr/>
              <p:nvPr/>
            </p:nvSpPr>
            <p:spPr>
              <a:xfrm>
                <a:off x="3470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2" name="SCHEM_line-0510"/>
              <p:cNvCxnSpPr/>
              <p:nvPr/>
            </p:nvCxnSpPr>
            <p:spPr>
              <a:xfrm>
                <a:off x="3499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3" name="SCHEM_ellipse-0511"/>
              <p:cNvSpPr/>
              <p:nvPr/>
            </p:nvSpPr>
            <p:spPr>
              <a:xfrm>
                <a:off x="3636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4" name="SCHEM_line-0512"/>
              <p:cNvCxnSpPr/>
              <p:nvPr/>
            </p:nvCxnSpPr>
            <p:spPr>
              <a:xfrm>
                <a:off x="3664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5" name="SCHEM_ellipse-0513"/>
              <p:cNvSpPr/>
              <p:nvPr/>
            </p:nvSpPr>
            <p:spPr>
              <a:xfrm>
                <a:off x="2145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6" name="SCHEM_line-0514"/>
              <p:cNvCxnSpPr/>
              <p:nvPr/>
            </p:nvCxnSpPr>
            <p:spPr>
              <a:xfrm>
                <a:off x="2174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7" name="SCHEM_ellipse-0515"/>
              <p:cNvSpPr/>
              <p:nvPr/>
            </p:nvSpPr>
            <p:spPr>
              <a:xfrm>
                <a:off x="2311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18" name="SCHEM_line-0516"/>
              <p:cNvCxnSpPr/>
              <p:nvPr/>
            </p:nvCxnSpPr>
            <p:spPr>
              <a:xfrm>
                <a:off x="2340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19" name="SCHEM_ellipse-0517"/>
              <p:cNvSpPr/>
              <p:nvPr/>
            </p:nvSpPr>
            <p:spPr>
              <a:xfrm>
                <a:off x="2476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0" name="SCHEM_line-0518"/>
              <p:cNvCxnSpPr/>
              <p:nvPr/>
            </p:nvCxnSpPr>
            <p:spPr>
              <a:xfrm>
                <a:off x="2505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1" name="SCHEM_ellipse-0519"/>
              <p:cNvSpPr/>
              <p:nvPr/>
            </p:nvSpPr>
            <p:spPr>
              <a:xfrm>
                <a:off x="2642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2" name="SCHEM_line-0520"/>
              <p:cNvCxnSpPr/>
              <p:nvPr/>
            </p:nvCxnSpPr>
            <p:spPr>
              <a:xfrm>
                <a:off x="2671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3" name="SCHEM_ellipse-0521"/>
              <p:cNvSpPr/>
              <p:nvPr/>
            </p:nvSpPr>
            <p:spPr>
              <a:xfrm>
                <a:off x="2808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4" name="SCHEM_line-0522"/>
              <p:cNvCxnSpPr/>
              <p:nvPr/>
            </p:nvCxnSpPr>
            <p:spPr>
              <a:xfrm>
                <a:off x="2836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5" name="SCHEM_ellipse-0523"/>
              <p:cNvSpPr/>
              <p:nvPr/>
            </p:nvSpPr>
            <p:spPr>
              <a:xfrm>
                <a:off x="2973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6" name="SCHEM_line-0524"/>
              <p:cNvCxnSpPr/>
              <p:nvPr/>
            </p:nvCxnSpPr>
            <p:spPr>
              <a:xfrm>
                <a:off x="3002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7" name="SCHEM_ellipse-0525"/>
              <p:cNvSpPr/>
              <p:nvPr/>
            </p:nvSpPr>
            <p:spPr>
              <a:xfrm>
                <a:off x="3139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28" name="SCHEM_line-0526"/>
              <p:cNvCxnSpPr/>
              <p:nvPr/>
            </p:nvCxnSpPr>
            <p:spPr>
              <a:xfrm>
                <a:off x="3168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29" name="SCHEM_ellipse-0527"/>
              <p:cNvSpPr/>
              <p:nvPr/>
            </p:nvSpPr>
            <p:spPr>
              <a:xfrm>
                <a:off x="3304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30" name="SCHEM_line-0528"/>
              <p:cNvCxnSpPr/>
              <p:nvPr/>
            </p:nvCxnSpPr>
            <p:spPr>
              <a:xfrm>
                <a:off x="3333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31" name="SCHEM_ellipse-0529"/>
              <p:cNvSpPr/>
              <p:nvPr/>
            </p:nvSpPr>
            <p:spPr>
              <a:xfrm>
                <a:off x="3470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32" name="SCHEM_line-0530"/>
              <p:cNvCxnSpPr/>
              <p:nvPr/>
            </p:nvCxnSpPr>
            <p:spPr>
              <a:xfrm>
                <a:off x="3499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33" name="SCHEM_ellipse-0531"/>
              <p:cNvSpPr/>
              <p:nvPr/>
            </p:nvSpPr>
            <p:spPr>
              <a:xfrm>
                <a:off x="3636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34" name="SCHEM_line-0532"/>
              <p:cNvCxnSpPr/>
              <p:nvPr/>
            </p:nvCxnSpPr>
            <p:spPr>
              <a:xfrm>
                <a:off x="3664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35" name="SCHEM_ellipse-0533"/>
              <p:cNvSpPr/>
              <p:nvPr/>
            </p:nvSpPr>
            <p:spPr>
              <a:xfrm>
                <a:off x="21168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36" name="SCHEM_ellipse-0534"/>
              <p:cNvSpPr/>
              <p:nvPr/>
            </p:nvSpPr>
            <p:spPr>
              <a:xfrm>
                <a:off x="23385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37" name="SCHEM_ellipse-0535"/>
              <p:cNvSpPr/>
              <p:nvPr/>
            </p:nvSpPr>
            <p:spPr>
              <a:xfrm>
                <a:off x="26640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38" name="SCHEM_ellipse-0536"/>
              <p:cNvSpPr/>
              <p:nvPr/>
            </p:nvSpPr>
            <p:spPr>
              <a:xfrm>
                <a:off x="28857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39" name="SCHEM_ellipse-0537"/>
              <p:cNvSpPr/>
              <p:nvPr/>
            </p:nvSpPr>
            <p:spPr>
              <a:xfrm>
                <a:off x="32112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40" name="SCHEM_ellipse-0538"/>
              <p:cNvSpPr/>
              <p:nvPr/>
            </p:nvSpPr>
            <p:spPr>
              <a:xfrm>
                <a:off x="34329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541" name="SCHEM_line-0539"/>
              <p:cNvCxnSpPr/>
              <p:nvPr/>
            </p:nvCxnSpPr>
            <p:spPr>
              <a:xfrm flipV="1">
                <a:off x="2880000" y="2995200"/>
                <a:ext cx="1" cy="316800"/>
              </a:xfrm>
              <a:prstGeom prst="line">
                <a:avLst/>
              </a:prstGeom>
              <a:noFill/>
              <a:ln w="360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542" name="SCHEM_line-0540"/>
              <p:cNvCxnSpPr/>
              <p:nvPr/>
            </p:nvCxnSpPr>
            <p:spPr>
              <a:xfrm>
                <a:off x="3002400" y="2980800"/>
                <a:ext cx="1" cy="345600"/>
              </a:xfrm>
              <a:prstGeom prst="line">
                <a:avLst/>
              </a:prstGeom>
              <a:noFill/>
              <a:ln w="360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543" name="SCHEM_rect-0541"/>
              <p:cNvSpPr/>
              <p:nvPr/>
            </p:nvSpPr>
            <p:spPr>
              <a:xfrm>
                <a:off x="3945600" y="2930400"/>
                <a:ext cx="1656000" cy="2232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544" name="SCHEM_ellipse-0542"/>
              <p:cNvSpPr/>
              <p:nvPr/>
            </p:nvSpPr>
            <p:spPr>
              <a:xfrm>
                <a:off x="3967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45" name="SCHEM_line-0543"/>
              <p:cNvCxnSpPr/>
              <p:nvPr/>
            </p:nvCxnSpPr>
            <p:spPr>
              <a:xfrm>
                <a:off x="3996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46" name="SCHEM_ellipse-0544"/>
              <p:cNvSpPr/>
              <p:nvPr/>
            </p:nvSpPr>
            <p:spPr>
              <a:xfrm>
                <a:off x="4132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47" name="SCHEM_line-0545"/>
              <p:cNvCxnSpPr/>
              <p:nvPr/>
            </p:nvCxnSpPr>
            <p:spPr>
              <a:xfrm>
                <a:off x="4161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48" name="SCHEM_ellipse-0546"/>
              <p:cNvSpPr/>
              <p:nvPr/>
            </p:nvSpPr>
            <p:spPr>
              <a:xfrm>
                <a:off x="4298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49" name="SCHEM_line-0547"/>
              <p:cNvCxnSpPr/>
              <p:nvPr/>
            </p:nvCxnSpPr>
            <p:spPr>
              <a:xfrm>
                <a:off x="4327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0" name="SCHEM_ellipse-0548"/>
              <p:cNvSpPr/>
              <p:nvPr/>
            </p:nvSpPr>
            <p:spPr>
              <a:xfrm>
                <a:off x="4464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1" name="SCHEM_line-0549"/>
              <p:cNvCxnSpPr/>
              <p:nvPr/>
            </p:nvCxnSpPr>
            <p:spPr>
              <a:xfrm>
                <a:off x="4492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2" name="SCHEM_ellipse-0550"/>
              <p:cNvSpPr/>
              <p:nvPr/>
            </p:nvSpPr>
            <p:spPr>
              <a:xfrm>
                <a:off x="4629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3" name="SCHEM_line-0551"/>
              <p:cNvCxnSpPr/>
              <p:nvPr/>
            </p:nvCxnSpPr>
            <p:spPr>
              <a:xfrm>
                <a:off x="4658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4" name="SCHEM_ellipse-0552"/>
              <p:cNvSpPr/>
              <p:nvPr/>
            </p:nvSpPr>
            <p:spPr>
              <a:xfrm>
                <a:off x="4795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5" name="SCHEM_line-0553"/>
              <p:cNvCxnSpPr/>
              <p:nvPr/>
            </p:nvCxnSpPr>
            <p:spPr>
              <a:xfrm>
                <a:off x="4824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6" name="SCHEM_ellipse-0554"/>
              <p:cNvSpPr/>
              <p:nvPr/>
            </p:nvSpPr>
            <p:spPr>
              <a:xfrm>
                <a:off x="4960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7" name="SCHEM_line-0555"/>
              <p:cNvCxnSpPr/>
              <p:nvPr/>
            </p:nvCxnSpPr>
            <p:spPr>
              <a:xfrm>
                <a:off x="4989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58" name="SCHEM_ellipse-0556"/>
              <p:cNvSpPr/>
              <p:nvPr/>
            </p:nvSpPr>
            <p:spPr>
              <a:xfrm>
                <a:off x="5126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59" name="SCHEM_line-0557"/>
              <p:cNvCxnSpPr/>
              <p:nvPr/>
            </p:nvCxnSpPr>
            <p:spPr>
              <a:xfrm>
                <a:off x="5155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0" name="SCHEM_ellipse-0558"/>
              <p:cNvSpPr/>
              <p:nvPr/>
            </p:nvSpPr>
            <p:spPr>
              <a:xfrm>
                <a:off x="5292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1" name="SCHEM_line-0559"/>
              <p:cNvCxnSpPr/>
              <p:nvPr/>
            </p:nvCxnSpPr>
            <p:spPr>
              <a:xfrm>
                <a:off x="5320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2" name="SCHEM_ellipse-0560"/>
              <p:cNvSpPr/>
              <p:nvPr/>
            </p:nvSpPr>
            <p:spPr>
              <a:xfrm>
                <a:off x="5457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3" name="SCHEM_line-0561"/>
              <p:cNvCxnSpPr/>
              <p:nvPr/>
            </p:nvCxnSpPr>
            <p:spPr>
              <a:xfrm>
                <a:off x="5486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4" name="SCHEM_ellipse-0562"/>
              <p:cNvSpPr/>
              <p:nvPr/>
            </p:nvSpPr>
            <p:spPr>
              <a:xfrm>
                <a:off x="3967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5" name="SCHEM_line-0563"/>
              <p:cNvCxnSpPr/>
              <p:nvPr/>
            </p:nvCxnSpPr>
            <p:spPr>
              <a:xfrm>
                <a:off x="3996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6" name="SCHEM_ellipse-0564"/>
              <p:cNvSpPr/>
              <p:nvPr/>
            </p:nvSpPr>
            <p:spPr>
              <a:xfrm>
                <a:off x="4132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7" name="SCHEM_line-0565"/>
              <p:cNvCxnSpPr/>
              <p:nvPr/>
            </p:nvCxnSpPr>
            <p:spPr>
              <a:xfrm>
                <a:off x="4161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68" name="SCHEM_ellipse-0566"/>
              <p:cNvSpPr/>
              <p:nvPr/>
            </p:nvSpPr>
            <p:spPr>
              <a:xfrm>
                <a:off x="4298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69" name="SCHEM_line-0567"/>
              <p:cNvCxnSpPr/>
              <p:nvPr/>
            </p:nvCxnSpPr>
            <p:spPr>
              <a:xfrm>
                <a:off x="4327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0" name="SCHEM_ellipse-0568"/>
              <p:cNvSpPr/>
              <p:nvPr/>
            </p:nvSpPr>
            <p:spPr>
              <a:xfrm>
                <a:off x="4464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1" name="SCHEM_line-0569"/>
              <p:cNvCxnSpPr/>
              <p:nvPr/>
            </p:nvCxnSpPr>
            <p:spPr>
              <a:xfrm>
                <a:off x="4492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2" name="SCHEM_ellipse-0570"/>
              <p:cNvSpPr/>
              <p:nvPr/>
            </p:nvSpPr>
            <p:spPr>
              <a:xfrm>
                <a:off x="4629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3" name="SCHEM_line-0571"/>
              <p:cNvCxnSpPr/>
              <p:nvPr/>
            </p:nvCxnSpPr>
            <p:spPr>
              <a:xfrm>
                <a:off x="4658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4" name="SCHEM_ellipse-0572"/>
              <p:cNvSpPr/>
              <p:nvPr/>
            </p:nvSpPr>
            <p:spPr>
              <a:xfrm>
                <a:off x="4795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5" name="SCHEM_line-0573"/>
              <p:cNvCxnSpPr/>
              <p:nvPr/>
            </p:nvCxnSpPr>
            <p:spPr>
              <a:xfrm>
                <a:off x="4824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6" name="SCHEM_ellipse-0574"/>
              <p:cNvSpPr/>
              <p:nvPr/>
            </p:nvSpPr>
            <p:spPr>
              <a:xfrm>
                <a:off x="4960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7" name="SCHEM_line-0575"/>
              <p:cNvCxnSpPr/>
              <p:nvPr/>
            </p:nvCxnSpPr>
            <p:spPr>
              <a:xfrm>
                <a:off x="4989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78" name="SCHEM_ellipse-0576"/>
              <p:cNvSpPr/>
              <p:nvPr/>
            </p:nvSpPr>
            <p:spPr>
              <a:xfrm>
                <a:off x="5126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79" name="SCHEM_line-0577"/>
              <p:cNvCxnSpPr/>
              <p:nvPr/>
            </p:nvCxnSpPr>
            <p:spPr>
              <a:xfrm>
                <a:off x="5155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80" name="SCHEM_ellipse-0578"/>
              <p:cNvSpPr/>
              <p:nvPr/>
            </p:nvSpPr>
            <p:spPr>
              <a:xfrm>
                <a:off x="5292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81" name="SCHEM_line-0579"/>
              <p:cNvCxnSpPr/>
              <p:nvPr/>
            </p:nvCxnSpPr>
            <p:spPr>
              <a:xfrm>
                <a:off x="5320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82" name="SCHEM_ellipse-0580"/>
              <p:cNvSpPr/>
              <p:nvPr/>
            </p:nvSpPr>
            <p:spPr>
              <a:xfrm>
                <a:off x="5457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83" name="SCHEM_line-0581"/>
              <p:cNvCxnSpPr/>
              <p:nvPr/>
            </p:nvCxnSpPr>
            <p:spPr>
              <a:xfrm>
                <a:off x="5486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84" name="SCHEM_ellipse-0582"/>
              <p:cNvSpPr/>
              <p:nvPr/>
            </p:nvSpPr>
            <p:spPr>
              <a:xfrm>
                <a:off x="39384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85" name="SCHEM_ellipse-0583"/>
              <p:cNvSpPr/>
              <p:nvPr/>
            </p:nvSpPr>
            <p:spPr>
              <a:xfrm>
                <a:off x="41601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86" name="SCHEM_ellipse-0584"/>
              <p:cNvSpPr/>
              <p:nvPr/>
            </p:nvSpPr>
            <p:spPr>
              <a:xfrm>
                <a:off x="44856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87" name="SCHEM_ellipse-0585"/>
              <p:cNvSpPr/>
              <p:nvPr/>
            </p:nvSpPr>
            <p:spPr>
              <a:xfrm>
                <a:off x="47073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588" name="SCHEM_ellipse-0586"/>
              <p:cNvSpPr/>
              <p:nvPr/>
            </p:nvSpPr>
            <p:spPr>
              <a:xfrm>
                <a:off x="50328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589" name="SCHEM_ellipse-0587"/>
              <p:cNvSpPr/>
              <p:nvPr/>
            </p:nvSpPr>
            <p:spPr>
              <a:xfrm>
                <a:off x="52545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590" name="SCHEM_line-0588"/>
              <p:cNvCxnSpPr/>
              <p:nvPr/>
            </p:nvCxnSpPr>
            <p:spPr>
              <a:xfrm flipV="1">
                <a:off x="4701600" y="2995200"/>
                <a:ext cx="1" cy="316800"/>
              </a:xfrm>
              <a:prstGeom prst="line">
                <a:avLst/>
              </a:prstGeom>
              <a:noFill/>
              <a:ln w="360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591" name="SCHEM_line-0589"/>
              <p:cNvCxnSpPr/>
              <p:nvPr/>
            </p:nvCxnSpPr>
            <p:spPr>
              <a:xfrm>
                <a:off x="4824000" y="2980800"/>
                <a:ext cx="1" cy="345600"/>
              </a:xfrm>
              <a:prstGeom prst="line">
                <a:avLst/>
              </a:prstGeom>
              <a:noFill/>
              <a:ln w="360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592" name="SCHEM_rect-0590"/>
              <p:cNvSpPr/>
              <p:nvPr/>
            </p:nvSpPr>
            <p:spPr>
              <a:xfrm>
                <a:off x="5760000" y="2930400"/>
                <a:ext cx="1656000" cy="2232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593" name="SCHEM_ellipse-0591"/>
              <p:cNvSpPr/>
              <p:nvPr/>
            </p:nvSpPr>
            <p:spPr>
              <a:xfrm>
                <a:off x="5781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94" name="SCHEM_line-0592"/>
              <p:cNvCxnSpPr/>
              <p:nvPr/>
            </p:nvCxnSpPr>
            <p:spPr>
              <a:xfrm>
                <a:off x="5810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95" name="SCHEM_ellipse-0593"/>
              <p:cNvSpPr/>
              <p:nvPr/>
            </p:nvSpPr>
            <p:spPr>
              <a:xfrm>
                <a:off x="5947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96" name="SCHEM_line-0594"/>
              <p:cNvCxnSpPr/>
              <p:nvPr/>
            </p:nvCxnSpPr>
            <p:spPr>
              <a:xfrm>
                <a:off x="5976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97" name="SCHEM_ellipse-0595"/>
              <p:cNvSpPr/>
              <p:nvPr/>
            </p:nvSpPr>
            <p:spPr>
              <a:xfrm>
                <a:off x="6112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598" name="SCHEM_line-0596"/>
              <p:cNvCxnSpPr/>
              <p:nvPr/>
            </p:nvCxnSpPr>
            <p:spPr>
              <a:xfrm>
                <a:off x="6141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599" name="SCHEM_ellipse-0597"/>
              <p:cNvSpPr/>
              <p:nvPr/>
            </p:nvSpPr>
            <p:spPr>
              <a:xfrm>
                <a:off x="6278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0" name="SCHEM_line-0598"/>
              <p:cNvCxnSpPr/>
              <p:nvPr/>
            </p:nvCxnSpPr>
            <p:spPr>
              <a:xfrm>
                <a:off x="6307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1" name="SCHEM_ellipse-0599"/>
              <p:cNvSpPr/>
              <p:nvPr/>
            </p:nvSpPr>
            <p:spPr>
              <a:xfrm>
                <a:off x="6444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2" name="SCHEM_line-0600"/>
              <p:cNvCxnSpPr/>
              <p:nvPr/>
            </p:nvCxnSpPr>
            <p:spPr>
              <a:xfrm>
                <a:off x="6472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3" name="SCHEM_ellipse-0601"/>
              <p:cNvSpPr/>
              <p:nvPr/>
            </p:nvSpPr>
            <p:spPr>
              <a:xfrm>
                <a:off x="66096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4" name="SCHEM_line-0602"/>
              <p:cNvCxnSpPr/>
              <p:nvPr/>
            </p:nvCxnSpPr>
            <p:spPr>
              <a:xfrm>
                <a:off x="66384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5" name="SCHEM_ellipse-0603"/>
              <p:cNvSpPr/>
              <p:nvPr/>
            </p:nvSpPr>
            <p:spPr>
              <a:xfrm>
                <a:off x="67752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6" name="SCHEM_line-0604"/>
              <p:cNvCxnSpPr/>
              <p:nvPr/>
            </p:nvCxnSpPr>
            <p:spPr>
              <a:xfrm>
                <a:off x="68040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7" name="SCHEM_ellipse-0605"/>
              <p:cNvSpPr/>
              <p:nvPr/>
            </p:nvSpPr>
            <p:spPr>
              <a:xfrm>
                <a:off x="69408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08" name="SCHEM_line-0606"/>
              <p:cNvCxnSpPr/>
              <p:nvPr/>
            </p:nvCxnSpPr>
            <p:spPr>
              <a:xfrm>
                <a:off x="69696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09" name="SCHEM_ellipse-0607"/>
              <p:cNvSpPr/>
              <p:nvPr/>
            </p:nvSpPr>
            <p:spPr>
              <a:xfrm>
                <a:off x="71064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0" name="SCHEM_line-0608"/>
              <p:cNvCxnSpPr/>
              <p:nvPr/>
            </p:nvCxnSpPr>
            <p:spPr>
              <a:xfrm>
                <a:off x="71352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1" name="SCHEM_ellipse-0609"/>
              <p:cNvSpPr/>
              <p:nvPr/>
            </p:nvSpPr>
            <p:spPr>
              <a:xfrm>
                <a:off x="7272000" y="29520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2" name="SCHEM_line-0610"/>
              <p:cNvCxnSpPr/>
              <p:nvPr/>
            </p:nvCxnSpPr>
            <p:spPr>
              <a:xfrm>
                <a:off x="7300800" y="29664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3" name="SCHEM_ellipse-0611"/>
              <p:cNvSpPr/>
              <p:nvPr/>
            </p:nvSpPr>
            <p:spPr>
              <a:xfrm>
                <a:off x="5781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4" name="SCHEM_line-0612"/>
              <p:cNvCxnSpPr/>
              <p:nvPr/>
            </p:nvCxnSpPr>
            <p:spPr>
              <a:xfrm>
                <a:off x="5810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5" name="SCHEM_ellipse-0613"/>
              <p:cNvSpPr/>
              <p:nvPr/>
            </p:nvSpPr>
            <p:spPr>
              <a:xfrm>
                <a:off x="5947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6" name="SCHEM_line-0614"/>
              <p:cNvCxnSpPr/>
              <p:nvPr/>
            </p:nvCxnSpPr>
            <p:spPr>
              <a:xfrm>
                <a:off x="5976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7" name="SCHEM_ellipse-0615"/>
              <p:cNvSpPr/>
              <p:nvPr/>
            </p:nvSpPr>
            <p:spPr>
              <a:xfrm>
                <a:off x="6112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18" name="SCHEM_line-0616"/>
              <p:cNvCxnSpPr/>
              <p:nvPr/>
            </p:nvCxnSpPr>
            <p:spPr>
              <a:xfrm>
                <a:off x="6141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19" name="SCHEM_ellipse-0617"/>
              <p:cNvSpPr/>
              <p:nvPr/>
            </p:nvSpPr>
            <p:spPr>
              <a:xfrm>
                <a:off x="6278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0" name="SCHEM_line-0618"/>
              <p:cNvCxnSpPr/>
              <p:nvPr/>
            </p:nvCxnSpPr>
            <p:spPr>
              <a:xfrm>
                <a:off x="6307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1" name="SCHEM_ellipse-0619"/>
              <p:cNvSpPr/>
              <p:nvPr/>
            </p:nvSpPr>
            <p:spPr>
              <a:xfrm>
                <a:off x="6444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2" name="SCHEM_line-0620"/>
              <p:cNvCxnSpPr/>
              <p:nvPr/>
            </p:nvCxnSpPr>
            <p:spPr>
              <a:xfrm>
                <a:off x="6472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3" name="SCHEM_ellipse-0621"/>
              <p:cNvSpPr/>
              <p:nvPr/>
            </p:nvSpPr>
            <p:spPr>
              <a:xfrm>
                <a:off x="66096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4" name="SCHEM_line-0622"/>
              <p:cNvCxnSpPr/>
              <p:nvPr/>
            </p:nvCxnSpPr>
            <p:spPr>
              <a:xfrm>
                <a:off x="66384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5" name="SCHEM_ellipse-0623"/>
              <p:cNvSpPr/>
              <p:nvPr/>
            </p:nvSpPr>
            <p:spPr>
              <a:xfrm>
                <a:off x="67752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6" name="SCHEM_line-0624"/>
              <p:cNvCxnSpPr/>
              <p:nvPr/>
            </p:nvCxnSpPr>
            <p:spPr>
              <a:xfrm>
                <a:off x="68040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7" name="SCHEM_ellipse-0625"/>
              <p:cNvSpPr/>
              <p:nvPr/>
            </p:nvSpPr>
            <p:spPr>
              <a:xfrm>
                <a:off x="69408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28" name="SCHEM_line-0626"/>
              <p:cNvCxnSpPr/>
              <p:nvPr/>
            </p:nvCxnSpPr>
            <p:spPr>
              <a:xfrm>
                <a:off x="69696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29" name="SCHEM_ellipse-0627"/>
              <p:cNvSpPr/>
              <p:nvPr/>
            </p:nvSpPr>
            <p:spPr>
              <a:xfrm>
                <a:off x="71064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30" name="SCHEM_line-0628"/>
              <p:cNvCxnSpPr/>
              <p:nvPr/>
            </p:nvCxnSpPr>
            <p:spPr>
              <a:xfrm>
                <a:off x="71352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31" name="SCHEM_ellipse-0629"/>
              <p:cNvSpPr/>
              <p:nvPr/>
            </p:nvSpPr>
            <p:spPr>
              <a:xfrm>
                <a:off x="7272000" y="3063600"/>
                <a:ext cx="122400" cy="756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632" name="SCHEM_line-0630"/>
              <p:cNvCxnSpPr/>
              <p:nvPr/>
            </p:nvCxnSpPr>
            <p:spPr>
              <a:xfrm>
                <a:off x="7300800" y="3078000"/>
                <a:ext cx="57600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633" name="SCHEM_ellipse-0631"/>
              <p:cNvSpPr/>
              <p:nvPr/>
            </p:nvSpPr>
            <p:spPr>
              <a:xfrm>
                <a:off x="57528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34" name="SCHEM_ellipse-0632"/>
              <p:cNvSpPr/>
              <p:nvPr/>
            </p:nvSpPr>
            <p:spPr>
              <a:xfrm>
                <a:off x="59745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35" name="SCHEM_ellipse-0633"/>
              <p:cNvSpPr/>
              <p:nvPr/>
            </p:nvSpPr>
            <p:spPr>
              <a:xfrm>
                <a:off x="63000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36" name="SCHEM_ellipse-0634"/>
              <p:cNvSpPr/>
              <p:nvPr/>
            </p:nvSpPr>
            <p:spPr>
              <a:xfrm>
                <a:off x="65217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637" name="SCHEM_ellipse-0635"/>
              <p:cNvSpPr/>
              <p:nvPr/>
            </p:nvSpPr>
            <p:spPr>
              <a:xfrm>
                <a:off x="6847200" y="3153600"/>
                <a:ext cx="576000" cy="1872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638" name="SCHEM_ellipse-0636"/>
              <p:cNvSpPr/>
              <p:nvPr/>
            </p:nvSpPr>
            <p:spPr>
              <a:xfrm>
                <a:off x="7068960" y="3214440"/>
                <a:ext cx="149760" cy="6552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639" name="SCHEM_line-0637"/>
              <p:cNvCxnSpPr/>
              <p:nvPr/>
            </p:nvCxnSpPr>
            <p:spPr>
              <a:xfrm flipV="1">
                <a:off x="6516000" y="2995200"/>
                <a:ext cx="1" cy="316800"/>
              </a:xfrm>
              <a:prstGeom prst="line">
                <a:avLst/>
              </a:prstGeom>
              <a:noFill/>
              <a:ln w="360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640" name="SCHEM_line-0638"/>
              <p:cNvCxnSpPr/>
              <p:nvPr/>
            </p:nvCxnSpPr>
            <p:spPr>
              <a:xfrm>
                <a:off x="6638400" y="2980800"/>
                <a:ext cx="1" cy="345600"/>
              </a:xfrm>
              <a:prstGeom prst="line">
                <a:avLst/>
              </a:prstGeom>
              <a:noFill/>
              <a:ln w="360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641" name="SCHEM_rect-0639"/>
              <p:cNvSpPr/>
              <p:nvPr/>
            </p:nvSpPr>
            <p:spPr>
              <a:xfrm>
                <a:off x="2232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2" name="SCHEM_rect-0640"/>
              <p:cNvSpPr/>
              <p:nvPr/>
            </p:nvSpPr>
            <p:spPr>
              <a:xfrm>
                <a:off x="20016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3" name="SCHEM_rect-0641"/>
              <p:cNvSpPr/>
              <p:nvPr/>
            </p:nvSpPr>
            <p:spPr>
              <a:xfrm>
                <a:off x="38232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4" name="SCHEM_rect-0642"/>
              <p:cNvSpPr/>
              <p:nvPr/>
            </p:nvSpPr>
            <p:spPr>
              <a:xfrm>
                <a:off x="56376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45" name="SCHEM_rect-0643"/>
              <p:cNvSpPr/>
              <p:nvPr/>
            </p:nvSpPr>
            <p:spPr>
              <a:xfrm>
                <a:off x="7430400" y="1166400"/>
                <a:ext cx="115200" cy="2210400"/>
              </a:xfrm>
              <a:prstGeom prst="rect">
                <a:avLst/>
              </a:prstGeom>
              <a:gradFill rotWithShape="1">
                <a:gsLst>
                  <a:gs pos="0">
                    <a:srgbClr val="DADDD8"/>
                  </a:gs>
                  <a:gs pos="100000">
                    <a:srgbClr val="B1B7B3"/>
                  </a:gs>
                </a:gsLst>
                <a:lin ang="5400000" scaled="1"/>
              </a:gradFill>
              <a:ln w="864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646" name="SCHEM_text-0644"/>
            <p:cNvSpPr txBox="1"/>
            <p:nvPr/>
          </p:nvSpPr>
          <p:spPr>
            <a:xfrm>
              <a:off x="921600" y="972000"/>
              <a:ext cx="129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Heart</a:t>
              </a:r>
              <a:endParaRPr lang="en-US" sz="1531"/>
            </a:p>
          </p:txBody>
        </p:sp>
        <p:sp>
          <p:nvSpPr>
            <p:cNvPr id="647" name="SCHEM_text-0645"/>
            <p:cNvSpPr txBox="1"/>
            <p:nvPr/>
          </p:nvSpPr>
          <p:spPr>
            <a:xfrm>
              <a:off x="2779200" y="972000"/>
              <a:ext cx="129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Liver</a:t>
              </a:r>
              <a:endParaRPr lang="en-US" sz="1531"/>
            </a:p>
          </p:txBody>
        </p:sp>
        <p:sp>
          <p:nvSpPr>
            <p:cNvPr id="648" name="SCHEM_text-0646"/>
            <p:cNvSpPr txBox="1"/>
            <p:nvPr/>
          </p:nvSpPr>
          <p:spPr>
            <a:xfrm>
              <a:off x="4579200" y="972000"/>
              <a:ext cx="129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Bone</a:t>
              </a:r>
              <a:endParaRPr lang="en-US" sz="1531"/>
            </a:p>
          </p:txBody>
        </p:sp>
        <p:sp>
          <p:nvSpPr>
            <p:cNvPr id="649" name="SCHEM_text-0647"/>
            <p:cNvSpPr txBox="1"/>
            <p:nvPr/>
          </p:nvSpPr>
          <p:spPr>
            <a:xfrm>
              <a:off x="6494400" y="1296000"/>
              <a:ext cx="108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Air</a:t>
              </a:r>
              <a:endParaRPr lang="en-US" sz="1531"/>
            </a:p>
          </p:txBody>
        </p:sp>
        <p:sp>
          <p:nvSpPr>
            <p:cNvPr id="650" name="SCHEM_text-0648"/>
            <p:cNvSpPr txBox="1"/>
            <p:nvPr/>
          </p:nvSpPr>
          <p:spPr>
            <a:xfrm>
              <a:off x="6408000" y="3873600"/>
              <a:ext cx="1368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Vascular medium</a:t>
              </a:r>
              <a:endParaRPr lang="en-US" sz="1247"/>
            </a:p>
          </p:txBody>
        </p:sp>
        <p:sp>
          <p:nvSpPr>
            <p:cNvPr id="651" name="SCHEM_text-0649"/>
            <p:cNvSpPr txBox="1"/>
            <p:nvPr/>
          </p:nvSpPr>
          <p:spPr>
            <a:xfrm>
              <a:off x="2203200" y="4262400"/>
              <a:ext cx="2196000" cy="2498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Exosome transport</a:t>
              </a:r>
              <a:endParaRPr lang="en-US" sz="1247"/>
            </a:p>
          </p:txBody>
        </p:sp>
        <p:cxnSp>
          <p:nvCxnSpPr>
            <p:cNvPr id="652" name="SCHEM_line-0650"/>
            <p:cNvCxnSpPr/>
            <p:nvPr/>
          </p:nvCxnSpPr>
          <p:spPr>
            <a:xfrm flipH="1" flipV="1">
              <a:off x="1843200" y="3924000"/>
              <a:ext cx="324000" cy="3528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653" name="SCHEM_ellipse-0651"/>
            <p:cNvSpPr/>
            <p:nvPr/>
          </p:nvSpPr>
          <p:spPr>
            <a:xfrm>
              <a:off x="1821600" y="3902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grpSp>
          <p:nvGrpSpPr>
            <p:cNvPr id="654" name="SCHEM_external-pump"/>
            <p:cNvGrpSpPr/>
            <p:nvPr/>
          </p:nvGrpSpPr>
          <p:grpSpPr>
            <a:xfrm>
              <a:off x="3384000" y="4903200"/>
              <a:ext cx="986400" cy="835200"/>
              <a:chOff x="3384000" y="4903200"/>
              <a:chExt cx="986400" cy="835200"/>
            </a:xfrm>
          </p:grpSpPr>
          <p:sp>
            <p:nvSpPr>
              <p:cNvPr id="655" name="SCHEM_path-0653"/>
              <p:cNvSpPr/>
              <p:nvPr/>
            </p:nvSpPr>
            <p:spPr>
              <a:xfrm>
                <a:off x="3384000" y="4903200"/>
                <a:ext cx="878400" cy="835200"/>
              </a:xfrm>
              <a:custGeom>
                <a:avLst/>
                <a:gdLst/>
                <a:ahLst/>
                <a:cxnLst/>
                <a:rect l="0" t="0" r="r" b="b"/>
                <a:pathLst>
                  <a:path w="878400" h="835200">
                    <a:moveTo>
                      <a:pt x="0" y="237600"/>
                    </a:moveTo>
                    <a:cubicBezTo>
                      <a:pt x="0" y="79200"/>
                      <a:pt x="64800" y="0"/>
                      <a:pt x="201600" y="0"/>
                    </a:cubicBezTo>
                    <a:lnTo>
                      <a:pt x="720000" y="0"/>
                    </a:lnTo>
                    <a:cubicBezTo>
                      <a:pt x="820800" y="0"/>
                      <a:pt x="878400" y="57600"/>
                      <a:pt x="878400" y="180000"/>
                    </a:cubicBezTo>
                    <a:lnTo>
                      <a:pt x="878400" y="662400"/>
                    </a:lnTo>
                    <a:cubicBezTo>
                      <a:pt x="878400" y="770400"/>
                      <a:pt x="813600" y="835200"/>
                      <a:pt x="712800" y="835200"/>
                    </a:cubicBezTo>
                    <a:lnTo>
                      <a:pt x="180000" y="835200"/>
                    </a:lnTo>
                    <a:cubicBezTo>
                      <a:pt x="57600" y="835200"/>
                      <a:pt x="0" y="756000"/>
                      <a:pt x="0" y="662400"/>
                    </a:cubicBezTo>
                    <a:close/>
                  </a:path>
                </a:pathLst>
              </a:custGeom>
              <a:solidFill>
                <a:srgbClr val="CDCFCC"/>
              </a:solidFill>
              <a:ln w="108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56" name="SCHEM_ellipse-0654"/>
              <p:cNvSpPr/>
              <p:nvPr/>
            </p:nvSpPr>
            <p:spPr>
              <a:xfrm>
                <a:off x="3499200" y="5076000"/>
                <a:ext cx="604800" cy="576000"/>
              </a:xfrm>
              <a:prstGeom prst="ellipse">
                <a:avLst/>
              </a:prstGeom>
              <a:solidFill>
                <a:srgbClr val="EBECE7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657" name="SCHEM_ellipse-0655"/>
              <p:cNvSpPr/>
              <p:nvPr/>
            </p:nvSpPr>
            <p:spPr>
              <a:xfrm>
                <a:off x="3528000" y="5104800"/>
                <a:ext cx="547200" cy="518400"/>
              </a:xfrm>
              <a:prstGeom prst="ellipse">
                <a:avLst/>
              </a:prstGeom>
              <a:solidFill>
                <a:srgbClr val="D0D4D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658" name="SCHEM_line-0656"/>
              <p:cNvCxnSpPr/>
              <p:nvPr/>
            </p:nvCxnSpPr>
            <p:spPr>
              <a:xfrm flipV="1">
                <a:off x="3801600" y="5184000"/>
                <a:ext cx="1" cy="187200"/>
              </a:xfrm>
              <a:prstGeom prst="line">
                <a:avLst/>
              </a:prstGeom>
              <a:noFill/>
              <a:ln w="72000" cap="flat">
                <a:solidFill>
                  <a:srgbClr val="858C85"/>
                </a:solidFill>
              </a:ln>
              <a:effectLst/>
            </p:spPr>
          </p:cxnSp>
          <p:sp>
            <p:nvSpPr>
              <p:cNvPr id="659" name="SCHEM_ellipse-0657"/>
              <p:cNvSpPr/>
              <p:nvPr/>
            </p:nvSpPr>
            <p:spPr>
              <a:xfrm>
                <a:off x="3736800" y="5112000"/>
                <a:ext cx="129600" cy="144000"/>
              </a:xfrm>
              <a:prstGeom prst="ellipse">
                <a:avLst/>
              </a:prstGeom>
              <a:solidFill>
                <a:srgbClr val="B7C0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660" name="SCHEM_line-0658"/>
              <p:cNvCxnSpPr/>
              <p:nvPr/>
            </p:nvCxnSpPr>
            <p:spPr>
              <a:xfrm flipH="1">
                <a:off x="3650400" y="5371200"/>
                <a:ext cx="151200" cy="108000"/>
              </a:xfrm>
              <a:prstGeom prst="line">
                <a:avLst/>
              </a:prstGeom>
              <a:noFill/>
              <a:ln w="72000" cap="flat">
                <a:solidFill>
                  <a:srgbClr val="858C85"/>
                </a:solidFill>
              </a:ln>
              <a:effectLst/>
            </p:spPr>
          </p:cxnSp>
          <p:sp>
            <p:nvSpPr>
              <p:cNvPr id="661" name="SCHEM_ellipse-0659"/>
              <p:cNvSpPr/>
              <p:nvPr/>
            </p:nvSpPr>
            <p:spPr>
              <a:xfrm>
                <a:off x="3585600" y="5407200"/>
                <a:ext cx="129600" cy="144000"/>
              </a:xfrm>
              <a:prstGeom prst="ellipse">
                <a:avLst/>
              </a:prstGeom>
              <a:solidFill>
                <a:srgbClr val="B7C0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662" name="SCHEM_line-0660"/>
              <p:cNvCxnSpPr/>
              <p:nvPr/>
            </p:nvCxnSpPr>
            <p:spPr>
              <a:xfrm>
                <a:off x="3801600" y="5371200"/>
                <a:ext cx="158400" cy="108000"/>
              </a:xfrm>
              <a:prstGeom prst="line">
                <a:avLst/>
              </a:prstGeom>
              <a:noFill/>
              <a:ln w="72000" cap="flat">
                <a:solidFill>
                  <a:srgbClr val="858C85"/>
                </a:solidFill>
              </a:ln>
              <a:effectLst/>
            </p:spPr>
          </p:cxnSp>
          <p:sp>
            <p:nvSpPr>
              <p:cNvPr id="663" name="SCHEM_ellipse-0661"/>
              <p:cNvSpPr/>
              <p:nvPr/>
            </p:nvSpPr>
            <p:spPr>
              <a:xfrm>
                <a:off x="3895200" y="5407200"/>
                <a:ext cx="129600" cy="144000"/>
              </a:xfrm>
              <a:prstGeom prst="ellipse">
                <a:avLst/>
              </a:prstGeom>
              <a:solidFill>
                <a:srgbClr val="B7C0B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64" name="SCHEM_ellipse-0662"/>
              <p:cNvSpPr/>
              <p:nvPr/>
            </p:nvSpPr>
            <p:spPr>
              <a:xfrm>
                <a:off x="3729600" y="5299200"/>
                <a:ext cx="144000" cy="144000"/>
              </a:xfrm>
              <a:prstGeom prst="ellipse">
                <a:avLst/>
              </a:prstGeom>
              <a:solidFill>
                <a:srgbClr val="BEC6BC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65" name="SCHEM_rect-0663"/>
              <p:cNvSpPr/>
              <p:nvPr/>
            </p:nvSpPr>
            <p:spPr>
              <a:xfrm>
                <a:off x="4262400" y="5306400"/>
                <a:ext cx="108000" cy="165600"/>
              </a:xfrm>
              <a:prstGeom prst="rect">
                <a:avLst/>
              </a:prstGeom>
              <a:solidFill>
                <a:srgbClr val="9CA59C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666" name="SCHEM_text-0664"/>
            <p:cNvSpPr txBox="1"/>
            <p:nvPr/>
          </p:nvSpPr>
          <p:spPr>
            <a:xfrm>
              <a:off x="3254400" y="5803200"/>
              <a:ext cx="201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External pump</a:t>
              </a:r>
              <a:endParaRPr lang="en-US" sz="1531"/>
            </a:p>
          </p:txBody>
        </p:sp>
        <p:grpSp>
          <p:nvGrpSpPr>
            <p:cNvPr id="667" name="SCHEM_reservoir"/>
            <p:cNvGrpSpPr/>
            <p:nvPr/>
          </p:nvGrpSpPr>
          <p:grpSpPr>
            <a:xfrm>
              <a:off x="6523200" y="4600800"/>
              <a:ext cx="950400" cy="1180800"/>
              <a:chOff x="6523200" y="4600800"/>
              <a:chExt cx="950400" cy="1180800"/>
            </a:xfrm>
          </p:grpSpPr>
          <p:sp>
            <p:nvSpPr>
              <p:cNvPr id="668" name="SCHEM_path-0666"/>
              <p:cNvSpPr/>
              <p:nvPr/>
            </p:nvSpPr>
            <p:spPr>
              <a:xfrm>
                <a:off x="6523200" y="4687200"/>
                <a:ext cx="950400" cy="1094400"/>
              </a:xfrm>
              <a:custGeom>
                <a:avLst/>
                <a:gdLst/>
                <a:ahLst/>
                <a:cxnLst/>
                <a:rect l="0" t="0" r="r" b="b"/>
                <a:pathLst>
                  <a:path w="950400" h="1094400">
                    <a:moveTo>
                      <a:pt x="0" y="223200"/>
                    </a:moveTo>
                    <a:lnTo>
                      <a:pt x="158400" y="122400"/>
                    </a:lnTo>
                    <a:lnTo>
                      <a:pt x="158400" y="0"/>
                    </a:lnTo>
                    <a:lnTo>
                      <a:pt x="792000" y="0"/>
                    </a:lnTo>
                    <a:lnTo>
                      <a:pt x="792000" y="122400"/>
                    </a:lnTo>
                    <a:lnTo>
                      <a:pt x="950400" y="223200"/>
                    </a:lnTo>
                    <a:lnTo>
                      <a:pt x="950400" y="921600"/>
                    </a:lnTo>
                    <a:cubicBezTo>
                      <a:pt x="950400" y="1094400"/>
                      <a:pt x="0" y="1094400"/>
                      <a:pt x="0" y="921600"/>
                    </a:cubicBezTo>
                    <a:close/>
                  </a:path>
                </a:pathLst>
              </a:custGeom>
              <a:solidFill>
                <a:srgbClr val="E3E9E6"/>
              </a:solidFill>
              <a:ln w="10080" cap="flat">
                <a:solidFill>
                  <a:srgbClr val="292929"/>
                </a:solidFill>
              </a:ln>
              <a:effectLst/>
            </p:spPr>
          </p:sp>
          <p:sp>
            <p:nvSpPr>
              <p:cNvPr id="669" name="SCHEM_path-0667"/>
              <p:cNvSpPr/>
              <p:nvPr/>
            </p:nvSpPr>
            <p:spPr>
              <a:xfrm>
                <a:off x="6537600" y="5018400"/>
                <a:ext cx="921600" cy="727200"/>
              </a:xfrm>
              <a:custGeom>
                <a:avLst/>
                <a:gdLst/>
                <a:ahLst/>
                <a:cxnLst/>
                <a:rect l="0" t="0" r="r" b="b"/>
                <a:pathLst>
                  <a:path w="921600" h="727200">
                    <a:moveTo>
                      <a:pt x="0" y="79200"/>
                    </a:moveTo>
                    <a:cubicBezTo>
                      <a:pt x="187200" y="0"/>
                      <a:pt x="705600" y="0"/>
                      <a:pt x="921600" y="79200"/>
                    </a:cubicBezTo>
                    <a:lnTo>
                      <a:pt x="921600" y="590400"/>
                    </a:lnTo>
                    <a:cubicBezTo>
                      <a:pt x="921600" y="727200"/>
                      <a:pt x="0" y="727200"/>
                      <a:pt x="0" y="590400"/>
                    </a:cubicBezTo>
                    <a:close/>
                  </a:path>
                </a:pathLst>
              </a:custGeom>
              <a:solidFill>
                <a:srgbClr val="66BDE0"/>
              </a:solidFill>
              <a:ln w="7200" cap="flat">
                <a:solidFill>
                  <a:srgbClr val="2D8FAE"/>
                </a:solidFill>
              </a:ln>
              <a:effectLst/>
            </p:spPr>
          </p:sp>
          <p:sp>
            <p:nvSpPr>
              <p:cNvPr id="670" name="SCHEM_ellipse-0668"/>
              <p:cNvSpPr/>
              <p:nvPr/>
            </p:nvSpPr>
            <p:spPr>
              <a:xfrm>
                <a:off x="6537600" y="5025600"/>
                <a:ext cx="921600" cy="144000"/>
              </a:xfrm>
              <a:prstGeom prst="ellipse">
                <a:avLst/>
              </a:prstGeom>
              <a:solidFill>
                <a:srgbClr val="9BD8EF"/>
              </a:solidFill>
              <a:ln w="7200" cap="flat">
                <a:solidFill>
                  <a:srgbClr val="80CBE4"/>
                </a:solidFill>
              </a:ln>
              <a:effectLst/>
            </p:spPr>
          </p:sp>
          <p:sp>
            <p:nvSpPr>
              <p:cNvPr id="671" name="SCHEM_rect-0669"/>
              <p:cNvSpPr/>
              <p:nvPr/>
            </p:nvSpPr>
            <p:spPr>
              <a:xfrm>
                <a:off x="6681600" y="4651200"/>
                <a:ext cx="633600" cy="129600"/>
              </a:xfrm>
              <a:prstGeom prst="rect">
                <a:avLst/>
              </a:prstGeom>
              <a:solidFill>
                <a:srgbClr val="B8BAB6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72" name="SCHEM_ellipse-0670"/>
              <p:cNvSpPr/>
              <p:nvPr/>
            </p:nvSpPr>
            <p:spPr>
              <a:xfrm>
                <a:off x="6681600" y="4600800"/>
                <a:ext cx="633600" cy="115200"/>
              </a:xfrm>
              <a:prstGeom prst="ellipse">
                <a:avLst/>
              </a:prstGeom>
              <a:solidFill>
                <a:srgbClr val="D5D8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673" name="SCHEM_rect-0671"/>
              <p:cNvSpPr/>
              <p:nvPr/>
            </p:nvSpPr>
            <p:spPr>
              <a:xfrm>
                <a:off x="6631200" y="4924800"/>
                <a:ext cx="57600" cy="684000"/>
              </a:xfrm>
              <a:prstGeom prst="rect">
                <a:avLst/>
              </a:prstGeom>
              <a:solidFill>
                <a:srgbClr val="DDF5FB"/>
              </a:solidFill>
              <a:ln w="9360" cap="flat">
                <a:noFill/>
              </a:ln>
              <a:effectLst/>
            </p:spPr>
          </p:sp>
        </p:grpSp>
        <p:sp>
          <p:nvSpPr>
            <p:cNvPr id="674" name="SCHEM_text-0672"/>
            <p:cNvSpPr txBox="1"/>
            <p:nvPr/>
          </p:nvSpPr>
          <p:spPr>
            <a:xfrm>
              <a:off x="6681600" y="5803200"/>
              <a:ext cx="172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Reservoir</a:t>
              </a:r>
              <a:endParaRPr lang="en-US" sz="1531"/>
            </a:p>
          </p:txBody>
        </p:sp>
        <p:sp>
          <p:nvSpPr>
            <p:cNvPr id="675" name="SCHEM_rect-0673"/>
            <p:cNvSpPr/>
            <p:nvPr/>
          </p:nvSpPr>
          <p:spPr>
            <a:xfrm>
              <a:off x="5688000" y="2923200"/>
              <a:ext cx="417600" cy="590400"/>
            </a:xfrm>
            <a:prstGeom prst="rect">
              <a:avLst/>
            </a:prstGeom>
            <a:noFill/>
            <a:ln w="864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676" name="SCHEM_line-0674"/>
            <p:cNvCxnSpPr/>
            <p:nvPr/>
          </p:nvCxnSpPr>
          <p:spPr>
            <a:xfrm flipV="1">
              <a:off x="6105600" y="777600"/>
              <a:ext cx="2088000" cy="2145600"/>
            </a:xfrm>
            <a:prstGeom prst="line">
              <a:avLst/>
            </a:prstGeom>
            <a:noFill/>
            <a:ln w="792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677" name="SCHEM_line-0675"/>
            <p:cNvCxnSpPr/>
            <p:nvPr/>
          </p:nvCxnSpPr>
          <p:spPr>
            <a:xfrm>
              <a:off x="6105600" y="3513600"/>
              <a:ext cx="2088000" cy="1216800"/>
            </a:xfrm>
            <a:prstGeom prst="line">
              <a:avLst/>
            </a:prstGeom>
            <a:noFill/>
            <a:ln w="7920" cap="flat">
              <a:solidFill>
                <a:srgbClr val="292929"/>
              </a:solidFill>
              <a:prstDash val="dash"/>
            </a:ln>
            <a:effectLst/>
          </p:spPr>
        </p:cxnSp>
        <p:grpSp>
          <p:nvGrpSpPr>
            <p:cNvPr id="678" name="SCHEM_barrier-inset"/>
            <p:cNvGrpSpPr/>
            <p:nvPr/>
          </p:nvGrpSpPr>
          <p:grpSpPr>
            <a:xfrm>
              <a:off x="8157600" y="777600"/>
              <a:ext cx="3232800" cy="3952800"/>
              <a:chOff x="8157600" y="777600"/>
              <a:chExt cx="3232800" cy="3952800"/>
            </a:xfrm>
          </p:grpSpPr>
          <p:sp>
            <p:nvSpPr>
              <p:cNvPr id="679" name="SCHEM_rect-0677"/>
              <p:cNvSpPr/>
              <p:nvPr/>
            </p:nvSpPr>
            <p:spPr>
              <a:xfrm>
                <a:off x="8193600" y="777600"/>
                <a:ext cx="3196800" cy="3952800"/>
              </a:xfrm>
              <a:prstGeom prst="rect">
                <a:avLst/>
              </a:prstGeom>
              <a:noFill/>
              <a:ln w="8640" cap="flat">
                <a:solidFill>
                  <a:srgbClr val="555550"/>
                </a:solidFill>
                <a:prstDash val="dash"/>
              </a:ln>
              <a:effectLst/>
            </p:spPr>
          </p:sp>
          <p:sp>
            <p:nvSpPr>
              <p:cNvPr id="680" name="SCHEM_rect-0678"/>
              <p:cNvSpPr/>
              <p:nvPr/>
            </p:nvSpPr>
            <p:spPr>
              <a:xfrm>
                <a:off x="8272800" y="1080000"/>
                <a:ext cx="2052000" cy="3506400"/>
              </a:xfrm>
              <a:prstGeom prst="rect">
                <a:avLst/>
              </a:prstGeom>
              <a:solidFill>
                <a:srgbClr val="FFFFFF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681" name="SCHEM_rect-0679"/>
              <p:cNvSpPr/>
              <p:nvPr/>
            </p:nvSpPr>
            <p:spPr>
              <a:xfrm>
                <a:off x="8280000" y="1692000"/>
                <a:ext cx="2037600" cy="842400"/>
              </a:xfrm>
              <a:prstGeom prst="rect">
                <a:avLst/>
              </a:prstGeom>
              <a:solidFill>
                <a:srgbClr val="F9E8D8"/>
              </a:solidFill>
              <a:ln w="9360" cap="flat">
                <a:noFill/>
              </a:ln>
              <a:effectLst/>
            </p:spPr>
          </p:sp>
          <p:sp>
            <p:nvSpPr>
              <p:cNvPr id="682" name="SCHEM_path-0680"/>
              <p:cNvSpPr/>
              <p:nvPr/>
            </p:nvSpPr>
            <p:spPr>
              <a:xfrm>
                <a:off x="8280000" y="1753020"/>
                <a:ext cx="2037600" cy="487327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87327">
                    <a:moveTo>
                      <a:pt x="0" y="216850"/>
                    </a:moveTo>
                    <a:cubicBezTo>
                      <a:pt x="611280" y="66055"/>
                      <a:pt x="1222560" y="487327"/>
                      <a:pt x="20376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3" name="SCHEM_path-0681"/>
              <p:cNvSpPr/>
              <p:nvPr/>
            </p:nvSpPr>
            <p:spPr>
              <a:xfrm>
                <a:off x="8280000" y="1740858"/>
                <a:ext cx="2037600" cy="401535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01535">
                    <a:moveTo>
                      <a:pt x="0" y="401535"/>
                    </a:moveTo>
                    <a:cubicBezTo>
                      <a:pt x="611280" y="259198"/>
                      <a:pt x="1222560" y="0"/>
                      <a:pt x="2037600" y="37860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4" name="SCHEM_path-0682"/>
              <p:cNvSpPr/>
              <p:nvPr/>
            </p:nvSpPr>
            <p:spPr>
              <a:xfrm>
                <a:off x="8280000" y="1736906"/>
                <a:ext cx="2037600" cy="320397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320397">
                    <a:moveTo>
                      <a:pt x="0" y="0"/>
                    </a:moveTo>
                    <a:cubicBezTo>
                      <a:pt x="611280" y="320397"/>
                      <a:pt x="1222560" y="13940"/>
                      <a:pt x="2037600" y="3151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5" name="SCHEM_path-0683"/>
              <p:cNvSpPr/>
              <p:nvPr/>
            </p:nvSpPr>
            <p:spPr>
              <a:xfrm>
                <a:off x="8280000" y="1796291"/>
                <a:ext cx="2037600" cy="592249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92249">
                    <a:moveTo>
                      <a:pt x="0" y="255498"/>
                    </a:moveTo>
                    <a:cubicBezTo>
                      <a:pt x="611280" y="592249"/>
                      <a:pt x="1222560" y="0"/>
                      <a:pt x="2037600" y="8376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6" name="SCHEM_path-0684"/>
              <p:cNvSpPr/>
              <p:nvPr/>
            </p:nvSpPr>
            <p:spPr>
              <a:xfrm>
                <a:off x="8280000" y="2026164"/>
                <a:ext cx="2037600" cy="464186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64186">
                    <a:moveTo>
                      <a:pt x="0" y="190716"/>
                    </a:moveTo>
                    <a:cubicBezTo>
                      <a:pt x="611280" y="464186"/>
                      <a:pt x="1222560" y="151988"/>
                      <a:pt x="20376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7" name="SCHEM_path-0685"/>
              <p:cNvSpPr/>
              <p:nvPr/>
            </p:nvSpPr>
            <p:spPr>
              <a:xfrm>
                <a:off x="8280000" y="1731241"/>
                <a:ext cx="2037600" cy="769440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769440">
                    <a:moveTo>
                      <a:pt x="0" y="769440"/>
                    </a:moveTo>
                    <a:cubicBezTo>
                      <a:pt x="611280" y="0"/>
                      <a:pt x="1222560" y="683933"/>
                      <a:pt x="2037600" y="20472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8" name="SCHEM_path-0686"/>
              <p:cNvSpPr/>
              <p:nvPr/>
            </p:nvSpPr>
            <p:spPr>
              <a:xfrm>
                <a:off x="8280000" y="1791228"/>
                <a:ext cx="2037600" cy="588277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88277">
                    <a:moveTo>
                      <a:pt x="0" y="32538"/>
                    </a:moveTo>
                    <a:cubicBezTo>
                      <a:pt x="611280" y="0"/>
                      <a:pt x="1222560" y="160637"/>
                      <a:pt x="2037600" y="588277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89" name="SCHEM_path-0687"/>
              <p:cNvSpPr/>
              <p:nvPr/>
            </p:nvSpPr>
            <p:spPr>
              <a:xfrm>
                <a:off x="8280000" y="1853439"/>
                <a:ext cx="2037600" cy="376782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376782">
                    <a:moveTo>
                      <a:pt x="0" y="0"/>
                    </a:moveTo>
                    <a:cubicBezTo>
                      <a:pt x="611280" y="328501"/>
                      <a:pt x="1222560" y="376782"/>
                      <a:pt x="2037600" y="152269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0" name="SCHEM_path-0688"/>
              <p:cNvSpPr/>
              <p:nvPr/>
            </p:nvSpPr>
            <p:spPr>
              <a:xfrm>
                <a:off x="8280000" y="1742208"/>
                <a:ext cx="2037600" cy="409837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09837">
                    <a:moveTo>
                      <a:pt x="0" y="409837"/>
                    </a:moveTo>
                    <a:cubicBezTo>
                      <a:pt x="611280" y="2685"/>
                      <a:pt x="1222560" y="0"/>
                      <a:pt x="2037600" y="123292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1" name="SCHEM_path-0689"/>
              <p:cNvSpPr/>
              <p:nvPr/>
            </p:nvSpPr>
            <p:spPr>
              <a:xfrm>
                <a:off x="8280000" y="1956638"/>
                <a:ext cx="2037600" cy="303336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303336">
                    <a:moveTo>
                      <a:pt x="0" y="303336"/>
                    </a:moveTo>
                    <a:cubicBezTo>
                      <a:pt x="611280" y="95566"/>
                      <a:pt x="1222560" y="0"/>
                      <a:pt x="2037600" y="22864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2" name="SCHEM_path-0690"/>
              <p:cNvSpPr/>
              <p:nvPr/>
            </p:nvSpPr>
            <p:spPr>
              <a:xfrm>
                <a:off x="8280000" y="1944524"/>
                <a:ext cx="2037600" cy="416662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16662">
                    <a:moveTo>
                      <a:pt x="0" y="130587"/>
                    </a:moveTo>
                    <a:cubicBezTo>
                      <a:pt x="611280" y="0"/>
                      <a:pt x="1222560" y="416662"/>
                      <a:pt x="2037600" y="336309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3" name="SCHEM_path-0691"/>
              <p:cNvSpPr/>
              <p:nvPr/>
            </p:nvSpPr>
            <p:spPr>
              <a:xfrm>
                <a:off x="8280000" y="1904997"/>
                <a:ext cx="2037600" cy="524219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24219">
                    <a:moveTo>
                      <a:pt x="0" y="0"/>
                    </a:moveTo>
                    <a:cubicBezTo>
                      <a:pt x="611280" y="270898"/>
                      <a:pt x="1222560" y="229429"/>
                      <a:pt x="2037600" y="524219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4" name="SCHEM_path-0692"/>
              <p:cNvSpPr/>
              <p:nvPr/>
            </p:nvSpPr>
            <p:spPr>
              <a:xfrm>
                <a:off x="8280000" y="1791459"/>
                <a:ext cx="2037600" cy="726241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726241">
                    <a:moveTo>
                      <a:pt x="0" y="508418"/>
                    </a:moveTo>
                    <a:cubicBezTo>
                      <a:pt x="611280" y="143100"/>
                      <a:pt x="1222560" y="726241"/>
                      <a:pt x="2037600" y="0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5" name="SCHEM_path-0693"/>
              <p:cNvSpPr/>
              <p:nvPr/>
            </p:nvSpPr>
            <p:spPr>
              <a:xfrm>
                <a:off x="8280000" y="1820032"/>
                <a:ext cx="2037600" cy="509784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09784">
                    <a:moveTo>
                      <a:pt x="0" y="226553"/>
                    </a:moveTo>
                    <a:cubicBezTo>
                      <a:pt x="611280" y="509784"/>
                      <a:pt x="1222560" y="0"/>
                      <a:pt x="2037600" y="283871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6" name="SCHEM_path-0694"/>
              <p:cNvSpPr/>
              <p:nvPr/>
            </p:nvSpPr>
            <p:spPr>
              <a:xfrm>
                <a:off x="8280000" y="1738299"/>
                <a:ext cx="2037600" cy="597775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597775">
                    <a:moveTo>
                      <a:pt x="0" y="0"/>
                    </a:moveTo>
                    <a:cubicBezTo>
                      <a:pt x="611280" y="516606"/>
                      <a:pt x="1222560" y="597775"/>
                      <a:pt x="2037600" y="436418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7" name="SCHEM_path-0695"/>
              <p:cNvSpPr/>
              <p:nvPr/>
            </p:nvSpPr>
            <p:spPr>
              <a:xfrm>
                <a:off x="8280000" y="1956301"/>
                <a:ext cx="2037600" cy="462388"/>
              </a:xfrm>
              <a:custGeom>
                <a:avLst/>
                <a:gdLst/>
                <a:ahLst/>
                <a:cxnLst/>
                <a:rect l="0" t="0" r="r" b="b"/>
                <a:pathLst>
                  <a:path w="2037600" h="462388">
                    <a:moveTo>
                      <a:pt x="0" y="462388"/>
                    </a:moveTo>
                    <a:cubicBezTo>
                      <a:pt x="611280" y="0"/>
                      <a:pt x="1222560" y="321416"/>
                      <a:pt x="2037600" y="236396"/>
                    </a:cubicBezTo>
                  </a:path>
                </a:pathLst>
              </a:custGeom>
              <a:noFill/>
              <a:ln w="9360" cap="flat">
                <a:solidFill>
                  <a:srgbClr val="EBCDB2"/>
                </a:solidFill>
              </a:ln>
              <a:effectLst/>
            </p:spPr>
          </p:sp>
          <p:sp>
            <p:nvSpPr>
              <p:cNvPr id="698" name="SCHEM_path-0696"/>
              <p:cNvSpPr/>
              <p:nvPr/>
            </p:nvSpPr>
            <p:spPr>
              <a:xfrm>
                <a:off x="8548128" y="1827216"/>
                <a:ext cx="626400" cy="288000"/>
              </a:xfrm>
              <a:custGeom>
                <a:avLst/>
                <a:gdLst/>
                <a:ahLst/>
                <a:cxnLst/>
                <a:rect l="0" t="0" r="r" b="b"/>
                <a:pathLst>
                  <a:path w="626400" h="288000">
                    <a:moveTo>
                      <a:pt x="0" y="208800"/>
                    </a:moveTo>
                    <a:cubicBezTo>
                      <a:pt x="216000" y="180000"/>
                      <a:pt x="331200" y="0"/>
                      <a:pt x="482400" y="79200"/>
                    </a:cubicBezTo>
                    <a:lnTo>
                      <a:pt x="626400" y="93600"/>
                    </a:lnTo>
                    <a:cubicBezTo>
                      <a:pt x="432000" y="144000"/>
                      <a:pt x="338400" y="288000"/>
                      <a:pt x="151200" y="223200"/>
                    </a:cubicBezTo>
                    <a:close/>
                  </a:path>
                </a:pathLst>
              </a:custGeom>
              <a:solidFill>
                <a:srgbClr val="EEA6BF"/>
              </a:solidFill>
              <a:ln w="7200" cap="flat">
                <a:solidFill>
                  <a:srgbClr val="C677A3"/>
                </a:solidFill>
              </a:ln>
              <a:effectLst/>
            </p:spPr>
          </p:sp>
          <p:sp>
            <p:nvSpPr>
              <p:cNvPr id="699" name="SCHEM_ellipse-0697"/>
              <p:cNvSpPr/>
              <p:nvPr/>
            </p:nvSpPr>
            <p:spPr>
              <a:xfrm>
                <a:off x="8792928" y="1928016"/>
                <a:ext cx="129600" cy="79200"/>
              </a:xfrm>
              <a:prstGeom prst="ellipse">
                <a:avLst/>
              </a:prstGeom>
              <a:solidFill>
                <a:srgbClr val="929ECF"/>
              </a:solidFill>
              <a:ln w="5760" cap="flat">
                <a:solidFill>
                  <a:srgbClr val="7675A0"/>
                </a:solidFill>
              </a:ln>
              <a:effectLst/>
            </p:spPr>
          </p:sp>
          <p:sp>
            <p:nvSpPr>
              <p:cNvPr id="700" name="SCHEM_path-0698"/>
              <p:cNvSpPr/>
              <p:nvPr/>
            </p:nvSpPr>
            <p:spPr>
              <a:xfrm>
                <a:off x="9444672" y="2122056"/>
                <a:ext cx="626400" cy="288000"/>
              </a:xfrm>
              <a:custGeom>
                <a:avLst/>
                <a:gdLst/>
                <a:ahLst/>
                <a:cxnLst/>
                <a:rect l="0" t="0" r="r" b="b"/>
                <a:pathLst>
                  <a:path w="626400" h="288000">
                    <a:moveTo>
                      <a:pt x="0" y="208800"/>
                    </a:moveTo>
                    <a:cubicBezTo>
                      <a:pt x="216000" y="180000"/>
                      <a:pt x="331200" y="0"/>
                      <a:pt x="482400" y="79200"/>
                    </a:cubicBezTo>
                    <a:lnTo>
                      <a:pt x="626400" y="93600"/>
                    </a:lnTo>
                    <a:cubicBezTo>
                      <a:pt x="432000" y="144000"/>
                      <a:pt x="338400" y="288000"/>
                      <a:pt x="151200" y="223200"/>
                    </a:cubicBezTo>
                    <a:close/>
                  </a:path>
                </a:pathLst>
              </a:custGeom>
              <a:solidFill>
                <a:srgbClr val="EEA6BF"/>
              </a:solidFill>
              <a:ln w="7200" cap="flat">
                <a:solidFill>
                  <a:srgbClr val="C677A3"/>
                </a:solidFill>
              </a:ln>
              <a:effectLst/>
            </p:spPr>
          </p:sp>
          <p:sp>
            <p:nvSpPr>
              <p:cNvPr id="701" name="SCHEM_ellipse-0699"/>
              <p:cNvSpPr/>
              <p:nvPr/>
            </p:nvSpPr>
            <p:spPr>
              <a:xfrm>
                <a:off x="9689472" y="2222856"/>
                <a:ext cx="129600" cy="79200"/>
              </a:xfrm>
              <a:prstGeom prst="ellipse">
                <a:avLst/>
              </a:prstGeom>
              <a:solidFill>
                <a:srgbClr val="929ECF"/>
              </a:solidFill>
              <a:ln w="5760" cap="flat">
                <a:solidFill>
                  <a:srgbClr val="7675A0"/>
                </a:solidFill>
              </a:ln>
              <a:effectLst/>
            </p:spPr>
          </p:sp>
          <p:sp>
            <p:nvSpPr>
              <p:cNvPr id="702" name="SCHEM_ellipse-0700"/>
              <p:cNvSpPr/>
              <p:nvPr/>
            </p:nvSpPr>
            <p:spPr>
              <a:xfrm>
                <a:off x="81936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03" name="SCHEM_ellipse-0701"/>
              <p:cNvSpPr/>
              <p:nvPr/>
            </p:nvSpPr>
            <p:spPr>
              <a:xfrm>
                <a:off x="83377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04" name="SCHEM_ellipse-0702"/>
              <p:cNvSpPr/>
              <p:nvPr/>
            </p:nvSpPr>
            <p:spPr>
              <a:xfrm>
                <a:off x="85032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05" name="SCHEM_ellipse-0703"/>
              <p:cNvSpPr/>
              <p:nvPr/>
            </p:nvSpPr>
            <p:spPr>
              <a:xfrm>
                <a:off x="86473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06" name="SCHEM_ellipse-0704"/>
              <p:cNvSpPr/>
              <p:nvPr/>
            </p:nvSpPr>
            <p:spPr>
              <a:xfrm>
                <a:off x="88128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07" name="SCHEM_ellipse-0705"/>
              <p:cNvSpPr/>
              <p:nvPr/>
            </p:nvSpPr>
            <p:spPr>
              <a:xfrm>
                <a:off x="89569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08" name="SCHEM_ellipse-0706"/>
              <p:cNvSpPr/>
              <p:nvPr/>
            </p:nvSpPr>
            <p:spPr>
              <a:xfrm>
                <a:off x="91224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09" name="SCHEM_ellipse-0707"/>
              <p:cNvSpPr/>
              <p:nvPr/>
            </p:nvSpPr>
            <p:spPr>
              <a:xfrm>
                <a:off x="92665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0" name="SCHEM_ellipse-0708"/>
              <p:cNvSpPr/>
              <p:nvPr/>
            </p:nvSpPr>
            <p:spPr>
              <a:xfrm>
                <a:off x="94320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1" name="SCHEM_ellipse-0709"/>
              <p:cNvSpPr/>
              <p:nvPr/>
            </p:nvSpPr>
            <p:spPr>
              <a:xfrm>
                <a:off x="95761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2" name="SCHEM_ellipse-0710"/>
              <p:cNvSpPr/>
              <p:nvPr/>
            </p:nvSpPr>
            <p:spPr>
              <a:xfrm>
                <a:off x="97416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3" name="SCHEM_ellipse-0711"/>
              <p:cNvSpPr/>
              <p:nvPr/>
            </p:nvSpPr>
            <p:spPr>
              <a:xfrm>
                <a:off x="98857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4" name="SCHEM_ellipse-0712"/>
              <p:cNvSpPr/>
              <p:nvPr/>
            </p:nvSpPr>
            <p:spPr>
              <a:xfrm>
                <a:off x="10051200" y="14112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5" name="SCHEM_ellipse-0713"/>
              <p:cNvSpPr/>
              <p:nvPr/>
            </p:nvSpPr>
            <p:spPr>
              <a:xfrm>
                <a:off x="10195344" y="14392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6" name="SCHEM_ellipse-0714"/>
              <p:cNvSpPr/>
              <p:nvPr/>
            </p:nvSpPr>
            <p:spPr>
              <a:xfrm>
                <a:off x="81936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7" name="SCHEM_ellipse-0715"/>
              <p:cNvSpPr/>
              <p:nvPr/>
            </p:nvSpPr>
            <p:spPr>
              <a:xfrm>
                <a:off x="83377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18" name="SCHEM_ellipse-0716"/>
              <p:cNvSpPr/>
              <p:nvPr/>
            </p:nvSpPr>
            <p:spPr>
              <a:xfrm>
                <a:off x="85032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19" name="SCHEM_ellipse-0717"/>
              <p:cNvSpPr/>
              <p:nvPr/>
            </p:nvSpPr>
            <p:spPr>
              <a:xfrm>
                <a:off x="86473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0" name="SCHEM_ellipse-0718"/>
              <p:cNvSpPr/>
              <p:nvPr/>
            </p:nvSpPr>
            <p:spPr>
              <a:xfrm>
                <a:off x="88128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1" name="SCHEM_ellipse-0719"/>
              <p:cNvSpPr/>
              <p:nvPr/>
            </p:nvSpPr>
            <p:spPr>
              <a:xfrm>
                <a:off x="89569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2" name="SCHEM_ellipse-0720"/>
              <p:cNvSpPr/>
              <p:nvPr/>
            </p:nvSpPr>
            <p:spPr>
              <a:xfrm>
                <a:off x="91224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3" name="SCHEM_ellipse-0721"/>
              <p:cNvSpPr/>
              <p:nvPr/>
            </p:nvSpPr>
            <p:spPr>
              <a:xfrm>
                <a:off x="92665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4" name="SCHEM_ellipse-0722"/>
              <p:cNvSpPr/>
              <p:nvPr/>
            </p:nvSpPr>
            <p:spPr>
              <a:xfrm>
                <a:off x="94320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5" name="SCHEM_ellipse-0723"/>
              <p:cNvSpPr/>
              <p:nvPr/>
            </p:nvSpPr>
            <p:spPr>
              <a:xfrm>
                <a:off x="95761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6" name="SCHEM_ellipse-0724"/>
              <p:cNvSpPr/>
              <p:nvPr/>
            </p:nvSpPr>
            <p:spPr>
              <a:xfrm>
                <a:off x="97416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7" name="SCHEM_ellipse-0725"/>
              <p:cNvSpPr/>
              <p:nvPr/>
            </p:nvSpPr>
            <p:spPr>
              <a:xfrm>
                <a:off x="98857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28" name="SCHEM_ellipse-0726"/>
              <p:cNvSpPr/>
              <p:nvPr/>
            </p:nvSpPr>
            <p:spPr>
              <a:xfrm>
                <a:off x="10051200" y="14976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29" name="SCHEM_ellipse-0727"/>
              <p:cNvSpPr/>
              <p:nvPr/>
            </p:nvSpPr>
            <p:spPr>
              <a:xfrm>
                <a:off x="10195344" y="15256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0" name="SCHEM_ellipse-0728"/>
              <p:cNvSpPr/>
              <p:nvPr/>
            </p:nvSpPr>
            <p:spPr>
              <a:xfrm>
                <a:off x="81936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1" name="SCHEM_ellipse-0729"/>
              <p:cNvSpPr/>
              <p:nvPr/>
            </p:nvSpPr>
            <p:spPr>
              <a:xfrm>
                <a:off x="83377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2" name="SCHEM_ellipse-0730"/>
              <p:cNvSpPr/>
              <p:nvPr/>
            </p:nvSpPr>
            <p:spPr>
              <a:xfrm>
                <a:off x="85032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3" name="SCHEM_ellipse-0731"/>
              <p:cNvSpPr/>
              <p:nvPr/>
            </p:nvSpPr>
            <p:spPr>
              <a:xfrm>
                <a:off x="86473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4" name="SCHEM_ellipse-0732"/>
              <p:cNvSpPr/>
              <p:nvPr/>
            </p:nvSpPr>
            <p:spPr>
              <a:xfrm>
                <a:off x="88128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5" name="SCHEM_ellipse-0733"/>
              <p:cNvSpPr/>
              <p:nvPr/>
            </p:nvSpPr>
            <p:spPr>
              <a:xfrm>
                <a:off x="89569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6" name="SCHEM_ellipse-0734"/>
              <p:cNvSpPr/>
              <p:nvPr/>
            </p:nvSpPr>
            <p:spPr>
              <a:xfrm>
                <a:off x="91224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7" name="SCHEM_ellipse-0735"/>
              <p:cNvSpPr/>
              <p:nvPr/>
            </p:nvSpPr>
            <p:spPr>
              <a:xfrm>
                <a:off x="92665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38" name="SCHEM_ellipse-0736"/>
              <p:cNvSpPr/>
              <p:nvPr/>
            </p:nvSpPr>
            <p:spPr>
              <a:xfrm>
                <a:off x="94320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39" name="SCHEM_ellipse-0737"/>
              <p:cNvSpPr/>
              <p:nvPr/>
            </p:nvSpPr>
            <p:spPr>
              <a:xfrm>
                <a:off x="95761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0" name="SCHEM_ellipse-0738"/>
              <p:cNvSpPr/>
              <p:nvPr/>
            </p:nvSpPr>
            <p:spPr>
              <a:xfrm>
                <a:off x="97416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1" name="SCHEM_ellipse-0739"/>
              <p:cNvSpPr/>
              <p:nvPr/>
            </p:nvSpPr>
            <p:spPr>
              <a:xfrm>
                <a:off x="98857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2" name="SCHEM_ellipse-0740"/>
              <p:cNvSpPr/>
              <p:nvPr/>
            </p:nvSpPr>
            <p:spPr>
              <a:xfrm>
                <a:off x="10051200" y="15840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3" name="SCHEM_ellipse-0741"/>
              <p:cNvSpPr/>
              <p:nvPr/>
            </p:nvSpPr>
            <p:spPr>
              <a:xfrm>
                <a:off x="10195344" y="16120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4" name="SCHEM_ellipse-0742"/>
              <p:cNvSpPr/>
              <p:nvPr/>
            </p:nvSpPr>
            <p:spPr>
              <a:xfrm>
                <a:off x="81936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5" name="SCHEM_ellipse-0743"/>
              <p:cNvSpPr/>
              <p:nvPr/>
            </p:nvSpPr>
            <p:spPr>
              <a:xfrm>
                <a:off x="83377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6" name="SCHEM_ellipse-0744"/>
              <p:cNvSpPr/>
              <p:nvPr/>
            </p:nvSpPr>
            <p:spPr>
              <a:xfrm>
                <a:off x="85032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7" name="SCHEM_ellipse-0745"/>
              <p:cNvSpPr/>
              <p:nvPr/>
            </p:nvSpPr>
            <p:spPr>
              <a:xfrm>
                <a:off x="86473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48" name="SCHEM_ellipse-0746"/>
              <p:cNvSpPr/>
              <p:nvPr/>
            </p:nvSpPr>
            <p:spPr>
              <a:xfrm>
                <a:off x="88128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49" name="SCHEM_ellipse-0747"/>
              <p:cNvSpPr/>
              <p:nvPr/>
            </p:nvSpPr>
            <p:spPr>
              <a:xfrm>
                <a:off x="89569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0" name="SCHEM_ellipse-0748"/>
              <p:cNvSpPr/>
              <p:nvPr/>
            </p:nvSpPr>
            <p:spPr>
              <a:xfrm>
                <a:off x="91224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1" name="SCHEM_ellipse-0749"/>
              <p:cNvSpPr/>
              <p:nvPr/>
            </p:nvSpPr>
            <p:spPr>
              <a:xfrm>
                <a:off x="92665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2" name="SCHEM_ellipse-0750"/>
              <p:cNvSpPr/>
              <p:nvPr/>
            </p:nvSpPr>
            <p:spPr>
              <a:xfrm>
                <a:off x="94320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3" name="SCHEM_ellipse-0751"/>
              <p:cNvSpPr/>
              <p:nvPr/>
            </p:nvSpPr>
            <p:spPr>
              <a:xfrm>
                <a:off x="95761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4" name="SCHEM_ellipse-0752"/>
              <p:cNvSpPr/>
              <p:nvPr/>
            </p:nvSpPr>
            <p:spPr>
              <a:xfrm>
                <a:off x="97416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5" name="SCHEM_ellipse-0753"/>
              <p:cNvSpPr/>
              <p:nvPr/>
            </p:nvSpPr>
            <p:spPr>
              <a:xfrm>
                <a:off x="98857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6" name="SCHEM_ellipse-0754"/>
              <p:cNvSpPr/>
              <p:nvPr/>
            </p:nvSpPr>
            <p:spPr>
              <a:xfrm>
                <a:off x="10051200" y="1670400"/>
                <a:ext cx="374400" cy="86400"/>
              </a:xfrm>
              <a:prstGeom prst="ellipse">
                <a:avLst/>
              </a:prstGeom>
              <a:solidFill>
                <a:srgbClr val="F6C0B0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757" name="SCHEM_ellipse-0755"/>
              <p:cNvSpPr/>
              <p:nvPr/>
            </p:nvSpPr>
            <p:spPr>
              <a:xfrm>
                <a:off x="10195344" y="1698480"/>
                <a:ext cx="97344" cy="3024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758" name="SCHEM_rect-0756"/>
              <p:cNvSpPr/>
              <p:nvPr/>
            </p:nvSpPr>
            <p:spPr>
              <a:xfrm>
                <a:off x="8280000" y="2541600"/>
                <a:ext cx="2037600" cy="360000"/>
              </a:xfrm>
              <a:prstGeom prst="rect">
                <a:avLst/>
              </a:prstGeom>
              <a:solidFill>
                <a:srgbClr val="E3E4E1"/>
              </a:solidFill>
              <a:ln w="7200" cap="flat">
                <a:solidFill>
                  <a:srgbClr val="A7AAA5"/>
                </a:solidFill>
              </a:ln>
              <a:effectLst/>
            </p:spPr>
          </p:sp>
          <p:sp>
            <p:nvSpPr>
              <p:cNvPr id="759" name="SCHEM_ellipse-0757"/>
              <p:cNvSpPr/>
              <p:nvPr/>
            </p:nvSpPr>
            <p:spPr>
              <a:xfrm>
                <a:off x="8301600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0" name="SCHEM_line-0758"/>
              <p:cNvCxnSpPr/>
              <p:nvPr/>
            </p:nvCxnSpPr>
            <p:spPr>
              <a:xfrm>
                <a:off x="8330400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1" name="SCHEM_ellipse-0759"/>
              <p:cNvSpPr/>
              <p:nvPr/>
            </p:nvSpPr>
            <p:spPr>
              <a:xfrm>
                <a:off x="8486836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2" name="SCHEM_line-0760"/>
              <p:cNvCxnSpPr/>
              <p:nvPr/>
            </p:nvCxnSpPr>
            <p:spPr>
              <a:xfrm>
                <a:off x="8515636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3" name="SCHEM_ellipse-0761"/>
              <p:cNvSpPr/>
              <p:nvPr/>
            </p:nvSpPr>
            <p:spPr>
              <a:xfrm>
                <a:off x="8672073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4" name="SCHEM_line-0762"/>
              <p:cNvCxnSpPr/>
              <p:nvPr/>
            </p:nvCxnSpPr>
            <p:spPr>
              <a:xfrm>
                <a:off x="8700873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5" name="SCHEM_ellipse-0763"/>
              <p:cNvSpPr/>
              <p:nvPr/>
            </p:nvSpPr>
            <p:spPr>
              <a:xfrm>
                <a:off x="8857309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6" name="SCHEM_line-0764"/>
              <p:cNvCxnSpPr/>
              <p:nvPr/>
            </p:nvCxnSpPr>
            <p:spPr>
              <a:xfrm>
                <a:off x="8886109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7" name="SCHEM_ellipse-0765"/>
              <p:cNvSpPr/>
              <p:nvPr/>
            </p:nvSpPr>
            <p:spPr>
              <a:xfrm>
                <a:off x="9042545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68" name="SCHEM_line-0766"/>
              <p:cNvCxnSpPr/>
              <p:nvPr/>
            </p:nvCxnSpPr>
            <p:spPr>
              <a:xfrm>
                <a:off x="9071345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69" name="SCHEM_ellipse-0767"/>
              <p:cNvSpPr/>
              <p:nvPr/>
            </p:nvSpPr>
            <p:spPr>
              <a:xfrm>
                <a:off x="9227782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0" name="SCHEM_line-0768"/>
              <p:cNvCxnSpPr/>
              <p:nvPr/>
            </p:nvCxnSpPr>
            <p:spPr>
              <a:xfrm>
                <a:off x="9256582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1" name="SCHEM_ellipse-0769"/>
              <p:cNvSpPr/>
              <p:nvPr/>
            </p:nvSpPr>
            <p:spPr>
              <a:xfrm>
                <a:off x="9413018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2" name="SCHEM_line-0770"/>
              <p:cNvCxnSpPr/>
              <p:nvPr/>
            </p:nvCxnSpPr>
            <p:spPr>
              <a:xfrm>
                <a:off x="9441818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3" name="SCHEM_ellipse-0771"/>
              <p:cNvSpPr/>
              <p:nvPr/>
            </p:nvSpPr>
            <p:spPr>
              <a:xfrm>
                <a:off x="9598255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4" name="SCHEM_line-0772"/>
              <p:cNvCxnSpPr/>
              <p:nvPr/>
            </p:nvCxnSpPr>
            <p:spPr>
              <a:xfrm>
                <a:off x="9627055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5" name="SCHEM_ellipse-0773"/>
              <p:cNvSpPr/>
              <p:nvPr/>
            </p:nvSpPr>
            <p:spPr>
              <a:xfrm>
                <a:off x="9783491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6" name="SCHEM_line-0774"/>
              <p:cNvCxnSpPr/>
              <p:nvPr/>
            </p:nvCxnSpPr>
            <p:spPr>
              <a:xfrm>
                <a:off x="9812291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7" name="SCHEM_ellipse-0775"/>
              <p:cNvSpPr/>
              <p:nvPr/>
            </p:nvSpPr>
            <p:spPr>
              <a:xfrm>
                <a:off x="9968727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78" name="SCHEM_line-0776"/>
              <p:cNvCxnSpPr/>
              <p:nvPr/>
            </p:nvCxnSpPr>
            <p:spPr>
              <a:xfrm>
                <a:off x="9997527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79" name="SCHEM_ellipse-0777"/>
              <p:cNvSpPr/>
              <p:nvPr/>
            </p:nvSpPr>
            <p:spPr>
              <a:xfrm>
                <a:off x="10153964" y="256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0" name="SCHEM_line-0778"/>
              <p:cNvCxnSpPr/>
              <p:nvPr/>
            </p:nvCxnSpPr>
            <p:spPr>
              <a:xfrm>
                <a:off x="10182764" y="257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1" name="SCHEM_ellipse-0779"/>
              <p:cNvSpPr/>
              <p:nvPr/>
            </p:nvSpPr>
            <p:spPr>
              <a:xfrm>
                <a:off x="8301600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2" name="SCHEM_line-0780"/>
              <p:cNvCxnSpPr/>
              <p:nvPr/>
            </p:nvCxnSpPr>
            <p:spPr>
              <a:xfrm>
                <a:off x="8330400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3" name="SCHEM_ellipse-0781"/>
              <p:cNvSpPr/>
              <p:nvPr/>
            </p:nvSpPr>
            <p:spPr>
              <a:xfrm>
                <a:off x="8486836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4" name="SCHEM_line-0782"/>
              <p:cNvCxnSpPr/>
              <p:nvPr/>
            </p:nvCxnSpPr>
            <p:spPr>
              <a:xfrm>
                <a:off x="8515636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5" name="SCHEM_ellipse-0783"/>
              <p:cNvSpPr/>
              <p:nvPr/>
            </p:nvSpPr>
            <p:spPr>
              <a:xfrm>
                <a:off x="8672073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6" name="SCHEM_line-0784"/>
              <p:cNvCxnSpPr/>
              <p:nvPr/>
            </p:nvCxnSpPr>
            <p:spPr>
              <a:xfrm>
                <a:off x="8700873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7" name="SCHEM_ellipse-0785"/>
              <p:cNvSpPr/>
              <p:nvPr/>
            </p:nvSpPr>
            <p:spPr>
              <a:xfrm>
                <a:off x="8857309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88" name="SCHEM_line-0786"/>
              <p:cNvCxnSpPr/>
              <p:nvPr/>
            </p:nvCxnSpPr>
            <p:spPr>
              <a:xfrm>
                <a:off x="8886109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89" name="SCHEM_ellipse-0787"/>
              <p:cNvSpPr/>
              <p:nvPr/>
            </p:nvSpPr>
            <p:spPr>
              <a:xfrm>
                <a:off x="9042545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0" name="SCHEM_line-0788"/>
              <p:cNvCxnSpPr/>
              <p:nvPr/>
            </p:nvCxnSpPr>
            <p:spPr>
              <a:xfrm>
                <a:off x="9071345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1" name="SCHEM_ellipse-0789"/>
              <p:cNvSpPr/>
              <p:nvPr/>
            </p:nvSpPr>
            <p:spPr>
              <a:xfrm>
                <a:off x="9227782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2" name="SCHEM_line-0790"/>
              <p:cNvCxnSpPr/>
              <p:nvPr/>
            </p:nvCxnSpPr>
            <p:spPr>
              <a:xfrm>
                <a:off x="9256582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3" name="SCHEM_ellipse-0791"/>
              <p:cNvSpPr/>
              <p:nvPr/>
            </p:nvSpPr>
            <p:spPr>
              <a:xfrm>
                <a:off x="9413018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4" name="SCHEM_line-0792"/>
              <p:cNvCxnSpPr/>
              <p:nvPr/>
            </p:nvCxnSpPr>
            <p:spPr>
              <a:xfrm>
                <a:off x="9441818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5" name="SCHEM_ellipse-0793"/>
              <p:cNvSpPr/>
              <p:nvPr/>
            </p:nvSpPr>
            <p:spPr>
              <a:xfrm>
                <a:off x="9598255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6" name="SCHEM_line-0794"/>
              <p:cNvCxnSpPr/>
              <p:nvPr/>
            </p:nvCxnSpPr>
            <p:spPr>
              <a:xfrm>
                <a:off x="9627055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7" name="SCHEM_ellipse-0795"/>
              <p:cNvSpPr/>
              <p:nvPr/>
            </p:nvSpPr>
            <p:spPr>
              <a:xfrm>
                <a:off x="9783491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798" name="SCHEM_line-0796"/>
              <p:cNvCxnSpPr/>
              <p:nvPr/>
            </p:nvCxnSpPr>
            <p:spPr>
              <a:xfrm>
                <a:off x="9812291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799" name="SCHEM_ellipse-0797"/>
              <p:cNvSpPr/>
              <p:nvPr/>
            </p:nvSpPr>
            <p:spPr>
              <a:xfrm>
                <a:off x="9968727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0" name="SCHEM_line-0798"/>
              <p:cNvCxnSpPr/>
              <p:nvPr/>
            </p:nvCxnSpPr>
            <p:spPr>
              <a:xfrm>
                <a:off x="9997527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1" name="SCHEM_ellipse-0799"/>
              <p:cNvSpPr/>
              <p:nvPr/>
            </p:nvSpPr>
            <p:spPr>
              <a:xfrm>
                <a:off x="10153964" y="268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2" name="SCHEM_line-0800"/>
              <p:cNvCxnSpPr/>
              <p:nvPr/>
            </p:nvCxnSpPr>
            <p:spPr>
              <a:xfrm>
                <a:off x="10182764" y="269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3" name="SCHEM_ellipse-0801"/>
              <p:cNvSpPr/>
              <p:nvPr/>
            </p:nvSpPr>
            <p:spPr>
              <a:xfrm>
                <a:off x="8301600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4" name="SCHEM_line-0802"/>
              <p:cNvCxnSpPr/>
              <p:nvPr/>
            </p:nvCxnSpPr>
            <p:spPr>
              <a:xfrm>
                <a:off x="8330400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5" name="SCHEM_ellipse-0803"/>
              <p:cNvSpPr/>
              <p:nvPr/>
            </p:nvSpPr>
            <p:spPr>
              <a:xfrm>
                <a:off x="8486836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6" name="SCHEM_line-0804"/>
              <p:cNvCxnSpPr/>
              <p:nvPr/>
            </p:nvCxnSpPr>
            <p:spPr>
              <a:xfrm>
                <a:off x="8515636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7" name="SCHEM_ellipse-0805"/>
              <p:cNvSpPr/>
              <p:nvPr/>
            </p:nvSpPr>
            <p:spPr>
              <a:xfrm>
                <a:off x="8672073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08" name="SCHEM_line-0806"/>
              <p:cNvCxnSpPr/>
              <p:nvPr/>
            </p:nvCxnSpPr>
            <p:spPr>
              <a:xfrm>
                <a:off x="8700873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09" name="SCHEM_ellipse-0807"/>
              <p:cNvSpPr/>
              <p:nvPr/>
            </p:nvSpPr>
            <p:spPr>
              <a:xfrm>
                <a:off x="8857309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0" name="SCHEM_line-0808"/>
              <p:cNvCxnSpPr/>
              <p:nvPr/>
            </p:nvCxnSpPr>
            <p:spPr>
              <a:xfrm>
                <a:off x="8886109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1" name="SCHEM_ellipse-0809"/>
              <p:cNvSpPr/>
              <p:nvPr/>
            </p:nvSpPr>
            <p:spPr>
              <a:xfrm>
                <a:off x="9042545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2" name="SCHEM_line-0810"/>
              <p:cNvCxnSpPr/>
              <p:nvPr/>
            </p:nvCxnSpPr>
            <p:spPr>
              <a:xfrm>
                <a:off x="9071345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3" name="SCHEM_ellipse-0811"/>
              <p:cNvSpPr/>
              <p:nvPr/>
            </p:nvSpPr>
            <p:spPr>
              <a:xfrm>
                <a:off x="9227782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4" name="SCHEM_line-0812"/>
              <p:cNvCxnSpPr/>
              <p:nvPr/>
            </p:nvCxnSpPr>
            <p:spPr>
              <a:xfrm>
                <a:off x="9256582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5" name="SCHEM_ellipse-0813"/>
              <p:cNvSpPr/>
              <p:nvPr/>
            </p:nvSpPr>
            <p:spPr>
              <a:xfrm>
                <a:off x="9413018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6" name="SCHEM_line-0814"/>
              <p:cNvCxnSpPr/>
              <p:nvPr/>
            </p:nvCxnSpPr>
            <p:spPr>
              <a:xfrm>
                <a:off x="9441818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7" name="SCHEM_ellipse-0815"/>
              <p:cNvSpPr/>
              <p:nvPr/>
            </p:nvSpPr>
            <p:spPr>
              <a:xfrm>
                <a:off x="9598255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18" name="SCHEM_line-0816"/>
              <p:cNvCxnSpPr/>
              <p:nvPr/>
            </p:nvCxnSpPr>
            <p:spPr>
              <a:xfrm>
                <a:off x="9627055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19" name="SCHEM_ellipse-0817"/>
              <p:cNvSpPr/>
              <p:nvPr/>
            </p:nvSpPr>
            <p:spPr>
              <a:xfrm>
                <a:off x="9783491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20" name="SCHEM_line-0818"/>
              <p:cNvCxnSpPr/>
              <p:nvPr/>
            </p:nvCxnSpPr>
            <p:spPr>
              <a:xfrm>
                <a:off x="9812291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21" name="SCHEM_ellipse-0819"/>
              <p:cNvSpPr/>
              <p:nvPr/>
            </p:nvSpPr>
            <p:spPr>
              <a:xfrm>
                <a:off x="9968727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22" name="SCHEM_line-0820"/>
              <p:cNvCxnSpPr/>
              <p:nvPr/>
            </p:nvCxnSpPr>
            <p:spPr>
              <a:xfrm>
                <a:off x="9997527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23" name="SCHEM_ellipse-0821"/>
              <p:cNvSpPr/>
              <p:nvPr/>
            </p:nvSpPr>
            <p:spPr>
              <a:xfrm>
                <a:off x="10153964" y="2803200"/>
                <a:ext cx="142036" cy="84000"/>
              </a:xfrm>
              <a:prstGeom prst="ellipse">
                <a:avLst/>
              </a:prstGeom>
              <a:solidFill>
                <a:srgbClr val="999D9B"/>
              </a:solidFill>
              <a:ln w="5760" cap="flat">
                <a:solidFill>
                  <a:srgbClr val="7B807D"/>
                </a:solidFill>
              </a:ln>
              <a:effectLst/>
            </p:spPr>
          </p:sp>
          <p:cxnSp>
            <p:nvCxnSpPr>
              <p:cNvPr id="824" name="SCHEM_line-0822"/>
              <p:cNvCxnSpPr/>
              <p:nvPr/>
            </p:nvCxnSpPr>
            <p:spPr>
              <a:xfrm>
                <a:off x="10182764" y="2817600"/>
                <a:ext cx="77236" cy="1"/>
              </a:xfrm>
              <a:prstGeom prst="line">
                <a:avLst/>
              </a:prstGeom>
              <a:noFill/>
              <a:ln w="7200" cap="flat">
                <a:solidFill>
                  <a:srgbClr val="E5E8E3"/>
                </a:solidFill>
              </a:ln>
              <a:effectLst/>
            </p:spPr>
          </p:cxnSp>
          <p:sp>
            <p:nvSpPr>
              <p:cNvPr id="825" name="SCHEM_rect-0823"/>
              <p:cNvSpPr/>
              <p:nvPr/>
            </p:nvSpPr>
            <p:spPr>
              <a:xfrm>
                <a:off x="8280000" y="3182400"/>
                <a:ext cx="2037600" cy="1396800"/>
              </a:xfrm>
              <a:prstGeom prst="rect">
                <a:avLst/>
              </a:prstGeom>
              <a:solidFill>
                <a:srgbClr val="94D8EE"/>
              </a:solidFill>
              <a:ln w="9360" cap="flat">
                <a:noFill/>
              </a:ln>
              <a:effectLst/>
            </p:spPr>
          </p:sp>
          <p:sp>
            <p:nvSpPr>
              <p:cNvPr id="826" name="SCHEM_ellipse-0824"/>
              <p:cNvSpPr/>
              <p:nvPr/>
            </p:nvSpPr>
            <p:spPr>
              <a:xfrm>
                <a:off x="8157600" y="2923200"/>
                <a:ext cx="648000" cy="2448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27" name="SCHEM_ellipse-0825"/>
              <p:cNvSpPr/>
              <p:nvPr/>
            </p:nvSpPr>
            <p:spPr>
              <a:xfrm>
                <a:off x="8407080" y="3002760"/>
                <a:ext cx="168480" cy="856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28" name="SCHEM_ellipse-0826"/>
              <p:cNvSpPr/>
              <p:nvPr/>
            </p:nvSpPr>
            <p:spPr>
              <a:xfrm>
                <a:off x="8812800" y="2923200"/>
                <a:ext cx="648000" cy="2448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29" name="SCHEM_ellipse-0827"/>
              <p:cNvSpPr/>
              <p:nvPr/>
            </p:nvSpPr>
            <p:spPr>
              <a:xfrm>
                <a:off x="9062280" y="3002760"/>
                <a:ext cx="168480" cy="856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sp>
            <p:nvSpPr>
              <p:cNvPr id="830" name="SCHEM_ellipse-0828"/>
              <p:cNvSpPr/>
              <p:nvPr/>
            </p:nvSpPr>
            <p:spPr>
              <a:xfrm>
                <a:off x="9468000" y="2923200"/>
                <a:ext cx="648000" cy="244800"/>
              </a:xfrm>
              <a:prstGeom prst="ellipse">
                <a:avLst/>
              </a:prstGeom>
              <a:solidFill>
                <a:srgbClr val="F5B2BB"/>
              </a:solidFill>
              <a:ln w="5760" cap="flat">
                <a:solidFill>
                  <a:srgbClr val="CD8190"/>
                </a:solidFill>
              </a:ln>
              <a:effectLst/>
            </p:spPr>
          </p:sp>
          <p:sp>
            <p:nvSpPr>
              <p:cNvPr id="831" name="SCHEM_ellipse-0829"/>
              <p:cNvSpPr/>
              <p:nvPr/>
            </p:nvSpPr>
            <p:spPr>
              <a:xfrm>
                <a:off x="9717480" y="3002760"/>
                <a:ext cx="168480" cy="85680"/>
              </a:xfrm>
              <a:prstGeom prst="ellipse">
                <a:avLst/>
              </a:prstGeom>
              <a:solidFill>
                <a:srgbClr val="91A1CC"/>
              </a:solidFill>
              <a:ln w="5040" cap="flat">
                <a:solidFill>
                  <a:srgbClr val="737CA5"/>
                </a:solidFill>
              </a:ln>
              <a:effectLst/>
            </p:spPr>
          </p:sp>
          <p:cxnSp>
            <p:nvCxnSpPr>
              <p:cNvPr id="832" name="SCHEM_line-0830"/>
              <p:cNvCxnSpPr/>
              <p:nvPr/>
            </p:nvCxnSpPr>
            <p:spPr>
              <a:xfrm flipV="1">
                <a:off x="9187200" y="2887200"/>
                <a:ext cx="1" cy="396000"/>
              </a:xfrm>
              <a:prstGeom prst="line">
                <a:avLst/>
              </a:prstGeom>
              <a:noFill/>
              <a:ln w="43200" cap="flat">
                <a:solidFill>
                  <a:srgbClr val="DE696C"/>
                </a:solidFill>
                <a:tailEnd type="triangle" w="med" len="med"/>
              </a:ln>
              <a:effectLst/>
            </p:spPr>
          </p:cxnSp>
          <p:cxnSp>
            <p:nvCxnSpPr>
              <p:cNvPr id="833" name="SCHEM_line-0831"/>
              <p:cNvCxnSpPr/>
              <p:nvPr/>
            </p:nvCxnSpPr>
            <p:spPr>
              <a:xfrm>
                <a:off x="9374400" y="2858400"/>
                <a:ext cx="1" cy="475200"/>
              </a:xfrm>
              <a:prstGeom prst="line">
                <a:avLst/>
              </a:prstGeom>
              <a:noFill/>
              <a:ln w="432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  <p:sp>
            <p:nvSpPr>
              <p:cNvPr id="834" name="SCHEM_ellipse-0832"/>
              <p:cNvSpPr/>
              <p:nvPr/>
            </p:nvSpPr>
            <p:spPr>
              <a:xfrm>
                <a:off x="8798400" y="37368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35" name="SCHEM_ellipse-0833"/>
              <p:cNvSpPr/>
              <p:nvPr/>
            </p:nvSpPr>
            <p:spPr>
              <a:xfrm>
                <a:off x="8820000" y="37584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sp>
            <p:nvSpPr>
              <p:cNvPr id="836" name="SCHEM_ellipse-0834"/>
              <p:cNvSpPr/>
              <p:nvPr/>
            </p:nvSpPr>
            <p:spPr>
              <a:xfrm>
                <a:off x="8467200" y="40608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37" name="SCHEM_ellipse-0835"/>
              <p:cNvSpPr/>
              <p:nvPr/>
            </p:nvSpPr>
            <p:spPr>
              <a:xfrm>
                <a:off x="8488800" y="40824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sp>
            <p:nvSpPr>
              <p:cNvPr id="838" name="SCHEM_ellipse-0836"/>
              <p:cNvSpPr/>
              <p:nvPr/>
            </p:nvSpPr>
            <p:spPr>
              <a:xfrm>
                <a:off x="9007200" y="40176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39" name="SCHEM_ellipse-0837"/>
              <p:cNvSpPr/>
              <p:nvPr/>
            </p:nvSpPr>
            <p:spPr>
              <a:xfrm>
                <a:off x="9028800" y="40392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sp>
            <p:nvSpPr>
              <p:cNvPr id="840" name="SCHEM_ellipse-0838"/>
              <p:cNvSpPr/>
              <p:nvPr/>
            </p:nvSpPr>
            <p:spPr>
              <a:xfrm>
                <a:off x="9554400" y="37800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41" name="SCHEM_ellipse-0839"/>
              <p:cNvSpPr/>
              <p:nvPr/>
            </p:nvSpPr>
            <p:spPr>
              <a:xfrm>
                <a:off x="9576000" y="38016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sp>
            <p:nvSpPr>
              <p:cNvPr id="842" name="SCHEM_ellipse-0840"/>
              <p:cNvSpPr/>
              <p:nvPr/>
            </p:nvSpPr>
            <p:spPr>
              <a:xfrm>
                <a:off x="10008000" y="4140000"/>
                <a:ext cx="144000" cy="144000"/>
              </a:xfrm>
              <a:prstGeom prst="ellipse">
                <a:avLst/>
              </a:prstGeom>
              <a:solidFill>
                <a:srgbClr val="E7F7FE"/>
              </a:solidFill>
              <a:ln w="7920" cap="flat">
                <a:solidFill>
                  <a:srgbClr val="2885B2"/>
                </a:solidFill>
              </a:ln>
              <a:effectLst/>
            </p:spPr>
          </p:sp>
          <p:sp>
            <p:nvSpPr>
              <p:cNvPr id="843" name="SCHEM_ellipse-0841"/>
              <p:cNvSpPr/>
              <p:nvPr/>
            </p:nvSpPr>
            <p:spPr>
              <a:xfrm>
                <a:off x="10029600" y="4161600"/>
                <a:ext cx="100800" cy="100800"/>
              </a:xfrm>
              <a:prstGeom prst="ellipse">
                <a:avLst/>
              </a:prstGeom>
              <a:noFill/>
              <a:ln w="5040" cap="flat">
                <a:solidFill>
                  <a:srgbClr val="55A8CE"/>
                </a:solidFill>
              </a:ln>
              <a:effectLst/>
            </p:spPr>
          </p:sp>
          <p:cxnSp>
            <p:nvCxnSpPr>
              <p:cNvPr id="844" name="SCHEM_line-0842"/>
              <p:cNvCxnSpPr/>
              <p:nvPr/>
            </p:nvCxnSpPr>
            <p:spPr>
              <a:xfrm>
                <a:off x="9381600" y="4219200"/>
                <a:ext cx="460800" cy="1"/>
              </a:xfrm>
              <a:prstGeom prst="line">
                <a:avLst/>
              </a:prstGeom>
              <a:noFill/>
              <a:ln w="43200" cap="flat">
                <a:solidFill>
                  <a:srgbClr val="1595C8"/>
                </a:solidFill>
                <a:tailEnd type="triangle" w="med" len="med"/>
              </a:ln>
              <a:effectLst/>
            </p:spPr>
          </p:cxnSp>
        </p:grpSp>
        <p:sp>
          <p:nvSpPr>
            <p:cNvPr id="845" name="SCHEM_text-0843"/>
            <p:cNvSpPr txBox="1"/>
            <p:nvPr/>
          </p:nvSpPr>
          <p:spPr>
            <a:xfrm>
              <a:off x="8575200" y="842400"/>
              <a:ext cx="262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Selective local exchange</a:t>
              </a:r>
              <a:endParaRPr lang="en-US" sz="1531"/>
            </a:p>
          </p:txBody>
        </p:sp>
        <p:sp>
          <p:nvSpPr>
            <p:cNvPr id="846" name="SCHEM_text-0844"/>
            <p:cNvSpPr txBox="1"/>
            <p:nvPr/>
          </p:nvSpPr>
          <p:spPr>
            <a:xfrm>
              <a:off x="9223200" y="1130400"/>
              <a:ext cx="648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Air</a:t>
              </a:r>
              <a:endParaRPr lang="en-US" sz="1361"/>
            </a:p>
          </p:txBody>
        </p:sp>
        <p:sp>
          <p:nvSpPr>
            <p:cNvPr id="847" name="SCHEM_text-0845"/>
            <p:cNvSpPr txBox="1"/>
            <p:nvPr/>
          </p:nvSpPr>
          <p:spPr>
            <a:xfrm>
              <a:off x="10476000" y="1360800"/>
              <a:ext cx="979200" cy="4442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Tissue-specific</a:t>
              </a:r>
              <a:endParaRPr lang="en-US" sz="1191"/>
            </a:p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medium</a:t>
              </a:r>
              <a:endParaRPr lang="en-US" sz="1191"/>
            </a:p>
          </p:txBody>
        </p:sp>
        <p:cxnSp>
          <p:nvCxnSpPr>
            <p:cNvPr id="848" name="SCHEM_line-0846"/>
            <p:cNvCxnSpPr/>
            <p:nvPr/>
          </p:nvCxnSpPr>
          <p:spPr>
            <a:xfrm flipH="1">
              <a:off x="10108800" y="1576800"/>
              <a:ext cx="302400" cy="237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49" name="SCHEM_ellipse-0847"/>
            <p:cNvSpPr/>
            <p:nvPr/>
          </p:nvSpPr>
          <p:spPr>
            <a:xfrm>
              <a:off x="10087200" y="1792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50" name="SCHEM_text-0848"/>
            <p:cNvSpPr txBox="1"/>
            <p:nvPr/>
          </p:nvSpPr>
          <p:spPr>
            <a:xfrm>
              <a:off x="10476000" y="2030400"/>
              <a:ext cx="93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Stromal cells</a:t>
              </a:r>
              <a:endParaRPr lang="en-US" sz="1191"/>
            </a:p>
          </p:txBody>
        </p:sp>
        <p:cxnSp>
          <p:nvCxnSpPr>
            <p:cNvPr id="851" name="SCHEM_line-0849"/>
            <p:cNvCxnSpPr/>
            <p:nvPr/>
          </p:nvCxnSpPr>
          <p:spPr>
            <a:xfrm flipH="1">
              <a:off x="9892800" y="2102400"/>
              <a:ext cx="525600" cy="144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52" name="SCHEM_ellipse-0850"/>
            <p:cNvSpPr/>
            <p:nvPr/>
          </p:nvSpPr>
          <p:spPr>
            <a:xfrm>
              <a:off x="9871200" y="2224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53" name="SCHEM_text-0851"/>
            <p:cNvSpPr txBox="1"/>
            <p:nvPr/>
          </p:nvSpPr>
          <p:spPr>
            <a:xfrm>
              <a:off x="10476000" y="2628000"/>
              <a:ext cx="936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Nylon mesh</a:t>
              </a:r>
              <a:endParaRPr lang="en-US" sz="1191"/>
            </a:p>
          </p:txBody>
        </p:sp>
        <p:cxnSp>
          <p:nvCxnSpPr>
            <p:cNvPr id="854" name="SCHEM_line-0852"/>
            <p:cNvCxnSpPr/>
            <p:nvPr/>
          </p:nvCxnSpPr>
          <p:spPr>
            <a:xfrm flipH="1">
              <a:off x="10224000" y="2700000"/>
              <a:ext cx="1944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55" name="SCHEM_ellipse-0853"/>
            <p:cNvSpPr/>
            <p:nvPr/>
          </p:nvSpPr>
          <p:spPr>
            <a:xfrm>
              <a:off x="10202400" y="26784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56" name="SCHEM_text-0854"/>
            <p:cNvSpPr txBox="1"/>
            <p:nvPr/>
          </p:nvSpPr>
          <p:spPr>
            <a:xfrm>
              <a:off x="10468800" y="2980800"/>
              <a:ext cx="1029600" cy="220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Endothelial barrier</a:t>
              </a:r>
              <a:endParaRPr lang="en-US" sz="1077"/>
            </a:p>
          </p:txBody>
        </p:sp>
        <p:cxnSp>
          <p:nvCxnSpPr>
            <p:cNvPr id="857" name="SCHEM_line-0855"/>
            <p:cNvCxnSpPr/>
            <p:nvPr/>
          </p:nvCxnSpPr>
          <p:spPr>
            <a:xfrm flipH="1">
              <a:off x="10022400" y="3052800"/>
              <a:ext cx="3960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58" name="SCHEM_ellipse-0856"/>
            <p:cNvSpPr/>
            <p:nvPr/>
          </p:nvSpPr>
          <p:spPr>
            <a:xfrm>
              <a:off x="10000800" y="3031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59" name="SCHEM_text-0857"/>
            <p:cNvSpPr txBox="1"/>
            <p:nvPr/>
          </p:nvSpPr>
          <p:spPr>
            <a:xfrm>
              <a:off x="8496000" y="3405600"/>
              <a:ext cx="18000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Selective local exchange</a:t>
              </a:r>
              <a:endParaRPr lang="en-US" sz="1191"/>
            </a:p>
          </p:txBody>
        </p:sp>
        <p:sp>
          <p:nvSpPr>
            <p:cNvPr id="860" name="SCHEM_text-0858"/>
            <p:cNvSpPr txBox="1"/>
            <p:nvPr/>
          </p:nvSpPr>
          <p:spPr>
            <a:xfrm>
              <a:off x="10476000" y="3859200"/>
              <a:ext cx="979200" cy="2304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3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Vascular medium</a:t>
              </a:r>
              <a:endParaRPr lang="en-US" sz="1134"/>
            </a:p>
          </p:txBody>
        </p:sp>
        <p:cxnSp>
          <p:nvCxnSpPr>
            <p:cNvPr id="861" name="SCHEM_line-0859"/>
            <p:cNvCxnSpPr/>
            <p:nvPr/>
          </p:nvCxnSpPr>
          <p:spPr>
            <a:xfrm flipH="1">
              <a:off x="10209600" y="3938400"/>
              <a:ext cx="2088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862" name="SCHEM_ellipse-0860"/>
            <p:cNvSpPr/>
            <p:nvPr/>
          </p:nvSpPr>
          <p:spPr>
            <a:xfrm>
              <a:off x="10188000" y="3916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863" name="SCHEM_text-0861"/>
            <p:cNvSpPr txBox="1"/>
            <p:nvPr/>
          </p:nvSpPr>
          <p:spPr>
            <a:xfrm>
              <a:off x="6595200" y="6256800"/>
              <a:ext cx="4852800" cy="1818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850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Biomedical Engineering (2022) | doi:10.1038/s41551-022-00882-6 | Conceptual; not to scale</a:t>
              </a:r>
              <a:endParaRPr lang="en-US" sz="85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