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11520000" cy="6480000"/>
  <p:notesSz cx="6858000" cy="9144000"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  <p:grpSp>
        <p:nvGrpSpPr>
          <p:cNvPr id="2" name="SCHEM_figure"/>
          <p:cNvGrpSpPr/>
          <p:nvPr/>
        </p:nvGrpSpPr>
        <p:grpSpPr>
          <a:xfrm>
            <a:off x="180000" y="144000"/>
            <a:ext cx="11304000" cy="6323760"/>
            <a:chOff x="180000" y="144000"/>
            <a:chExt cx="11304000" cy="6323760"/>
          </a:xfrm>
        </p:grpSpPr>
        <p:sp>
          <p:nvSpPr>
            <p:cNvPr id="3" name="SCHEM_text-0001"/>
            <p:cNvSpPr txBox="1"/>
            <p:nvPr/>
          </p:nvSpPr>
          <p:spPr>
            <a:xfrm>
              <a:off x="252000" y="144000"/>
              <a:ext cx="104400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2381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Dual-window radiative cooling</a:t>
              </a:r>
              <a:endParaRPr lang="en-US" sz="2381"/>
            </a:p>
          </p:txBody>
        </p:sp>
        <p:sp>
          <p:nvSpPr>
            <p:cNvPr id="4" name="SCHEM_text-0002"/>
            <p:cNvSpPr txBox="1"/>
            <p:nvPr/>
          </p:nvSpPr>
          <p:spPr>
            <a:xfrm>
              <a:off x="324000" y="1008000"/>
              <a:ext cx="2304000" cy="541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Incident solar radiation</a:t>
              </a:r>
              <a:endParaRPr lang="en-US" sz="1474"/>
            </a:p>
            <a:p>
              <a:pPr algn="ctr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(shortwave)</a:t>
              </a:r>
              <a:endParaRPr lang="en-US" sz="1474"/>
            </a:p>
          </p:txBody>
        </p:sp>
        <p:sp>
          <p:nvSpPr>
            <p:cNvPr id="5" name="SCHEM_text-0003"/>
            <p:cNvSpPr txBox="1"/>
            <p:nvPr/>
          </p:nvSpPr>
          <p:spPr>
            <a:xfrm>
              <a:off x="2376000" y="1540800"/>
              <a:ext cx="2304000" cy="2887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Reflected solar radiation</a:t>
              </a:r>
              <a:endParaRPr lang="en-US" sz="1474"/>
            </a:p>
          </p:txBody>
        </p:sp>
        <p:sp>
          <p:nvSpPr>
            <p:cNvPr id="6" name="SCHEM_text-0004"/>
            <p:cNvSpPr txBox="1"/>
            <p:nvPr/>
          </p:nvSpPr>
          <p:spPr>
            <a:xfrm>
              <a:off x="4608000" y="864000"/>
              <a:ext cx="2160000" cy="7941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Thermal radiation</a:t>
              </a:r>
              <a:endParaRPr lang="en-US" sz="1474"/>
            </a:p>
            <a:p>
              <a:pPr algn="ctr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8–13 µm</a:t>
              </a:r>
              <a:endParaRPr lang="en-US" sz="1474"/>
            </a:p>
            <a:p>
              <a:pPr algn="ctr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(atmospheric window)</a:t>
              </a:r>
              <a:endParaRPr lang="en-US" sz="1474"/>
            </a:p>
          </p:txBody>
        </p:sp>
        <p:sp>
          <p:nvSpPr>
            <p:cNvPr id="7" name="SCHEM_text-0005"/>
            <p:cNvSpPr txBox="1"/>
            <p:nvPr/>
          </p:nvSpPr>
          <p:spPr>
            <a:xfrm>
              <a:off x="6984000" y="806400"/>
              <a:ext cx="2376000" cy="12996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Thermal radiation</a:t>
              </a:r>
              <a:endParaRPr lang="en-US" sz="1474"/>
            </a:p>
            <a:p>
              <a:pPr algn="ctr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16–25 µm</a:t>
              </a:r>
              <a:endParaRPr lang="en-US" sz="1474"/>
            </a:p>
            <a:p>
              <a:pPr algn="ctr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(atmospheric window)</a:t>
              </a:r>
              <a:endParaRPr lang="en-US" sz="1474"/>
            </a:p>
            <a:p>
              <a:pPr algn="ctr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(Humidity-dependent</a:t>
              </a:r>
              <a:endParaRPr lang="en-US" sz="1474"/>
            </a:p>
            <a:p>
              <a:pPr algn="ctr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transmission)</a:t>
              </a:r>
              <a:endParaRPr lang="en-US" sz="1474"/>
            </a:p>
          </p:txBody>
        </p:sp>
        <p:grpSp>
          <p:nvGrpSpPr>
            <p:cNvPr id="8" name="SCHEM_atmosphere"/>
            <p:cNvGrpSpPr/>
            <p:nvPr/>
          </p:nvGrpSpPr>
          <p:grpSpPr>
            <a:xfrm>
              <a:off x="201600" y="2721600"/>
              <a:ext cx="10296000" cy="849600"/>
              <a:chOff x="201600" y="2721600"/>
              <a:chExt cx="10296000" cy="849600"/>
            </a:xfrm>
          </p:grpSpPr>
          <p:sp>
            <p:nvSpPr>
              <p:cNvPr id="9" name="SCHEM_rect-0007"/>
              <p:cNvSpPr/>
              <p:nvPr/>
            </p:nvSpPr>
            <p:spPr>
              <a:xfrm>
                <a:off x="201600" y="2721600"/>
                <a:ext cx="10008000" cy="849600"/>
              </a:xfrm>
              <a:prstGeom prst="rect">
                <a:avLst/>
              </a:prstGeom>
              <a:solidFill>
                <a:srgbClr val="EDF7FC"/>
              </a:solidFill>
              <a:ln w="9360" cap="flat">
                <a:noFill/>
              </a:ln>
              <a:effectLst/>
            </p:spPr>
          </p:sp>
          <p:cxnSp>
            <p:nvCxnSpPr>
              <p:cNvPr id="10" name="SCHEM_line-0008"/>
              <p:cNvCxnSpPr/>
              <p:nvPr/>
            </p:nvCxnSpPr>
            <p:spPr>
              <a:xfrm>
                <a:off x="201600" y="2721600"/>
                <a:ext cx="10008000" cy="1"/>
              </a:xfrm>
              <a:prstGeom prst="line">
                <a:avLst/>
              </a:prstGeom>
              <a:noFill/>
              <a:ln w="9360" cap="flat">
                <a:solidFill>
                  <a:srgbClr val="9BD2F1"/>
                </a:solidFill>
                <a:prstDash val="dash"/>
              </a:ln>
              <a:effectLst/>
            </p:spPr>
          </p:cxnSp>
          <p:cxnSp>
            <p:nvCxnSpPr>
              <p:cNvPr id="11" name="SCHEM_line-0009"/>
              <p:cNvCxnSpPr/>
              <p:nvPr/>
            </p:nvCxnSpPr>
            <p:spPr>
              <a:xfrm>
                <a:off x="201600" y="3571200"/>
                <a:ext cx="10008000" cy="1"/>
              </a:xfrm>
              <a:prstGeom prst="line">
                <a:avLst/>
              </a:prstGeom>
              <a:noFill/>
              <a:ln w="9360" cap="flat">
                <a:solidFill>
                  <a:srgbClr val="9BD2F1"/>
                </a:solidFill>
                <a:prstDash val="dash"/>
              </a:ln>
              <a:effectLst/>
            </p:spPr>
          </p:cxnSp>
          <p:sp>
            <p:nvSpPr>
              <p:cNvPr id="12" name="SCHEM_ellipse-0010"/>
              <p:cNvSpPr/>
              <p:nvPr/>
            </p:nvSpPr>
            <p:spPr>
              <a:xfrm>
                <a:off x="333681" y="3088709"/>
                <a:ext cx="52638" cy="52638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13" name="SCHEM_ellipse-0011"/>
              <p:cNvSpPr/>
              <p:nvPr/>
            </p:nvSpPr>
            <p:spPr>
              <a:xfrm>
                <a:off x="516163" y="3365643"/>
                <a:ext cx="49114" cy="49114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14" name="SCHEM_ellipse-0012"/>
              <p:cNvSpPr/>
              <p:nvPr/>
            </p:nvSpPr>
            <p:spPr>
              <a:xfrm>
                <a:off x="694604" y="3120537"/>
                <a:ext cx="53672" cy="53672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15" name="SCHEM_ellipse-0013"/>
              <p:cNvSpPr/>
              <p:nvPr/>
            </p:nvSpPr>
            <p:spPr>
              <a:xfrm>
                <a:off x="876737" y="2933471"/>
                <a:ext cx="50846" cy="50846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16" name="SCHEM_ellipse-0014"/>
              <p:cNvSpPr/>
              <p:nvPr/>
            </p:nvSpPr>
            <p:spPr>
              <a:xfrm>
                <a:off x="1052195" y="3187863"/>
                <a:ext cx="61369" cy="61369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17" name="SCHEM_ellipse-0015"/>
              <p:cNvSpPr/>
              <p:nvPr/>
            </p:nvSpPr>
            <p:spPr>
              <a:xfrm>
                <a:off x="1242080" y="2884573"/>
                <a:ext cx="43039" cy="43039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18" name="SCHEM_ellipse-0016"/>
              <p:cNvSpPr/>
              <p:nvPr/>
            </p:nvSpPr>
            <p:spPr>
              <a:xfrm>
                <a:off x="1413323" y="2873083"/>
                <a:ext cx="61993" cy="61993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19" name="SCHEM_ellipse-0017"/>
              <p:cNvSpPr/>
              <p:nvPr/>
            </p:nvSpPr>
            <p:spPr>
              <a:xfrm>
                <a:off x="1608416" y="3238989"/>
                <a:ext cx="33248" cy="33248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20" name="SCHEM_ellipse-0018"/>
              <p:cNvSpPr/>
              <p:nvPr/>
            </p:nvSpPr>
            <p:spPr>
              <a:xfrm>
                <a:off x="1771860" y="3390115"/>
                <a:ext cx="67801" cy="67801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21" name="SCHEM_ellipse-0019"/>
              <p:cNvSpPr/>
              <p:nvPr/>
            </p:nvSpPr>
            <p:spPr>
              <a:xfrm>
                <a:off x="1959117" y="3205204"/>
                <a:ext cx="54727" cy="54727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22" name="SCHEM_ellipse-0020"/>
              <p:cNvSpPr/>
              <p:nvPr/>
            </p:nvSpPr>
            <p:spPr>
              <a:xfrm>
                <a:off x="2151079" y="2926930"/>
                <a:ext cx="32242" cy="32242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23" name="SCHEM_ellipse-0021"/>
              <p:cNvSpPr/>
              <p:nvPr/>
            </p:nvSpPr>
            <p:spPr>
              <a:xfrm>
                <a:off x="2330965" y="3142397"/>
                <a:ext cx="33910" cy="33910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24" name="SCHEM_ellipse-0022"/>
              <p:cNvSpPr/>
              <p:nvPr/>
            </p:nvSpPr>
            <p:spPr>
              <a:xfrm>
                <a:off x="2508271" y="2941760"/>
                <a:ext cx="40738" cy="40738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25" name="SCHEM_ellipse-0023"/>
              <p:cNvSpPr/>
              <p:nvPr/>
            </p:nvSpPr>
            <p:spPr>
              <a:xfrm>
                <a:off x="2684835" y="2844219"/>
                <a:ext cx="49050" cy="49050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26" name="SCHEM_ellipse-0024"/>
              <p:cNvSpPr/>
              <p:nvPr/>
            </p:nvSpPr>
            <p:spPr>
              <a:xfrm>
                <a:off x="2858470" y="3076508"/>
                <a:ext cx="63220" cy="63220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27" name="SCHEM_ellipse-0025"/>
              <p:cNvSpPr/>
              <p:nvPr/>
            </p:nvSpPr>
            <p:spPr>
              <a:xfrm>
                <a:off x="3042974" y="3126127"/>
                <a:ext cx="55653" cy="55653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28" name="SCHEM_ellipse-0026"/>
              <p:cNvSpPr/>
              <p:nvPr/>
            </p:nvSpPr>
            <p:spPr>
              <a:xfrm>
                <a:off x="3223279" y="3114427"/>
                <a:ext cx="56482" cy="56482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29" name="SCHEM_ellipse-0027"/>
              <p:cNvSpPr/>
              <p:nvPr/>
            </p:nvSpPr>
            <p:spPr>
              <a:xfrm>
                <a:off x="3411193" y="3096868"/>
                <a:ext cx="42094" cy="42094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30" name="SCHEM_ellipse-0028"/>
              <p:cNvSpPr/>
              <p:nvPr/>
            </p:nvSpPr>
            <p:spPr>
              <a:xfrm>
                <a:off x="3578481" y="3398554"/>
                <a:ext cx="68959" cy="68959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31" name="SCHEM_ellipse-0029"/>
              <p:cNvSpPr/>
              <p:nvPr/>
            </p:nvSpPr>
            <p:spPr>
              <a:xfrm>
                <a:off x="3764590" y="3312124"/>
                <a:ext cx="58180" cy="58180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32" name="SCHEM_ellipse-0030"/>
              <p:cNvSpPr/>
              <p:nvPr/>
            </p:nvSpPr>
            <p:spPr>
              <a:xfrm>
                <a:off x="3954261" y="3014930"/>
                <a:ext cx="40279" cy="40279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33" name="SCHEM_ellipse-0031"/>
              <p:cNvSpPr/>
              <p:nvPr/>
            </p:nvSpPr>
            <p:spPr>
              <a:xfrm>
                <a:off x="4137965" y="3002614"/>
                <a:ext cx="34309" cy="34309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34" name="SCHEM_ellipse-0032"/>
              <p:cNvSpPr/>
              <p:nvPr/>
            </p:nvSpPr>
            <p:spPr>
              <a:xfrm>
                <a:off x="4312505" y="3274764"/>
                <a:ext cx="46671" cy="46671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35" name="SCHEM_ellipse-0033"/>
              <p:cNvSpPr/>
              <p:nvPr/>
            </p:nvSpPr>
            <p:spPr>
              <a:xfrm>
                <a:off x="4493484" y="3321852"/>
                <a:ext cx="46151" cy="46151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36" name="SCHEM_ellipse-0034"/>
              <p:cNvSpPr/>
              <p:nvPr/>
            </p:nvSpPr>
            <p:spPr>
              <a:xfrm>
                <a:off x="4665578" y="3378229"/>
                <a:ext cx="63403" cy="63403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37" name="SCHEM_ellipse-0035"/>
              <p:cNvSpPr/>
              <p:nvPr/>
            </p:nvSpPr>
            <p:spPr>
              <a:xfrm>
                <a:off x="4858234" y="2831752"/>
                <a:ext cx="39532" cy="39532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38" name="SCHEM_ellipse-0036"/>
              <p:cNvSpPr/>
              <p:nvPr/>
            </p:nvSpPr>
            <p:spPr>
              <a:xfrm>
                <a:off x="5034082" y="3357432"/>
                <a:ext cx="49276" cy="49276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39" name="SCHEM_ellipse-0037"/>
              <p:cNvSpPr/>
              <p:nvPr/>
            </p:nvSpPr>
            <p:spPr>
              <a:xfrm>
                <a:off x="5216160" y="3399666"/>
                <a:ext cx="46560" cy="46560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40" name="SCHEM_ellipse-0038"/>
              <p:cNvSpPr/>
              <p:nvPr/>
            </p:nvSpPr>
            <p:spPr>
              <a:xfrm>
                <a:off x="5392537" y="2866173"/>
                <a:ext cx="55247" cy="55247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41" name="SCHEM_ellipse-0039"/>
              <p:cNvSpPr/>
              <p:nvPr/>
            </p:nvSpPr>
            <p:spPr>
              <a:xfrm>
                <a:off x="5579990" y="3284337"/>
                <a:ext cx="41780" cy="41780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42" name="SCHEM_ellipse-0040"/>
              <p:cNvSpPr/>
              <p:nvPr/>
            </p:nvSpPr>
            <p:spPr>
              <a:xfrm>
                <a:off x="5759534" y="2879956"/>
                <a:ext cx="44132" cy="44132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43" name="SCHEM_ellipse-0041"/>
              <p:cNvSpPr/>
              <p:nvPr/>
            </p:nvSpPr>
            <p:spPr>
              <a:xfrm>
                <a:off x="5932289" y="3383419"/>
                <a:ext cx="60061" cy="60061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44" name="SCHEM_ellipse-0042"/>
              <p:cNvSpPr/>
              <p:nvPr/>
            </p:nvSpPr>
            <p:spPr>
              <a:xfrm>
                <a:off x="6122588" y="2899560"/>
                <a:ext cx="40905" cy="40905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45" name="SCHEM_ellipse-0043"/>
              <p:cNvSpPr/>
              <p:nvPr/>
            </p:nvSpPr>
            <p:spPr>
              <a:xfrm>
                <a:off x="6306799" y="2893169"/>
                <a:ext cx="33922" cy="33922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46" name="SCHEM_ellipse-0044"/>
              <p:cNvSpPr/>
              <p:nvPr/>
            </p:nvSpPr>
            <p:spPr>
              <a:xfrm>
                <a:off x="6485314" y="3296857"/>
                <a:ext cx="38332" cy="38332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47" name="SCHEM_ellipse-0045"/>
              <p:cNvSpPr/>
              <p:nvPr/>
            </p:nvSpPr>
            <p:spPr>
              <a:xfrm>
                <a:off x="6660984" y="3153165"/>
                <a:ext cx="48432" cy="48432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48" name="SCHEM_ellipse-0046"/>
              <p:cNvSpPr/>
              <p:nvPr/>
            </p:nvSpPr>
            <p:spPr>
              <a:xfrm>
                <a:off x="6836379" y="2932866"/>
                <a:ext cx="59082" cy="59082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49" name="SCHEM_ellipse-0047"/>
              <p:cNvSpPr/>
              <p:nvPr/>
            </p:nvSpPr>
            <p:spPr>
              <a:xfrm>
                <a:off x="7018750" y="2899690"/>
                <a:ext cx="55781" cy="55781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50" name="SCHEM_ellipse-0048"/>
              <p:cNvSpPr/>
              <p:nvPr/>
            </p:nvSpPr>
            <p:spPr>
              <a:xfrm>
                <a:off x="7203643" y="2895431"/>
                <a:ext cx="47433" cy="47433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51" name="SCHEM_ellipse-0049"/>
              <p:cNvSpPr/>
              <p:nvPr/>
            </p:nvSpPr>
            <p:spPr>
              <a:xfrm>
                <a:off x="7387189" y="2954453"/>
                <a:ext cx="41781" cy="41781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52" name="SCHEM_ellipse-0050"/>
              <p:cNvSpPr/>
              <p:nvPr/>
            </p:nvSpPr>
            <p:spPr>
              <a:xfrm>
                <a:off x="7557920" y="3386566"/>
                <a:ext cx="61760" cy="61760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53" name="SCHEM_ellipse-0051"/>
              <p:cNvSpPr/>
              <p:nvPr/>
            </p:nvSpPr>
            <p:spPr>
              <a:xfrm>
                <a:off x="7737115" y="2996173"/>
                <a:ext cx="64809" cy="64809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54" name="SCHEM_ellipse-0052"/>
              <p:cNvSpPr/>
              <p:nvPr/>
            </p:nvSpPr>
            <p:spPr>
              <a:xfrm>
                <a:off x="7927019" y="2950865"/>
                <a:ext cx="46442" cy="46442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55" name="SCHEM_ellipse-0053"/>
              <p:cNvSpPr/>
              <p:nvPr/>
            </p:nvSpPr>
            <p:spPr>
              <a:xfrm>
                <a:off x="8103105" y="3321617"/>
                <a:ext cx="55710" cy="55710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56" name="SCHEM_ellipse-0054"/>
              <p:cNvSpPr/>
              <p:nvPr/>
            </p:nvSpPr>
            <p:spPr>
              <a:xfrm>
                <a:off x="8277320" y="2875354"/>
                <a:ext cx="68719" cy="68719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57" name="SCHEM_ellipse-0055"/>
              <p:cNvSpPr/>
              <p:nvPr/>
            </p:nvSpPr>
            <p:spPr>
              <a:xfrm>
                <a:off x="8471725" y="2954889"/>
                <a:ext cx="41350" cy="41350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58" name="SCHEM_ellipse-0056"/>
              <p:cNvSpPr/>
              <p:nvPr/>
            </p:nvSpPr>
            <p:spPr>
              <a:xfrm>
                <a:off x="8651122" y="3279835"/>
                <a:ext cx="43996" cy="43996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59" name="SCHEM_ellipse-0057"/>
              <p:cNvSpPr/>
              <p:nvPr/>
            </p:nvSpPr>
            <p:spPr>
              <a:xfrm>
                <a:off x="8836626" y="3006803"/>
                <a:ext cx="34428" cy="34428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60" name="SCHEM_ellipse-0058"/>
              <p:cNvSpPr/>
              <p:nvPr/>
            </p:nvSpPr>
            <p:spPr>
              <a:xfrm>
                <a:off x="9007811" y="2877008"/>
                <a:ext cx="53498" cy="53498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61" name="SCHEM_ellipse-0059"/>
              <p:cNvSpPr/>
              <p:nvPr/>
            </p:nvSpPr>
            <p:spPr>
              <a:xfrm>
                <a:off x="9188184" y="2965829"/>
                <a:ext cx="54192" cy="54192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62" name="SCHEM_ellipse-0060"/>
              <p:cNvSpPr/>
              <p:nvPr/>
            </p:nvSpPr>
            <p:spPr>
              <a:xfrm>
                <a:off x="9371676" y="3043654"/>
                <a:ext cx="48648" cy="48648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63" name="SCHEM_ellipse-0061"/>
              <p:cNvSpPr/>
              <p:nvPr/>
            </p:nvSpPr>
            <p:spPr>
              <a:xfrm>
                <a:off x="9551825" y="3385672"/>
                <a:ext cx="49791" cy="49791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64" name="SCHEM_ellipse-0062"/>
              <p:cNvSpPr/>
              <p:nvPr/>
            </p:nvSpPr>
            <p:spPr>
              <a:xfrm>
                <a:off x="9725379" y="3154229"/>
                <a:ext cx="64123" cy="64123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65" name="SCHEM_ellipse-0063"/>
              <p:cNvSpPr/>
              <p:nvPr/>
            </p:nvSpPr>
            <p:spPr>
              <a:xfrm>
                <a:off x="9919435" y="2939100"/>
                <a:ext cx="37451" cy="37451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cxnSp>
            <p:nvCxnSpPr>
              <p:cNvPr id="66" name="SCHEM_line-0064"/>
              <p:cNvCxnSpPr/>
              <p:nvPr/>
            </p:nvCxnSpPr>
            <p:spPr>
              <a:xfrm>
                <a:off x="10332000" y="2721600"/>
                <a:ext cx="93600" cy="1"/>
              </a:xfrm>
              <a:prstGeom prst="line">
                <a:avLst/>
              </a:prstGeom>
              <a:noFill/>
              <a:ln w="100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67" name="SCHEM_line-0065"/>
              <p:cNvCxnSpPr/>
              <p:nvPr/>
            </p:nvCxnSpPr>
            <p:spPr>
              <a:xfrm>
                <a:off x="10425600" y="2721600"/>
                <a:ext cx="1" cy="849600"/>
              </a:xfrm>
              <a:prstGeom prst="line">
                <a:avLst/>
              </a:prstGeom>
              <a:noFill/>
              <a:ln w="100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68" name="SCHEM_line-0066"/>
              <p:cNvCxnSpPr/>
              <p:nvPr/>
            </p:nvCxnSpPr>
            <p:spPr>
              <a:xfrm>
                <a:off x="10332000" y="3571200"/>
                <a:ext cx="93600" cy="1"/>
              </a:xfrm>
              <a:prstGeom prst="line">
                <a:avLst/>
              </a:prstGeom>
              <a:noFill/>
              <a:ln w="100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69" name="SCHEM_line-0067"/>
              <p:cNvCxnSpPr/>
              <p:nvPr/>
            </p:nvCxnSpPr>
            <p:spPr>
              <a:xfrm>
                <a:off x="10425600" y="3146400"/>
                <a:ext cx="72000" cy="1"/>
              </a:xfrm>
              <a:prstGeom prst="line">
                <a:avLst/>
              </a:prstGeom>
              <a:noFill/>
              <a:ln w="10080" cap="flat">
                <a:solidFill>
                  <a:srgbClr val="292929"/>
                </a:solidFill>
              </a:ln>
              <a:effectLst/>
            </p:spPr>
          </p:cxnSp>
        </p:grpSp>
        <p:sp>
          <p:nvSpPr>
            <p:cNvPr id="70" name="SCHEM_text-0068"/>
            <p:cNvSpPr txBox="1"/>
            <p:nvPr/>
          </p:nvSpPr>
          <p:spPr>
            <a:xfrm>
              <a:off x="10533600" y="3045600"/>
              <a:ext cx="9504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Atmosphere</a:t>
              </a:r>
              <a:endParaRPr lang="en-US" sz="1361"/>
            </a:p>
          </p:txBody>
        </p:sp>
        <p:grpSp>
          <p:nvGrpSpPr>
            <p:cNvPr id="71" name="SCHEM_fibrous-composite"/>
            <p:cNvGrpSpPr/>
            <p:nvPr/>
          </p:nvGrpSpPr>
          <p:grpSpPr>
            <a:xfrm>
              <a:off x="208800" y="3837600"/>
              <a:ext cx="8200800" cy="1447200"/>
              <a:chOff x="208800" y="3837600"/>
              <a:chExt cx="8200800" cy="1447200"/>
            </a:xfrm>
          </p:grpSpPr>
          <p:sp>
            <p:nvSpPr>
              <p:cNvPr id="72" name="SCHEM_rect-0070"/>
              <p:cNvSpPr/>
              <p:nvPr/>
            </p:nvSpPr>
            <p:spPr>
              <a:xfrm>
                <a:off x="208800" y="3837600"/>
                <a:ext cx="8200800" cy="1252800"/>
              </a:xfrm>
              <a:prstGeom prst="rect">
                <a:avLst/>
              </a:prstGeom>
              <a:solidFill>
                <a:srgbClr val="F5F5F2"/>
              </a:solidFill>
              <a:ln w="7200" cap="flat">
                <a:solidFill>
                  <a:srgbClr val="858585"/>
                </a:solidFill>
              </a:ln>
              <a:effectLst/>
            </p:spPr>
          </p:sp>
          <p:sp>
            <p:nvSpPr>
              <p:cNvPr id="73" name="SCHEM_path-0071"/>
              <p:cNvSpPr/>
              <p:nvPr/>
            </p:nvSpPr>
            <p:spPr>
              <a:xfrm>
                <a:off x="326392" y="3943406"/>
                <a:ext cx="222847" cy="244195"/>
              </a:xfrm>
              <a:custGeom>
                <a:avLst/>
                <a:gdLst/>
                <a:ahLst/>
                <a:cxnLst/>
                <a:rect l="0" t="0" r="r" b="b"/>
                <a:pathLst>
                  <a:path w="222847" h="244195">
                    <a:moveTo>
                      <a:pt x="222764" y="124310"/>
                    </a:moveTo>
                    <a:cubicBezTo>
                      <a:pt x="222680" y="148179"/>
                      <a:pt x="209589" y="178090"/>
                      <a:pt x="195737" y="195709"/>
                    </a:cubicBezTo>
                    <a:cubicBezTo>
                      <a:pt x="181885" y="213328"/>
                      <a:pt x="159513" y="222660"/>
                      <a:pt x="139652" y="230022"/>
                    </a:cubicBezTo>
                    <a:cubicBezTo>
                      <a:pt x="119791" y="237385"/>
                      <a:pt x="97664" y="244195"/>
                      <a:pt x="76569" y="239885"/>
                    </a:cubicBezTo>
                    <a:cubicBezTo>
                      <a:pt x="55475" y="235576"/>
                      <a:pt x="25704" y="223426"/>
                      <a:pt x="13086" y="204164"/>
                    </a:cubicBezTo>
                    <a:cubicBezTo>
                      <a:pt x="469" y="184901"/>
                      <a:pt x="0" y="150212"/>
                      <a:pt x="865" y="124310"/>
                    </a:cubicBezTo>
                    <a:cubicBezTo>
                      <a:pt x="1731" y="98409"/>
                      <a:pt x="5411" y="67139"/>
                      <a:pt x="18279" y="48757"/>
                    </a:cubicBezTo>
                    <a:cubicBezTo>
                      <a:pt x="31147" y="30375"/>
                      <a:pt x="57267" y="21075"/>
                      <a:pt x="78075" y="14017"/>
                    </a:cubicBezTo>
                    <a:cubicBezTo>
                      <a:pt x="98883" y="6960"/>
                      <a:pt x="123432" y="0"/>
                      <a:pt x="143126" y="6413"/>
                    </a:cubicBezTo>
                    <a:cubicBezTo>
                      <a:pt x="162820" y="12826"/>
                      <a:pt x="182965" y="32847"/>
                      <a:pt x="196238" y="52497"/>
                    </a:cubicBezTo>
                    <a:cubicBezTo>
                      <a:pt x="209511" y="72146"/>
                      <a:pt x="222847" y="100442"/>
                      <a:pt x="222764" y="124310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74" name="SCHEM_path-0072"/>
              <p:cNvSpPr/>
              <p:nvPr/>
            </p:nvSpPr>
            <p:spPr>
              <a:xfrm>
                <a:off x="1336294" y="3922052"/>
                <a:ext cx="204244" cy="277536"/>
              </a:xfrm>
              <a:custGeom>
                <a:avLst/>
                <a:gdLst/>
                <a:ahLst/>
                <a:cxnLst/>
                <a:rect l="0" t="0" r="r" b="b"/>
                <a:pathLst>
                  <a:path w="204244" h="277536">
                    <a:moveTo>
                      <a:pt x="200614" y="145710"/>
                    </a:moveTo>
                    <a:cubicBezTo>
                      <a:pt x="200095" y="173651"/>
                      <a:pt x="200824" y="207355"/>
                      <a:pt x="189760" y="228047"/>
                    </a:cubicBezTo>
                    <a:cubicBezTo>
                      <a:pt x="178695" y="248740"/>
                      <a:pt x="153671" y="263063"/>
                      <a:pt x="134226" y="269863"/>
                    </a:cubicBezTo>
                    <a:cubicBezTo>
                      <a:pt x="114782" y="276663"/>
                      <a:pt x="90778" y="277536"/>
                      <a:pt x="73092" y="268846"/>
                    </a:cubicBezTo>
                    <a:cubicBezTo>
                      <a:pt x="55407" y="260157"/>
                      <a:pt x="40287" y="238250"/>
                      <a:pt x="28115" y="217728"/>
                    </a:cubicBezTo>
                    <a:cubicBezTo>
                      <a:pt x="15943" y="197205"/>
                      <a:pt x="120" y="169773"/>
                      <a:pt x="60" y="145710"/>
                    </a:cubicBezTo>
                    <a:cubicBezTo>
                      <a:pt x="0" y="121646"/>
                      <a:pt x="16207" y="96399"/>
                      <a:pt x="27753" y="73347"/>
                    </a:cubicBezTo>
                    <a:cubicBezTo>
                      <a:pt x="39300" y="50295"/>
                      <a:pt x="51900" y="14793"/>
                      <a:pt x="69340" y="7396"/>
                    </a:cubicBezTo>
                    <a:cubicBezTo>
                      <a:pt x="86780" y="0"/>
                      <a:pt x="111805" y="20136"/>
                      <a:pt x="132394" y="28970"/>
                    </a:cubicBezTo>
                    <a:cubicBezTo>
                      <a:pt x="152983" y="37803"/>
                      <a:pt x="181504" y="40942"/>
                      <a:pt x="192874" y="60398"/>
                    </a:cubicBezTo>
                    <a:cubicBezTo>
                      <a:pt x="204244" y="79855"/>
                      <a:pt x="201133" y="117768"/>
                      <a:pt x="200614" y="145710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75" name="SCHEM_path-0073"/>
              <p:cNvSpPr/>
              <p:nvPr/>
            </p:nvSpPr>
            <p:spPr>
              <a:xfrm>
                <a:off x="1393011" y="4610973"/>
                <a:ext cx="260548" cy="192999"/>
              </a:xfrm>
              <a:custGeom>
                <a:avLst/>
                <a:gdLst/>
                <a:ahLst/>
                <a:cxnLst/>
                <a:rect l="0" t="0" r="r" b="b"/>
                <a:pathLst>
                  <a:path w="260548" h="192999">
                    <a:moveTo>
                      <a:pt x="259719" y="99073"/>
                    </a:moveTo>
                    <a:cubicBezTo>
                      <a:pt x="260548" y="116822"/>
                      <a:pt x="238843" y="138847"/>
                      <a:pt x="221637" y="153603"/>
                    </a:cubicBezTo>
                    <a:cubicBezTo>
                      <a:pt x="204430" y="168358"/>
                      <a:pt x="180713" y="182211"/>
                      <a:pt x="156481" y="187605"/>
                    </a:cubicBezTo>
                    <a:cubicBezTo>
                      <a:pt x="132250" y="192999"/>
                      <a:pt x="99149" y="192385"/>
                      <a:pt x="76248" y="185967"/>
                    </a:cubicBezTo>
                    <a:cubicBezTo>
                      <a:pt x="53347" y="179549"/>
                      <a:pt x="31639" y="163578"/>
                      <a:pt x="19075" y="149096"/>
                    </a:cubicBezTo>
                    <a:cubicBezTo>
                      <a:pt x="6512" y="134613"/>
                      <a:pt x="1736" y="116195"/>
                      <a:pt x="868" y="99073"/>
                    </a:cubicBezTo>
                    <a:cubicBezTo>
                      <a:pt x="0" y="81951"/>
                      <a:pt x="1351" y="60945"/>
                      <a:pt x="13869" y="46363"/>
                    </a:cubicBezTo>
                    <a:cubicBezTo>
                      <a:pt x="26386" y="31780"/>
                      <a:pt x="51852" y="18318"/>
                      <a:pt x="75973" y="11578"/>
                    </a:cubicBezTo>
                    <a:cubicBezTo>
                      <a:pt x="100094" y="4838"/>
                      <a:pt x="135146" y="0"/>
                      <a:pt x="158594" y="5922"/>
                    </a:cubicBezTo>
                    <a:cubicBezTo>
                      <a:pt x="182042" y="11845"/>
                      <a:pt x="199807" y="31587"/>
                      <a:pt x="216661" y="47112"/>
                    </a:cubicBezTo>
                    <a:cubicBezTo>
                      <a:pt x="233515" y="62637"/>
                      <a:pt x="258890" y="81325"/>
                      <a:pt x="259719" y="99073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76" name="SCHEM_path-0074"/>
              <p:cNvSpPr/>
              <p:nvPr/>
            </p:nvSpPr>
            <p:spPr>
              <a:xfrm>
                <a:off x="4480967" y="4267122"/>
                <a:ext cx="223454" cy="303955"/>
              </a:xfrm>
              <a:custGeom>
                <a:avLst/>
                <a:gdLst/>
                <a:ahLst/>
                <a:cxnLst/>
                <a:rect l="0" t="0" r="r" b="b"/>
                <a:pathLst>
                  <a:path w="223454" h="303955">
                    <a:moveTo>
                      <a:pt x="210979" y="143458"/>
                    </a:moveTo>
                    <a:cubicBezTo>
                      <a:pt x="211624" y="174581"/>
                      <a:pt x="223454" y="217242"/>
                      <a:pt x="212215" y="238654"/>
                    </a:cubicBezTo>
                    <a:cubicBezTo>
                      <a:pt x="200977" y="260067"/>
                      <a:pt x="166795" y="261986"/>
                      <a:pt x="143549" y="271933"/>
                    </a:cubicBezTo>
                    <a:cubicBezTo>
                      <a:pt x="120303" y="281879"/>
                      <a:pt x="94808" y="303955"/>
                      <a:pt x="72741" y="298334"/>
                    </a:cubicBezTo>
                    <a:cubicBezTo>
                      <a:pt x="50675" y="292712"/>
                      <a:pt x="22298" y="264016"/>
                      <a:pt x="11149" y="238204"/>
                    </a:cubicBezTo>
                    <a:cubicBezTo>
                      <a:pt x="0" y="212391"/>
                      <a:pt x="4297" y="173576"/>
                      <a:pt x="5847" y="143458"/>
                    </a:cubicBezTo>
                    <a:cubicBezTo>
                      <a:pt x="7397" y="113341"/>
                      <a:pt x="8480" y="80030"/>
                      <a:pt x="20449" y="57498"/>
                    </a:cubicBezTo>
                    <a:cubicBezTo>
                      <a:pt x="32418" y="34966"/>
                      <a:pt x="56849" y="16536"/>
                      <a:pt x="77661" y="8268"/>
                    </a:cubicBezTo>
                    <a:cubicBezTo>
                      <a:pt x="98473" y="0"/>
                      <a:pt x="123541" y="615"/>
                      <a:pt x="145322" y="7890"/>
                    </a:cubicBezTo>
                    <a:cubicBezTo>
                      <a:pt x="167102" y="15165"/>
                      <a:pt x="197403" y="29323"/>
                      <a:pt x="208346" y="51918"/>
                    </a:cubicBezTo>
                    <a:cubicBezTo>
                      <a:pt x="219289" y="74512"/>
                      <a:pt x="210334" y="112335"/>
                      <a:pt x="210979" y="143458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77" name="SCHEM_path-0075"/>
              <p:cNvSpPr/>
              <p:nvPr/>
            </p:nvSpPr>
            <p:spPr>
              <a:xfrm>
                <a:off x="922857" y="3862336"/>
                <a:ext cx="298063" cy="229771"/>
              </a:xfrm>
              <a:custGeom>
                <a:avLst/>
                <a:gdLst/>
                <a:ahLst/>
                <a:cxnLst/>
                <a:rect l="0" t="0" r="r" b="b"/>
                <a:pathLst>
                  <a:path w="298063" h="229771">
                    <a:moveTo>
                      <a:pt x="290696" y="111287"/>
                    </a:moveTo>
                    <a:cubicBezTo>
                      <a:pt x="289124" y="133023"/>
                      <a:pt x="287497" y="155339"/>
                      <a:pt x="273180" y="173993"/>
                    </a:cubicBezTo>
                    <a:cubicBezTo>
                      <a:pt x="258863" y="192647"/>
                      <a:pt x="232060" y="216652"/>
                      <a:pt x="204794" y="223212"/>
                    </a:cubicBezTo>
                    <a:cubicBezTo>
                      <a:pt x="177528" y="229771"/>
                      <a:pt x="136655" y="222046"/>
                      <a:pt x="109585" y="213350"/>
                    </a:cubicBezTo>
                    <a:cubicBezTo>
                      <a:pt x="82516" y="204655"/>
                      <a:pt x="60584" y="188050"/>
                      <a:pt x="42378" y="171040"/>
                    </a:cubicBezTo>
                    <a:cubicBezTo>
                      <a:pt x="24172" y="154029"/>
                      <a:pt x="700" y="131390"/>
                      <a:pt x="350" y="111287"/>
                    </a:cubicBezTo>
                    <a:cubicBezTo>
                      <a:pt x="0" y="91184"/>
                      <a:pt x="22315" y="67975"/>
                      <a:pt x="40279" y="50420"/>
                    </a:cubicBezTo>
                    <a:cubicBezTo>
                      <a:pt x="58243" y="32866"/>
                      <a:pt x="81849" y="11917"/>
                      <a:pt x="108133" y="5958"/>
                    </a:cubicBezTo>
                    <a:cubicBezTo>
                      <a:pt x="134417" y="0"/>
                      <a:pt x="168904" y="8400"/>
                      <a:pt x="197983" y="14670"/>
                    </a:cubicBezTo>
                    <a:cubicBezTo>
                      <a:pt x="227063" y="20940"/>
                      <a:pt x="267159" y="27474"/>
                      <a:pt x="282611" y="43577"/>
                    </a:cubicBezTo>
                    <a:cubicBezTo>
                      <a:pt x="298063" y="59680"/>
                      <a:pt x="292268" y="89551"/>
                      <a:pt x="290696" y="111287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78" name="SCHEM_path-0076"/>
              <p:cNvSpPr/>
              <p:nvPr/>
            </p:nvSpPr>
            <p:spPr>
              <a:xfrm>
                <a:off x="1797360" y="4145926"/>
                <a:ext cx="220497" cy="292206"/>
              </a:xfrm>
              <a:custGeom>
                <a:avLst/>
                <a:gdLst/>
                <a:ahLst/>
                <a:cxnLst/>
                <a:rect l="0" t="0" r="r" b="b"/>
                <a:pathLst>
                  <a:path w="220497" h="292206">
                    <a:moveTo>
                      <a:pt x="217932" y="144583"/>
                    </a:moveTo>
                    <a:cubicBezTo>
                      <a:pt x="217491" y="173487"/>
                      <a:pt x="217764" y="206638"/>
                      <a:pt x="206788" y="230030"/>
                    </a:cubicBezTo>
                    <a:cubicBezTo>
                      <a:pt x="195813" y="253422"/>
                      <a:pt x="172283" y="277667"/>
                      <a:pt x="152079" y="284937"/>
                    </a:cubicBezTo>
                    <a:cubicBezTo>
                      <a:pt x="131875" y="292206"/>
                      <a:pt x="104859" y="284115"/>
                      <a:pt x="85565" y="273649"/>
                    </a:cubicBezTo>
                    <a:cubicBezTo>
                      <a:pt x="66272" y="263184"/>
                      <a:pt x="50319" y="243655"/>
                      <a:pt x="36316" y="222144"/>
                    </a:cubicBezTo>
                    <a:cubicBezTo>
                      <a:pt x="22314" y="200633"/>
                      <a:pt x="3099" y="171918"/>
                      <a:pt x="1550" y="144583"/>
                    </a:cubicBezTo>
                    <a:cubicBezTo>
                      <a:pt x="0" y="117247"/>
                      <a:pt x="12885" y="79109"/>
                      <a:pt x="27019" y="58131"/>
                    </a:cubicBezTo>
                    <a:cubicBezTo>
                      <a:pt x="41153" y="37152"/>
                      <a:pt x="65597" y="27348"/>
                      <a:pt x="86354" y="18712"/>
                    </a:cubicBezTo>
                    <a:cubicBezTo>
                      <a:pt x="107112" y="10076"/>
                      <a:pt x="131050" y="0"/>
                      <a:pt x="151564" y="6315"/>
                    </a:cubicBezTo>
                    <a:cubicBezTo>
                      <a:pt x="172077" y="12631"/>
                      <a:pt x="198374" y="33559"/>
                      <a:pt x="209435" y="56604"/>
                    </a:cubicBezTo>
                    <a:cubicBezTo>
                      <a:pt x="220497" y="79648"/>
                      <a:pt x="218373" y="115678"/>
                      <a:pt x="217932" y="144583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79" name="SCHEM_path-0077"/>
              <p:cNvSpPr/>
              <p:nvPr/>
            </p:nvSpPr>
            <p:spPr>
              <a:xfrm>
                <a:off x="1877467" y="4046093"/>
                <a:ext cx="255197" cy="253909"/>
              </a:xfrm>
              <a:custGeom>
                <a:avLst/>
                <a:gdLst/>
                <a:ahLst/>
                <a:cxnLst/>
                <a:rect l="0" t="0" r="r" b="b"/>
                <a:pathLst>
                  <a:path w="255197" h="253909">
                    <a:moveTo>
                      <a:pt x="253249" y="128492"/>
                    </a:moveTo>
                    <a:cubicBezTo>
                      <a:pt x="255197" y="150329"/>
                      <a:pt x="246640" y="180765"/>
                      <a:pt x="232232" y="198028"/>
                    </a:cubicBezTo>
                    <a:cubicBezTo>
                      <a:pt x="217823" y="215291"/>
                      <a:pt x="190406" y="223848"/>
                      <a:pt x="166797" y="232071"/>
                    </a:cubicBezTo>
                    <a:cubicBezTo>
                      <a:pt x="143188" y="240294"/>
                      <a:pt x="112054" y="253909"/>
                      <a:pt x="90578" y="247367"/>
                    </a:cubicBezTo>
                    <a:cubicBezTo>
                      <a:pt x="69103" y="240825"/>
                      <a:pt x="52927" y="212632"/>
                      <a:pt x="37943" y="192820"/>
                    </a:cubicBezTo>
                    <a:cubicBezTo>
                      <a:pt x="22960" y="173007"/>
                      <a:pt x="1357" y="150402"/>
                      <a:pt x="678" y="128492"/>
                    </a:cubicBezTo>
                    <a:cubicBezTo>
                      <a:pt x="0" y="106582"/>
                      <a:pt x="18753" y="80775"/>
                      <a:pt x="33873" y="61360"/>
                    </a:cubicBezTo>
                    <a:cubicBezTo>
                      <a:pt x="48992" y="41946"/>
                      <a:pt x="68343" y="20704"/>
                      <a:pt x="91396" y="12006"/>
                    </a:cubicBezTo>
                    <a:cubicBezTo>
                      <a:pt x="114450" y="3307"/>
                      <a:pt x="150668" y="0"/>
                      <a:pt x="172192" y="9167"/>
                    </a:cubicBezTo>
                    <a:cubicBezTo>
                      <a:pt x="193717" y="18335"/>
                      <a:pt x="207033" y="47123"/>
                      <a:pt x="220543" y="67010"/>
                    </a:cubicBezTo>
                    <a:cubicBezTo>
                      <a:pt x="234052" y="86898"/>
                      <a:pt x="251301" y="106656"/>
                      <a:pt x="253249" y="128492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80" name="SCHEM_path-0078"/>
              <p:cNvSpPr/>
              <p:nvPr/>
            </p:nvSpPr>
            <p:spPr>
              <a:xfrm>
                <a:off x="7816390" y="4711090"/>
                <a:ext cx="208036" cy="201133"/>
              </a:xfrm>
              <a:custGeom>
                <a:avLst/>
                <a:gdLst/>
                <a:ahLst/>
                <a:cxnLst/>
                <a:rect l="0" t="0" r="r" b="b"/>
                <a:pathLst>
                  <a:path w="208036" h="201133">
                    <a:moveTo>
                      <a:pt x="207880" y="99180"/>
                    </a:moveTo>
                    <a:cubicBezTo>
                      <a:pt x="207724" y="117219"/>
                      <a:pt x="192319" y="137059"/>
                      <a:pt x="179537" y="152995"/>
                    </a:cubicBezTo>
                    <a:cubicBezTo>
                      <a:pt x="166754" y="168930"/>
                      <a:pt x="150659" y="188449"/>
                      <a:pt x="131185" y="194791"/>
                    </a:cubicBezTo>
                    <a:cubicBezTo>
                      <a:pt x="111712" y="201133"/>
                      <a:pt x="82834" y="197728"/>
                      <a:pt x="62696" y="191044"/>
                    </a:cubicBezTo>
                    <a:cubicBezTo>
                      <a:pt x="42558" y="184360"/>
                      <a:pt x="20715" y="169997"/>
                      <a:pt x="10358" y="154686"/>
                    </a:cubicBezTo>
                    <a:cubicBezTo>
                      <a:pt x="0" y="139375"/>
                      <a:pt x="417" y="117595"/>
                      <a:pt x="550" y="99180"/>
                    </a:cubicBezTo>
                    <a:cubicBezTo>
                      <a:pt x="684" y="80764"/>
                      <a:pt x="942" y="59885"/>
                      <a:pt x="11159" y="44191"/>
                    </a:cubicBezTo>
                    <a:cubicBezTo>
                      <a:pt x="21377" y="28496"/>
                      <a:pt x="42493" y="10023"/>
                      <a:pt x="61854" y="5012"/>
                    </a:cubicBezTo>
                    <a:cubicBezTo>
                      <a:pt x="81216" y="0"/>
                      <a:pt x="107560" y="7497"/>
                      <a:pt x="127330" y="14121"/>
                    </a:cubicBezTo>
                    <a:cubicBezTo>
                      <a:pt x="147100" y="20746"/>
                      <a:pt x="167048" y="30583"/>
                      <a:pt x="180473" y="44759"/>
                    </a:cubicBezTo>
                    <a:cubicBezTo>
                      <a:pt x="193898" y="58936"/>
                      <a:pt x="208036" y="81140"/>
                      <a:pt x="207880" y="99180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81" name="SCHEM_path-0079"/>
              <p:cNvSpPr/>
              <p:nvPr/>
            </p:nvSpPr>
            <p:spPr>
              <a:xfrm>
                <a:off x="6895052" y="4819509"/>
                <a:ext cx="171599" cy="284100"/>
              </a:xfrm>
              <a:custGeom>
                <a:avLst/>
                <a:gdLst/>
                <a:ahLst/>
                <a:cxnLst/>
                <a:rect l="0" t="0" r="r" b="b"/>
                <a:pathLst>
                  <a:path w="171599" h="284100">
                    <a:moveTo>
                      <a:pt x="164926" y="144422"/>
                    </a:moveTo>
                    <a:cubicBezTo>
                      <a:pt x="166399" y="170964"/>
                      <a:pt x="171599" y="209110"/>
                      <a:pt x="162664" y="228905"/>
                    </a:cubicBezTo>
                    <a:cubicBezTo>
                      <a:pt x="153729" y="248699"/>
                      <a:pt x="128844" y="255295"/>
                      <a:pt x="111315" y="263190"/>
                    </a:cubicBezTo>
                    <a:cubicBezTo>
                      <a:pt x="93787" y="271085"/>
                      <a:pt x="72634" y="284100"/>
                      <a:pt x="57494" y="276275"/>
                    </a:cubicBezTo>
                    <a:cubicBezTo>
                      <a:pt x="42354" y="268449"/>
                      <a:pt x="29788" y="238214"/>
                      <a:pt x="20478" y="216239"/>
                    </a:cubicBezTo>
                    <a:cubicBezTo>
                      <a:pt x="11167" y="194263"/>
                      <a:pt x="3258" y="170152"/>
                      <a:pt x="1629" y="144422"/>
                    </a:cubicBezTo>
                    <a:cubicBezTo>
                      <a:pt x="0" y="118693"/>
                      <a:pt x="1509" y="84376"/>
                      <a:pt x="10704" y="61862"/>
                    </a:cubicBezTo>
                    <a:cubicBezTo>
                      <a:pt x="19899" y="39348"/>
                      <a:pt x="39473" y="17974"/>
                      <a:pt x="56800" y="9339"/>
                    </a:cubicBezTo>
                    <a:cubicBezTo>
                      <a:pt x="74127" y="704"/>
                      <a:pt x="98495" y="0"/>
                      <a:pt x="114666" y="10053"/>
                    </a:cubicBezTo>
                    <a:cubicBezTo>
                      <a:pt x="130837" y="20105"/>
                      <a:pt x="145450" y="47259"/>
                      <a:pt x="153827" y="69654"/>
                    </a:cubicBezTo>
                    <a:cubicBezTo>
                      <a:pt x="162204" y="92049"/>
                      <a:pt x="163453" y="117880"/>
                      <a:pt x="164926" y="144422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82" name="SCHEM_path-0080"/>
              <p:cNvSpPr/>
              <p:nvPr/>
            </p:nvSpPr>
            <p:spPr>
              <a:xfrm>
                <a:off x="7128851" y="4486341"/>
                <a:ext cx="201246" cy="278273"/>
              </a:xfrm>
              <a:custGeom>
                <a:avLst/>
                <a:gdLst/>
                <a:ahLst/>
                <a:cxnLst/>
                <a:rect l="0" t="0" r="r" b="b"/>
                <a:pathLst>
                  <a:path w="201246" h="278273">
                    <a:moveTo>
                      <a:pt x="193976" y="132195"/>
                    </a:moveTo>
                    <a:cubicBezTo>
                      <a:pt x="191425" y="157688"/>
                      <a:pt x="185922" y="181572"/>
                      <a:pt x="175915" y="201160"/>
                    </a:cubicBezTo>
                    <a:cubicBezTo>
                      <a:pt x="165909" y="220749"/>
                      <a:pt x="151197" y="238118"/>
                      <a:pt x="133938" y="249727"/>
                    </a:cubicBezTo>
                    <a:cubicBezTo>
                      <a:pt x="116678" y="261335"/>
                      <a:pt x="89415" y="278273"/>
                      <a:pt x="72357" y="270810"/>
                    </a:cubicBezTo>
                    <a:cubicBezTo>
                      <a:pt x="55299" y="263347"/>
                      <a:pt x="43352" y="228052"/>
                      <a:pt x="31589" y="204950"/>
                    </a:cubicBezTo>
                    <a:cubicBezTo>
                      <a:pt x="19825" y="181847"/>
                      <a:pt x="3553" y="158191"/>
                      <a:pt x="1777" y="132195"/>
                    </a:cubicBezTo>
                    <a:cubicBezTo>
                      <a:pt x="0" y="106199"/>
                      <a:pt x="8682" y="70066"/>
                      <a:pt x="20928" y="48973"/>
                    </a:cubicBezTo>
                    <a:cubicBezTo>
                      <a:pt x="33175" y="27881"/>
                      <a:pt x="56440" y="11280"/>
                      <a:pt x="75256" y="5640"/>
                    </a:cubicBezTo>
                    <a:cubicBezTo>
                      <a:pt x="94073" y="0"/>
                      <a:pt x="114498" y="8038"/>
                      <a:pt x="133825" y="15132"/>
                    </a:cubicBezTo>
                    <a:cubicBezTo>
                      <a:pt x="153152" y="22226"/>
                      <a:pt x="181195" y="28691"/>
                      <a:pt x="191221" y="48202"/>
                    </a:cubicBezTo>
                    <a:cubicBezTo>
                      <a:pt x="201246" y="67712"/>
                      <a:pt x="196526" y="106702"/>
                      <a:pt x="193976" y="132195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83" name="SCHEM_path-0081"/>
              <p:cNvSpPr/>
              <p:nvPr/>
            </p:nvSpPr>
            <p:spPr>
              <a:xfrm>
                <a:off x="5994954" y="4047108"/>
                <a:ext cx="269789" cy="196694"/>
              </a:xfrm>
              <a:custGeom>
                <a:avLst/>
                <a:gdLst/>
                <a:ahLst/>
                <a:cxnLst/>
                <a:rect l="0" t="0" r="r" b="b"/>
                <a:pathLst>
                  <a:path w="269789" h="196694">
                    <a:moveTo>
                      <a:pt x="268832" y="103845"/>
                    </a:moveTo>
                    <a:cubicBezTo>
                      <a:pt x="267874" y="121985"/>
                      <a:pt x="250544" y="142171"/>
                      <a:pt x="235177" y="156679"/>
                    </a:cubicBezTo>
                    <a:cubicBezTo>
                      <a:pt x="219811" y="171187"/>
                      <a:pt x="198855" y="185092"/>
                      <a:pt x="176634" y="190893"/>
                    </a:cubicBezTo>
                    <a:cubicBezTo>
                      <a:pt x="154414" y="196694"/>
                      <a:pt x="125674" y="196282"/>
                      <a:pt x="101854" y="191485"/>
                    </a:cubicBezTo>
                    <a:cubicBezTo>
                      <a:pt x="78035" y="186687"/>
                      <a:pt x="50650" y="176716"/>
                      <a:pt x="33717" y="162109"/>
                    </a:cubicBezTo>
                    <a:cubicBezTo>
                      <a:pt x="16784" y="147502"/>
                      <a:pt x="0" y="123125"/>
                      <a:pt x="256" y="103845"/>
                    </a:cubicBezTo>
                    <a:cubicBezTo>
                      <a:pt x="512" y="84566"/>
                      <a:pt x="19111" y="62881"/>
                      <a:pt x="35255" y="46430"/>
                    </a:cubicBezTo>
                    <a:cubicBezTo>
                      <a:pt x="51398" y="29979"/>
                      <a:pt x="73468" y="10279"/>
                      <a:pt x="97117" y="5139"/>
                    </a:cubicBezTo>
                    <a:cubicBezTo>
                      <a:pt x="120766" y="0"/>
                      <a:pt x="153182" y="8477"/>
                      <a:pt x="177149" y="15594"/>
                    </a:cubicBezTo>
                    <a:cubicBezTo>
                      <a:pt x="201117" y="22712"/>
                      <a:pt x="225642" y="33136"/>
                      <a:pt x="240922" y="47844"/>
                    </a:cubicBezTo>
                    <a:cubicBezTo>
                      <a:pt x="256203" y="62553"/>
                      <a:pt x="269789" y="85706"/>
                      <a:pt x="268832" y="103845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84" name="SCHEM_path-0082"/>
              <p:cNvSpPr/>
              <p:nvPr/>
            </p:nvSpPr>
            <p:spPr>
              <a:xfrm>
                <a:off x="560472" y="4187372"/>
                <a:ext cx="221786" cy="213855"/>
              </a:xfrm>
              <a:custGeom>
                <a:avLst/>
                <a:gdLst/>
                <a:ahLst/>
                <a:cxnLst/>
                <a:rect l="0" t="0" r="r" b="b"/>
                <a:pathLst>
                  <a:path w="221786" h="213855">
                    <a:moveTo>
                      <a:pt x="221565" y="108965"/>
                    </a:moveTo>
                    <a:cubicBezTo>
                      <a:pt x="221345" y="129091"/>
                      <a:pt x="202268" y="153464"/>
                      <a:pt x="188072" y="168854"/>
                    </a:cubicBezTo>
                    <a:cubicBezTo>
                      <a:pt x="173876" y="184244"/>
                      <a:pt x="155341" y="194404"/>
                      <a:pt x="136392" y="201303"/>
                    </a:cubicBezTo>
                    <a:cubicBezTo>
                      <a:pt x="117443" y="208202"/>
                      <a:pt x="95293" y="213855"/>
                      <a:pt x="74378" y="210249"/>
                    </a:cubicBezTo>
                    <a:cubicBezTo>
                      <a:pt x="53462" y="206642"/>
                      <a:pt x="21796" y="196543"/>
                      <a:pt x="10898" y="179663"/>
                    </a:cubicBezTo>
                    <a:cubicBezTo>
                      <a:pt x="0" y="162782"/>
                      <a:pt x="7555" y="131475"/>
                      <a:pt x="8988" y="108965"/>
                    </a:cubicBezTo>
                    <a:cubicBezTo>
                      <a:pt x="10421" y="86455"/>
                      <a:pt x="8725" y="61881"/>
                      <a:pt x="19496" y="44604"/>
                    </a:cubicBezTo>
                    <a:cubicBezTo>
                      <a:pt x="30267" y="27326"/>
                      <a:pt x="53928" y="10600"/>
                      <a:pt x="73615" y="5300"/>
                    </a:cubicBezTo>
                    <a:cubicBezTo>
                      <a:pt x="93302" y="0"/>
                      <a:pt x="118319" y="5671"/>
                      <a:pt x="137616" y="12804"/>
                    </a:cubicBezTo>
                    <a:cubicBezTo>
                      <a:pt x="156913" y="19938"/>
                      <a:pt x="175405" y="32072"/>
                      <a:pt x="189397" y="48099"/>
                    </a:cubicBezTo>
                    <a:cubicBezTo>
                      <a:pt x="203388" y="64126"/>
                      <a:pt x="221786" y="88839"/>
                      <a:pt x="221565" y="108965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85" name="SCHEM_path-0083"/>
              <p:cNvSpPr/>
              <p:nvPr/>
            </p:nvSpPr>
            <p:spPr>
              <a:xfrm>
                <a:off x="5323503" y="4647260"/>
                <a:ext cx="306945" cy="290894"/>
              </a:xfrm>
              <a:custGeom>
                <a:avLst/>
                <a:gdLst/>
                <a:ahLst/>
                <a:cxnLst/>
                <a:rect l="0" t="0" r="r" b="b"/>
                <a:pathLst>
                  <a:path w="306945" h="290894">
                    <a:moveTo>
                      <a:pt x="306787" y="160443"/>
                    </a:moveTo>
                    <a:cubicBezTo>
                      <a:pt x="306628" y="189909"/>
                      <a:pt x="296313" y="228166"/>
                      <a:pt x="277260" y="248509"/>
                    </a:cubicBezTo>
                    <a:cubicBezTo>
                      <a:pt x="258207" y="268852"/>
                      <a:pt x="220558" y="276203"/>
                      <a:pt x="192468" y="282499"/>
                    </a:cubicBezTo>
                    <a:cubicBezTo>
                      <a:pt x="164379" y="288796"/>
                      <a:pt x="138116" y="290894"/>
                      <a:pt x="108722" y="286289"/>
                    </a:cubicBezTo>
                    <a:cubicBezTo>
                      <a:pt x="79329" y="281684"/>
                      <a:pt x="32217" y="275844"/>
                      <a:pt x="16108" y="254870"/>
                    </a:cubicBezTo>
                    <a:cubicBezTo>
                      <a:pt x="0" y="233896"/>
                      <a:pt x="10703" y="190962"/>
                      <a:pt x="12072" y="160443"/>
                    </a:cubicBezTo>
                    <a:cubicBezTo>
                      <a:pt x="13441" y="129925"/>
                      <a:pt x="8754" y="94330"/>
                      <a:pt x="24323" y="71757"/>
                    </a:cubicBezTo>
                    <a:cubicBezTo>
                      <a:pt x="39891" y="49185"/>
                      <a:pt x="75735" y="35670"/>
                      <a:pt x="105483" y="25008"/>
                    </a:cubicBezTo>
                    <a:cubicBezTo>
                      <a:pt x="135230" y="14346"/>
                      <a:pt x="174019" y="0"/>
                      <a:pt x="202807" y="7784"/>
                    </a:cubicBezTo>
                    <a:cubicBezTo>
                      <a:pt x="231594" y="15569"/>
                      <a:pt x="260879" y="46271"/>
                      <a:pt x="278209" y="71714"/>
                    </a:cubicBezTo>
                    <a:cubicBezTo>
                      <a:pt x="295539" y="97158"/>
                      <a:pt x="306945" y="130978"/>
                      <a:pt x="306787" y="160443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86" name="SCHEM_path-0084"/>
              <p:cNvSpPr/>
              <p:nvPr/>
            </p:nvSpPr>
            <p:spPr>
              <a:xfrm>
                <a:off x="8132220" y="4667470"/>
                <a:ext cx="204383" cy="196748"/>
              </a:xfrm>
              <a:custGeom>
                <a:avLst/>
                <a:gdLst/>
                <a:ahLst/>
                <a:cxnLst/>
                <a:rect l="0" t="0" r="r" b="b"/>
                <a:pathLst>
                  <a:path w="204383" h="196748">
                    <a:moveTo>
                      <a:pt x="202477" y="92870"/>
                    </a:moveTo>
                    <a:cubicBezTo>
                      <a:pt x="204383" y="112186"/>
                      <a:pt x="202765" y="139862"/>
                      <a:pt x="190349" y="154564"/>
                    </a:cubicBezTo>
                    <a:cubicBezTo>
                      <a:pt x="177934" y="169266"/>
                      <a:pt x="149543" y="175074"/>
                      <a:pt x="127984" y="181083"/>
                    </a:cubicBezTo>
                    <a:cubicBezTo>
                      <a:pt x="106425" y="187091"/>
                      <a:pt x="79371" y="196748"/>
                      <a:pt x="60996" y="190616"/>
                    </a:cubicBezTo>
                    <a:cubicBezTo>
                      <a:pt x="42622" y="184485"/>
                      <a:pt x="27815" y="160586"/>
                      <a:pt x="17736" y="144295"/>
                    </a:cubicBezTo>
                    <a:cubicBezTo>
                      <a:pt x="7657" y="128004"/>
                      <a:pt x="1046" y="110355"/>
                      <a:pt x="523" y="92870"/>
                    </a:cubicBezTo>
                    <a:cubicBezTo>
                      <a:pt x="0" y="75386"/>
                      <a:pt x="3422" y="52639"/>
                      <a:pt x="14597" y="39388"/>
                    </a:cubicBezTo>
                    <a:cubicBezTo>
                      <a:pt x="25771" y="26138"/>
                      <a:pt x="48644" y="19231"/>
                      <a:pt x="67569" y="13369"/>
                    </a:cubicBezTo>
                    <a:cubicBezTo>
                      <a:pt x="86493" y="7507"/>
                      <a:pt x="109585" y="0"/>
                      <a:pt x="128143" y="4217"/>
                    </a:cubicBezTo>
                    <a:cubicBezTo>
                      <a:pt x="146701" y="8433"/>
                      <a:pt x="166526" y="23894"/>
                      <a:pt x="178916" y="38669"/>
                    </a:cubicBezTo>
                    <a:cubicBezTo>
                      <a:pt x="191305" y="53445"/>
                      <a:pt x="200572" y="73554"/>
                      <a:pt x="202477" y="92870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87" name="SCHEM_path-0085"/>
              <p:cNvSpPr/>
              <p:nvPr/>
            </p:nvSpPr>
            <p:spPr>
              <a:xfrm>
                <a:off x="5169511" y="4417380"/>
                <a:ext cx="243577" cy="185194"/>
              </a:xfrm>
              <a:custGeom>
                <a:avLst/>
                <a:gdLst/>
                <a:ahLst/>
                <a:cxnLst/>
                <a:rect l="0" t="0" r="r" b="b"/>
                <a:pathLst>
                  <a:path w="243577" h="185194">
                    <a:moveTo>
                      <a:pt x="243294" y="93466"/>
                    </a:moveTo>
                    <a:cubicBezTo>
                      <a:pt x="243010" y="109469"/>
                      <a:pt x="232310" y="128587"/>
                      <a:pt x="218086" y="141054"/>
                    </a:cubicBezTo>
                    <a:cubicBezTo>
                      <a:pt x="203862" y="153520"/>
                      <a:pt x="180799" y="161620"/>
                      <a:pt x="157952" y="168264"/>
                    </a:cubicBezTo>
                    <a:cubicBezTo>
                      <a:pt x="135104" y="174907"/>
                      <a:pt x="103361" y="185194"/>
                      <a:pt x="81000" y="180914"/>
                    </a:cubicBezTo>
                    <a:cubicBezTo>
                      <a:pt x="58638" y="176635"/>
                      <a:pt x="37065" y="157163"/>
                      <a:pt x="23783" y="142588"/>
                    </a:cubicBezTo>
                    <a:cubicBezTo>
                      <a:pt x="10501" y="128013"/>
                      <a:pt x="2616" y="110491"/>
                      <a:pt x="1308" y="93466"/>
                    </a:cubicBezTo>
                    <a:cubicBezTo>
                      <a:pt x="0" y="76440"/>
                      <a:pt x="2367" y="54410"/>
                      <a:pt x="15934" y="40436"/>
                    </a:cubicBezTo>
                    <a:cubicBezTo>
                      <a:pt x="29501" y="26463"/>
                      <a:pt x="58032" y="15379"/>
                      <a:pt x="82711" y="9624"/>
                    </a:cubicBezTo>
                    <a:cubicBezTo>
                      <a:pt x="107389" y="3868"/>
                      <a:pt x="141161" y="0"/>
                      <a:pt x="164007" y="5901"/>
                    </a:cubicBezTo>
                    <a:cubicBezTo>
                      <a:pt x="186853" y="11803"/>
                      <a:pt x="206572" y="30437"/>
                      <a:pt x="219786" y="45031"/>
                    </a:cubicBezTo>
                    <a:cubicBezTo>
                      <a:pt x="233001" y="59625"/>
                      <a:pt x="243577" y="77462"/>
                      <a:pt x="243294" y="93466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88" name="SCHEM_path-0086"/>
              <p:cNvSpPr/>
              <p:nvPr/>
            </p:nvSpPr>
            <p:spPr>
              <a:xfrm>
                <a:off x="1753773" y="4762270"/>
                <a:ext cx="239735" cy="261937"/>
              </a:xfrm>
              <a:custGeom>
                <a:avLst/>
                <a:gdLst/>
                <a:ahLst/>
                <a:cxnLst/>
                <a:rect l="0" t="0" r="r" b="b"/>
                <a:pathLst>
                  <a:path w="239735" h="261937">
                    <a:moveTo>
                      <a:pt x="238171" y="132178"/>
                    </a:moveTo>
                    <a:cubicBezTo>
                      <a:pt x="239735" y="155371"/>
                      <a:pt x="229586" y="187428"/>
                      <a:pt x="214875" y="205213"/>
                    </a:cubicBezTo>
                    <a:cubicBezTo>
                      <a:pt x="200164" y="222998"/>
                      <a:pt x="173010" y="230549"/>
                      <a:pt x="149904" y="238888"/>
                    </a:cubicBezTo>
                    <a:cubicBezTo>
                      <a:pt x="126799" y="247227"/>
                      <a:pt x="97011" y="261937"/>
                      <a:pt x="76244" y="255246"/>
                    </a:cubicBezTo>
                    <a:cubicBezTo>
                      <a:pt x="55477" y="248556"/>
                      <a:pt x="37873" y="219256"/>
                      <a:pt x="25301" y="198745"/>
                    </a:cubicBezTo>
                    <a:cubicBezTo>
                      <a:pt x="12728" y="178233"/>
                      <a:pt x="1618" y="154962"/>
                      <a:pt x="809" y="132178"/>
                    </a:cubicBezTo>
                    <a:cubicBezTo>
                      <a:pt x="0" y="109393"/>
                      <a:pt x="8015" y="82986"/>
                      <a:pt x="20447" y="62036"/>
                    </a:cubicBezTo>
                    <a:cubicBezTo>
                      <a:pt x="32878" y="41085"/>
                      <a:pt x="53701" y="12952"/>
                      <a:pt x="75400" y="6476"/>
                    </a:cubicBezTo>
                    <a:cubicBezTo>
                      <a:pt x="97098" y="0"/>
                      <a:pt x="128956" y="13251"/>
                      <a:pt x="150637" y="23181"/>
                    </a:cubicBezTo>
                    <a:cubicBezTo>
                      <a:pt x="172319" y="33111"/>
                      <a:pt x="190900" y="47888"/>
                      <a:pt x="205489" y="66054"/>
                    </a:cubicBezTo>
                    <a:cubicBezTo>
                      <a:pt x="220078" y="84220"/>
                      <a:pt x="236606" y="108984"/>
                      <a:pt x="238171" y="132178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89" name="SCHEM_path-0087"/>
              <p:cNvSpPr/>
              <p:nvPr/>
            </p:nvSpPr>
            <p:spPr>
              <a:xfrm>
                <a:off x="937668" y="4237406"/>
                <a:ext cx="306540" cy="240659"/>
              </a:xfrm>
              <a:custGeom>
                <a:avLst/>
                <a:gdLst/>
                <a:ahLst/>
                <a:cxnLst/>
                <a:rect l="0" t="0" r="r" b="b"/>
                <a:pathLst>
                  <a:path w="306540" h="240659">
                    <a:moveTo>
                      <a:pt x="290368" y="123507"/>
                    </a:moveTo>
                    <a:cubicBezTo>
                      <a:pt x="292329" y="149178"/>
                      <a:pt x="306540" y="186763"/>
                      <a:pt x="291538" y="204135"/>
                    </a:cubicBezTo>
                    <a:cubicBezTo>
                      <a:pt x="276536" y="221507"/>
                      <a:pt x="229453" y="222377"/>
                      <a:pt x="200357" y="227741"/>
                    </a:cubicBezTo>
                    <a:cubicBezTo>
                      <a:pt x="171262" y="233104"/>
                      <a:pt x="144846" y="240659"/>
                      <a:pt x="116964" y="236316"/>
                    </a:cubicBezTo>
                    <a:cubicBezTo>
                      <a:pt x="89083" y="231973"/>
                      <a:pt x="52109" y="220484"/>
                      <a:pt x="33070" y="201682"/>
                    </a:cubicBezTo>
                    <a:cubicBezTo>
                      <a:pt x="14031" y="182881"/>
                      <a:pt x="0" y="147888"/>
                      <a:pt x="2731" y="123507"/>
                    </a:cubicBezTo>
                    <a:cubicBezTo>
                      <a:pt x="5462" y="99127"/>
                      <a:pt x="30718" y="74983"/>
                      <a:pt x="49457" y="55400"/>
                    </a:cubicBezTo>
                    <a:cubicBezTo>
                      <a:pt x="68195" y="35817"/>
                      <a:pt x="90017" y="12018"/>
                      <a:pt x="115162" y="6009"/>
                    </a:cubicBezTo>
                    <a:cubicBezTo>
                      <a:pt x="140308" y="0"/>
                      <a:pt x="172895" y="11995"/>
                      <a:pt x="200330" y="19345"/>
                    </a:cubicBezTo>
                    <a:cubicBezTo>
                      <a:pt x="227765" y="26695"/>
                      <a:pt x="264766" y="32749"/>
                      <a:pt x="279772" y="50109"/>
                    </a:cubicBezTo>
                    <a:cubicBezTo>
                      <a:pt x="294778" y="67469"/>
                      <a:pt x="288407" y="97836"/>
                      <a:pt x="290368" y="123507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90" name="SCHEM_path-0088"/>
              <p:cNvSpPr/>
              <p:nvPr/>
            </p:nvSpPr>
            <p:spPr>
              <a:xfrm>
                <a:off x="8092668" y="4024645"/>
                <a:ext cx="236639" cy="258823"/>
              </a:xfrm>
              <a:custGeom>
                <a:avLst/>
                <a:gdLst/>
                <a:ahLst/>
                <a:cxnLst/>
                <a:rect l="0" t="0" r="r" b="b"/>
                <a:pathLst>
                  <a:path w="236639" h="258823">
                    <a:moveTo>
                      <a:pt x="234989" y="129458"/>
                    </a:moveTo>
                    <a:cubicBezTo>
                      <a:pt x="236639" y="155487"/>
                      <a:pt x="231838" y="191146"/>
                      <a:pt x="218607" y="211719"/>
                    </a:cubicBezTo>
                    <a:cubicBezTo>
                      <a:pt x="205377" y="232291"/>
                      <a:pt x="177366" y="246961"/>
                      <a:pt x="155607" y="252892"/>
                    </a:cubicBezTo>
                    <a:cubicBezTo>
                      <a:pt x="133849" y="258823"/>
                      <a:pt x="109530" y="254625"/>
                      <a:pt x="88057" y="247302"/>
                    </a:cubicBezTo>
                    <a:cubicBezTo>
                      <a:pt x="66584" y="239979"/>
                      <a:pt x="41375" y="228594"/>
                      <a:pt x="26772" y="208953"/>
                    </a:cubicBezTo>
                    <a:cubicBezTo>
                      <a:pt x="12168" y="189312"/>
                      <a:pt x="0" y="155588"/>
                      <a:pt x="437" y="129458"/>
                    </a:cubicBezTo>
                    <a:cubicBezTo>
                      <a:pt x="875" y="103329"/>
                      <a:pt x="14912" y="72244"/>
                      <a:pt x="29395" y="52176"/>
                    </a:cubicBezTo>
                    <a:cubicBezTo>
                      <a:pt x="43879" y="32108"/>
                      <a:pt x="66384" y="16453"/>
                      <a:pt x="87338" y="9048"/>
                    </a:cubicBezTo>
                    <a:cubicBezTo>
                      <a:pt x="108293" y="1644"/>
                      <a:pt x="134896" y="0"/>
                      <a:pt x="155124" y="7749"/>
                    </a:cubicBezTo>
                    <a:cubicBezTo>
                      <a:pt x="175353" y="15499"/>
                      <a:pt x="195398" y="35260"/>
                      <a:pt x="208708" y="55545"/>
                    </a:cubicBezTo>
                    <a:cubicBezTo>
                      <a:pt x="222019" y="75830"/>
                      <a:pt x="233339" y="103429"/>
                      <a:pt x="234989" y="129458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91" name="SCHEM_path-0089"/>
              <p:cNvSpPr/>
              <p:nvPr/>
            </p:nvSpPr>
            <p:spPr>
              <a:xfrm>
                <a:off x="3741877" y="4663572"/>
                <a:ext cx="258888" cy="186263"/>
              </a:xfrm>
              <a:custGeom>
                <a:avLst/>
                <a:gdLst/>
                <a:ahLst/>
                <a:cxnLst/>
                <a:rect l="0" t="0" r="r" b="b"/>
                <a:pathLst>
                  <a:path w="258888" h="186263">
                    <a:moveTo>
                      <a:pt x="256164" y="95814"/>
                    </a:moveTo>
                    <a:cubicBezTo>
                      <a:pt x="253440" y="113143"/>
                      <a:pt x="231510" y="129354"/>
                      <a:pt x="216298" y="143398"/>
                    </a:cubicBezTo>
                    <a:cubicBezTo>
                      <a:pt x="201087" y="157443"/>
                      <a:pt x="185801" y="173903"/>
                      <a:pt x="164895" y="180083"/>
                    </a:cubicBezTo>
                    <a:cubicBezTo>
                      <a:pt x="143990" y="186263"/>
                      <a:pt x="114005" y="185375"/>
                      <a:pt x="90866" y="180479"/>
                    </a:cubicBezTo>
                    <a:cubicBezTo>
                      <a:pt x="67727" y="175584"/>
                      <a:pt x="41071" y="164823"/>
                      <a:pt x="26060" y="150712"/>
                    </a:cubicBezTo>
                    <a:cubicBezTo>
                      <a:pt x="11049" y="136601"/>
                      <a:pt x="0" y="113681"/>
                      <a:pt x="802" y="95814"/>
                    </a:cubicBezTo>
                    <a:cubicBezTo>
                      <a:pt x="1603" y="77946"/>
                      <a:pt x="16291" y="58601"/>
                      <a:pt x="30870" y="43506"/>
                    </a:cubicBezTo>
                    <a:cubicBezTo>
                      <a:pt x="45449" y="28411"/>
                      <a:pt x="65978" y="10485"/>
                      <a:pt x="88278" y="5242"/>
                    </a:cubicBezTo>
                    <a:cubicBezTo>
                      <a:pt x="110579" y="0"/>
                      <a:pt x="140612" y="6354"/>
                      <a:pt x="164673" y="12051"/>
                    </a:cubicBezTo>
                    <a:cubicBezTo>
                      <a:pt x="188733" y="17748"/>
                      <a:pt x="217393" y="25464"/>
                      <a:pt x="232641" y="39425"/>
                    </a:cubicBezTo>
                    <a:cubicBezTo>
                      <a:pt x="247890" y="53385"/>
                      <a:pt x="258888" y="78485"/>
                      <a:pt x="256164" y="95814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92" name="SCHEM_path-0090"/>
              <p:cNvSpPr/>
              <p:nvPr/>
            </p:nvSpPr>
            <p:spPr>
              <a:xfrm>
                <a:off x="1029677" y="4856106"/>
                <a:ext cx="184495" cy="203787"/>
              </a:xfrm>
              <a:custGeom>
                <a:avLst/>
                <a:gdLst/>
                <a:ahLst/>
                <a:cxnLst/>
                <a:rect l="0" t="0" r="r" b="b"/>
                <a:pathLst>
                  <a:path w="184495" h="203787">
                    <a:moveTo>
                      <a:pt x="178507" y="101709"/>
                    </a:moveTo>
                    <a:cubicBezTo>
                      <a:pt x="180887" y="120488"/>
                      <a:pt x="184495" y="147270"/>
                      <a:pt x="175436" y="163452"/>
                    </a:cubicBezTo>
                    <a:cubicBezTo>
                      <a:pt x="166377" y="179634"/>
                      <a:pt x="142510" y="193815"/>
                      <a:pt x="124153" y="198801"/>
                    </a:cubicBezTo>
                    <a:cubicBezTo>
                      <a:pt x="105796" y="203787"/>
                      <a:pt x="83028" y="199947"/>
                      <a:pt x="65294" y="193370"/>
                    </a:cubicBezTo>
                    <a:cubicBezTo>
                      <a:pt x="47560" y="186793"/>
                      <a:pt x="28625" y="174617"/>
                      <a:pt x="17750" y="159340"/>
                    </a:cubicBezTo>
                    <a:cubicBezTo>
                      <a:pt x="6874" y="144063"/>
                      <a:pt x="78" y="120949"/>
                      <a:pt x="39" y="101709"/>
                    </a:cubicBezTo>
                    <a:cubicBezTo>
                      <a:pt x="0" y="82469"/>
                      <a:pt x="6276" y="58015"/>
                      <a:pt x="17514" y="43899"/>
                    </a:cubicBezTo>
                    <a:cubicBezTo>
                      <a:pt x="28752" y="29783"/>
                      <a:pt x="49746" y="23392"/>
                      <a:pt x="67467" y="17014"/>
                    </a:cubicBezTo>
                    <a:cubicBezTo>
                      <a:pt x="85187" y="10635"/>
                      <a:pt x="108224" y="0"/>
                      <a:pt x="123838" y="5627"/>
                    </a:cubicBezTo>
                    <a:cubicBezTo>
                      <a:pt x="139453" y="11255"/>
                      <a:pt x="152043" y="34764"/>
                      <a:pt x="161154" y="50778"/>
                    </a:cubicBezTo>
                    <a:cubicBezTo>
                      <a:pt x="170265" y="66791"/>
                      <a:pt x="176127" y="82930"/>
                      <a:pt x="178507" y="101709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93" name="SCHEM_path-0091"/>
              <p:cNvSpPr/>
              <p:nvPr/>
            </p:nvSpPr>
            <p:spPr>
              <a:xfrm>
                <a:off x="2871119" y="4561098"/>
                <a:ext cx="270302" cy="232890"/>
              </a:xfrm>
              <a:custGeom>
                <a:avLst/>
                <a:gdLst/>
                <a:ahLst/>
                <a:cxnLst/>
                <a:rect l="0" t="0" r="r" b="b"/>
                <a:pathLst>
                  <a:path w="270302" h="232890">
                    <a:moveTo>
                      <a:pt x="270275" y="121143"/>
                    </a:moveTo>
                    <a:cubicBezTo>
                      <a:pt x="270302" y="143975"/>
                      <a:pt x="264667" y="172018"/>
                      <a:pt x="248432" y="189685"/>
                    </a:cubicBezTo>
                    <a:cubicBezTo>
                      <a:pt x="232196" y="207351"/>
                      <a:pt x="199738" y="221395"/>
                      <a:pt x="172862" y="227142"/>
                    </a:cubicBezTo>
                    <a:cubicBezTo>
                      <a:pt x="145987" y="232890"/>
                      <a:pt x="113290" y="230969"/>
                      <a:pt x="87177" y="224169"/>
                    </a:cubicBezTo>
                    <a:cubicBezTo>
                      <a:pt x="61064" y="217370"/>
                      <a:pt x="30611" y="203517"/>
                      <a:pt x="16186" y="186346"/>
                    </a:cubicBezTo>
                    <a:cubicBezTo>
                      <a:pt x="1760" y="169175"/>
                      <a:pt x="1053" y="143125"/>
                      <a:pt x="624" y="121143"/>
                    </a:cubicBezTo>
                    <a:cubicBezTo>
                      <a:pt x="195" y="99162"/>
                      <a:pt x="0" y="73614"/>
                      <a:pt x="13611" y="54458"/>
                    </a:cubicBezTo>
                    <a:cubicBezTo>
                      <a:pt x="27223" y="35301"/>
                      <a:pt x="55894" y="12407"/>
                      <a:pt x="82293" y="6204"/>
                    </a:cubicBezTo>
                    <a:cubicBezTo>
                      <a:pt x="108692" y="0"/>
                      <a:pt x="144341" y="9488"/>
                      <a:pt x="172005" y="17236"/>
                    </a:cubicBezTo>
                    <a:cubicBezTo>
                      <a:pt x="199669" y="24984"/>
                      <a:pt x="231897" y="35374"/>
                      <a:pt x="248275" y="52692"/>
                    </a:cubicBezTo>
                    <a:cubicBezTo>
                      <a:pt x="264654" y="70010"/>
                      <a:pt x="270249" y="98311"/>
                      <a:pt x="270275" y="121143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94" name="SCHEM_path-0092"/>
              <p:cNvSpPr/>
              <p:nvPr/>
            </p:nvSpPr>
            <p:spPr>
              <a:xfrm>
                <a:off x="4179954" y="4645065"/>
                <a:ext cx="213511" cy="223924"/>
              </a:xfrm>
              <a:custGeom>
                <a:avLst/>
                <a:gdLst/>
                <a:ahLst/>
                <a:cxnLst/>
                <a:rect l="0" t="0" r="r" b="b"/>
                <a:pathLst>
                  <a:path w="213511" h="223924">
                    <a:moveTo>
                      <a:pt x="211731" y="113833"/>
                    </a:moveTo>
                    <a:cubicBezTo>
                      <a:pt x="209950" y="134210"/>
                      <a:pt x="201032" y="153777"/>
                      <a:pt x="190199" y="170933"/>
                    </a:cubicBezTo>
                    <a:cubicBezTo>
                      <a:pt x="179367" y="188089"/>
                      <a:pt x="164561" y="209610"/>
                      <a:pt x="146735" y="216767"/>
                    </a:cubicBezTo>
                    <a:cubicBezTo>
                      <a:pt x="128908" y="223924"/>
                      <a:pt x="103983" y="219426"/>
                      <a:pt x="83240" y="213874"/>
                    </a:cubicBezTo>
                    <a:cubicBezTo>
                      <a:pt x="62496" y="208322"/>
                      <a:pt x="36132" y="200130"/>
                      <a:pt x="22275" y="183457"/>
                    </a:cubicBezTo>
                    <a:cubicBezTo>
                      <a:pt x="8418" y="166783"/>
                      <a:pt x="0" y="136968"/>
                      <a:pt x="97" y="113833"/>
                    </a:cubicBezTo>
                    <a:cubicBezTo>
                      <a:pt x="193" y="90699"/>
                      <a:pt x="9013" y="61373"/>
                      <a:pt x="22854" y="44648"/>
                    </a:cubicBezTo>
                    <a:cubicBezTo>
                      <a:pt x="36695" y="27922"/>
                      <a:pt x="62233" y="19944"/>
                      <a:pt x="83142" y="13480"/>
                    </a:cubicBezTo>
                    <a:cubicBezTo>
                      <a:pt x="104051" y="7017"/>
                      <a:pt x="128686" y="0"/>
                      <a:pt x="148309" y="5866"/>
                    </a:cubicBezTo>
                    <a:cubicBezTo>
                      <a:pt x="167932" y="11731"/>
                      <a:pt x="190310" y="30679"/>
                      <a:pt x="200880" y="48674"/>
                    </a:cubicBezTo>
                    <a:cubicBezTo>
                      <a:pt x="211450" y="66668"/>
                      <a:pt x="213511" y="93457"/>
                      <a:pt x="211731" y="113833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95" name="SCHEM_path-0093"/>
              <p:cNvSpPr/>
              <p:nvPr/>
            </p:nvSpPr>
            <p:spPr>
              <a:xfrm>
                <a:off x="5107936" y="4512628"/>
                <a:ext cx="190149" cy="178286"/>
              </a:xfrm>
              <a:custGeom>
                <a:avLst/>
                <a:gdLst/>
                <a:ahLst/>
                <a:cxnLst/>
                <a:rect l="0" t="0" r="r" b="b"/>
                <a:pathLst>
                  <a:path w="190149" h="178286">
                    <a:moveTo>
                      <a:pt x="190132" y="90648"/>
                    </a:moveTo>
                    <a:cubicBezTo>
                      <a:pt x="190149" y="109668"/>
                      <a:pt x="182520" y="133696"/>
                      <a:pt x="171253" y="147748"/>
                    </a:cubicBezTo>
                    <a:cubicBezTo>
                      <a:pt x="159985" y="161801"/>
                      <a:pt x="138963" y="171642"/>
                      <a:pt x="122526" y="174964"/>
                    </a:cubicBezTo>
                    <a:cubicBezTo>
                      <a:pt x="106089" y="178286"/>
                      <a:pt x="87974" y="173336"/>
                      <a:pt x="72630" y="167679"/>
                    </a:cubicBezTo>
                    <a:cubicBezTo>
                      <a:pt x="57286" y="162022"/>
                      <a:pt x="42508" y="153861"/>
                      <a:pt x="30462" y="141023"/>
                    </a:cubicBezTo>
                    <a:cubicBezTo>
                      <a:pt x="18415" y="128184"/>
                      <a:pt x="0" y="107171"/>
                      <a:pt x="352" y="90648"/>
                    </a:cubicBezTo>
                    <a:cubicBezTo>
                      <a:pt x="705" y="74126"/>
                      <a:pt x="20658" y="55144"/>
                      <a:pt x="32575" y="41888"/>
                    </a:cubicBezTo>
                    <a:cubicBezTo>
                      <a:pt x="44492" y="28631"/>
                      <a:pt x="56730" y="17467"/>
                      <a:pt x="71855" y="11111"/>
                    </a:cubicBezTo>
                    <a:cubicBezTo>
                      <a:pt x="86980" y="4755"/>
                      <a:pt x="106775" y="0"/>
                      <a:pt x="123324" y="3753"/>
                    </a:cubicBezTo>
                    <a:cubicBezTo>
                      <a:pt x="139872" y="7506"/>
                      <a:pt x="160011" y="19147"/>
                      <a:pt x="171146" y="33630"/>
                    </a:cubicBezTo>
                    <a:cubicBezTo>
                      <a:pt x="182281" y="48112"/>
                      <a:pt x="190114" y="71629"/>
                      <a:pt x="190132" y="90648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96" name="SCHEM_path-0094"/>
              <p:cNvSpPr/>
              <p:nvPr/>
            </p:nvSpPr>
            <p:spPr>
              <a:xfrm>
                <a:off x="1295577" y="4535390"/>
                <a:ext cx="277359" cy="296276"/>
              </a:xfrm>
              <a:custGeom>
                <a:avLst/>
                <a:gdLst/>
                <a:ahLst/>
                <a:cxnLst/>
                <a:rect l="0" t="0" r="r" b="b"/>
                <a:pathLst>
                  <a:path w="277359" h="296276">
                    <a:moveTo>
                      <a:pt x="277041" y="158781"/>
                    </a:moveTo>
                    <a:cubicBezTo>
                      <a:pt x="276724" y="188812"/>
                      <a:pt x="267289" y="227234"/>
                      <a:pt x="250339" y="248115"/>
                    </a:cubicBezTo>
                    <a:cubicBezTo>
                      <a:pt x="233388" y="268995"/>
                      <a:pt x="200487" y="277140"/>
                      <a:pt x="175337" y="284066"/>
                    </a:cubicBezTo>
                    <a:cubicBezTo>
                      <a:pt x="150186" y="290992"/>
                      <a:pt x="123538" y="296276"/>
                      <a:pt x="99435" y="289670"/>
                    </a:cubicBezTo>
                    <a:cubicBezTo>
                      <a:pt x="75332" y="283064"/>
                      <a:pt x="47042" y="266244"/>
                      <a:pt x="30719" y="244429"/>
                    </a:cubicBezTo>
                    <a:cubicBezTo>
                      <a:pt x="14396" y="222614"/>
                      <a:pt x="2995" y="188523"/>
                      <a:pt x="1497" y="158781"/>
                    </a:cubicBezTo>
                    <a:cubicBezTo>
                      <a:pt x="0" y="129038"/>
                      <a:pt x="6472" y="91367"/>
                      <a:pt x="21735" y="65974"/>
                    </a:cubicBezTo>
                    <a:cubicBezTo>
                      <a:pt x="36997" y="40581"/>
                      <a:pt x="67175" y="12844"/>
                      <a:pt x="93074" y="6422"/>
                    </a:cubicBezTo>
                    <a:cubicBezTo>
                      <a:pt x="118973" y="0"/>
                      <a:pt x="150602" y="17192"/>
                      <a:pt x="177130" y="27443"/>
                    </a:cubicBezTo>
                    <a:cubicBezTo>
                      <a:pt x="203658" y="37695"/>
                      <a:pt x="235591" y="46041"/>
                      <a:pt x="252243" y="67930"/>
                    </a:cubicBezTo>
                    <a:cubicBezTo>
                      <a:pt x="268894" y="89820"/>
                      <a:pt x="277359" y="128750"/>
                      <a:pt x="277041" y="158781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97" name="SCHEM_path-0095"/>
              <p:cNvSpPr/>
              <p:nvPr/>
            </p:nvSpPr>
            <p:spPr>
              <a:xfrm>
                <a:off x="6284593" y="4074612"/>
                <a:ext cx="290403" cy="299762"/>
              </a:xfrm>
              <a:custGeom>
                <a:avLst/>
                <a:gdLst/>
                <a:ahLst/>
                <a:cxnLst/>
                <a:rect l="0" t="0" r="r" b="b"/>
                <a:pathLst>
                  <a:path w="290403" h="299762">
                    <a:moveTo>
                      <a:pt x="288807" y="138648"/>
                    </a:moveTo>
                    <a:cubicBezTo>
                      <a:pt x="290403" y="167286"/>
                      <a:pt x="280925" y="202718"/>
                      <a:pt x="265492" y="228256"/>
                    </a:cubicBezTo>
                    <a:cubicBezTo>
                      <a:pt x="250059" y="253794"/>
                      <a:pt x="222559" y="283990"/>
                      <a:pt x="196211" y="291876"/>
                    </a:cubicBezTo>
                    <a:cubicBezTo>
                      <a:pt x="169862" y="299762"/>
                      <a:pt x="133787" y="286789"/>
                      <a:pt x="107403" y="275572"/>
                    </a:cubicBezTo>
                    <a:cubicBezTo>
                      <a:pt x="81020" y="264354"/>
                      <a:pt x="55471" y="247392"/>
                      <a:pt x="37909" y="224571"/>
                    </a:cubicBezTo>
                    <a:cubicBezTo>
                      <a:pt x="20347" y="201750"/>
                      <a:pt x="0" y="165723"/>
                      <a:pt x="2031" y="138648"/>
                    </a:cubicBezTo>
                    <a:cubicBezTo>
                      <a:pt x="4062" y="111574"/>
                      <a:pt x="32188" y="83815"/>
                      <a:pt x="50096" y="62125"/>
                    </a:cubicBezTo>
                    <a:cubicBezTo>
                      <a:pt x="68004" y="40434"/>
                      <a:pt x="86436" y="17013"/>
                      <a:pt x="109479" y="8507"/>
                    </a:cubicBezTo>
                    <a:cubicBezTo>
                      <a:pt x="132522" y="0"/>
                      <a:pt x="163949" y="3098"/>
                      <a:pt x="188355" y="11085"/>
                    </a:cubicBezTo>
                    <a:cubicBezTo>
                      <a:pt x="212761" y="19072"/>
                      <a:pt x="239173" y="35167"/>
                      <a:pt x="255915" y="56427"/>
                    </a:cubicBezTo>
                    <a:cubicBezTo>
                      <a:pt x="272657" y="77688"/>
                      <a:pt x="287211" y="110010"/>
                      <a:pt x="288807" y="138648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98" name="SCHEM_path-0096"/>
              <p:cNvSpPr/>
              <p:nvPr/>
            </p:nvSpPr>
            <p:spPr>
              <a:xfrm>
                <a:off x="2998523" y="3859987"/>
                <a:ext cx="222762" cy="214148"/>
              </a:xfrm>
              <a:custGeom>
                <a:avLst/>
                <a:gdLst/>
                <a:ahLst/>
                <a:cxnLst/>
                <a:rect l="0" t="0" r="r" b="b"/>
                <a:pathLst>
                  <a:path w="222762" h="214148">
                    <a:moveTo>
                      <a:pt x="219837" y="104250"/>
                    </a:moveTo>
                    <a:cubicBezTo>
                      <a:pt x="216913" y="124243"/>
                      <a:pt x="203045" y="143771"/>
                      <a:pt x="189712" y="158342"/>
                    </a:cubicBezTo>
                    <a:cubicBezTo>
                      <a:pt x="176379" y="172914"/>
                      <a:pt x="159473" y="183095"/>
                      <a:pt x="139839" y="191679"/>
                    </a:cubicBezTo>
                    <a:cubicBezTo>
                      <a:pt x="120204" y="200264"/>
                      <a:pt x="92348" y="214148"/>
                      <a:pt x="71905" y="209849"/>
                    </a:cubicBezTo>
                    <a:cubicBezTo>
                      <a:pt x="51462" y="205550"/>
                      <a:pt x="27795" y="183486"/>
                      <a:pt x="17180" y="165886"/>
                    </a:cubicBezTo>
                    <a:cubicBezTo>
                      <a:pt x="6565" y="148287"/>
                      <a:pt x="9158" y="125428"/>
                      <a:pt x="8216" y="104250"/>
                    </a:cubicBezTo>
                    <a:cubicBezTo>
                      <a:pt x="7274" y="83073"/>
                      <a:pt x="0" y="53831"/>
                      <a:pt x="11526" y="38821"/>
                    </a:cubicBezTo>
                    <a:cubicBezTo>
                      <a:pt x="23053" y="23812"/>
                      <a:pt x="55239" y="19990"/>
                      <a:pt x="77374" y="14192"/>
                    </a:cubicBezTo>
                    <a:cubicBezTo>
                      <a:pt x="99510" y="8394"/>
                      <a:pt x="122692" y="0"/>
                      <a:pt x="144339" y="4033"/>
                    </a:cubicBezTo>
                    <a:cubicBezTo>
                      <a:pt x="165987" y="8065"/>
                      <a:pt x="194676" y="21685"/>
                      <a:pt x="207259" y="38388"/>
                    </a:cubicBezTo>
                    <a:cubicBezTo>
                      <a:pt x="219842" y="55091"/>
                      <a:pt x="222762" y="84258"/>
                      <a:pt x="219837" y="104250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99" name="SCHEM_path-0097"/>
              <p:cNvSpPr/>
              <p:nvPr/>
            </p:nvSpPr>
            <p:spPr>
              <a:xfrm>
                <a:off x="1645070" y="3860579"/>
                <a:ext cx="175513" cy="287011"/>
              </a:xfrm>
              <a:custGeom>
                <a:avLst/>
                <a:gdLst/>
                <a:ahLst/>
                <a:cxnLst/>
                <a:rect l="0" t="0" r="r" b="b"/>
                <a:pathLst>
                  <a:path w="175513" h="287011">
                    <a:moveTo>
                      <a:pt x="175323" y="138323"/>
                    </a:moveTo>
                    <a:cubicBezTo>
                      <a:pt x="175134" y="164238"/>
                      <a:pt x="171840" y="192077"/>
                      <a:pt x="163030" y="215450"/>
                    </a:cubicBezTo>
                    <a:cubicBezTo>
                      <a:pt x="154219" y="238824"/>
                      <a:pt x="138942" y="270117"/>
                      <a:pt x="122461" y="278564"/>
                    </a:cubicBezTo>
                    <a:cubicBezTo>
                      <a:pt x="105981" y="287011"/>
                      <a:pt x="83016" y="274547"/>
                      <a:pt x="64145" y="266132"/>
                    </a:cubicBezTo>
                    <a:cubicBezTo>
                      <a:pt x="45274" y="257718"/>
                      <a:pt x="18471" y="249379"/>
                      <a:pt x="9235" y="228077"/>
                    </a:cubicBezTo>
                    <a:cubicBezTo>
                      <a:pt x="0" y="206776"/>
                      <a:pt x="6656" y="165988"/>
                      <a:pt x="8733" y="138323"/>
                    </a:cubicBezTo>
                    <a:cubicBezTo>
                      <a:pt x="10810" y="110659"/>
                      <a:pt x="12575" y="83916"/>
                      <a:pt x="21696" y="62090"/>
                    </a:cubicBezTo>
                    <a:cubicBezTo>
                      <a:pt x="30817" y="40264"/>
                      <a:pt x="47385" y="14733"/>
                      <a:pt x="63461" y="7367"/>
                    </a:cubicBezTo>
                    <a:cubicBezTo>
                      <a:pt x="79537" y="0"/>
                      <a:pt x="101368" y="9124"/>
                      <a:pt x="118152" y="17890"/>
                    </a:cubicBezTo>
                    <a:cubicBezTo>
                      <a:pt x="134936" y="26656"/>
                      <a:pt x="154638" y="39890"/>
                      <a:pt x="164167" y="59962"/>
                    </a:cubicBezTo>
                    <a:cubicBezTo>
                      <a:pt x="173695" y="80035"/>
                      <a:pt x="175513" y="112409"/>
                      <a:pt x="175323" y="138323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00" name="SCHEM_path-0098"/>
              <p:cNvSpPr/>
              <p:nvPr/>
            </p:nvSpPr>
            <p:spPr>
              <a:xfrm>
                <a:off x="641222" y="4480984"/>
                <a:ext cx="202416" cy="200393"/>
              </a:xfrm>
              <a:custGeom>
                <a:avLst/>
                <a:gdLst/>
                <a:ahLst/>
                <a:cxnLst/>
                <a:rect l="0" t="0" r="r" b="b"/>
                <a:pathLst>
                  <a:path w="202416" h="200393">
                    <a:moveTo>
                      <a:pt x="200343" y="99519"/>
                    </a:moveTo>
                    <a:cubicBezTo>
                      <a:pt x="202416" y="118260"/>
                      <a:pt x="192327" y="145222"/>
                      <a:pt x="179597" y="160155"/>
                    </a:cubicBezTo>
                    <a:cubicBezTo>
                      <a:pt x="166868" y="175089"/>
                      <a:pt x="143517" y="183255"/>
                      <a:pt x="123966" y="189120"/>
                    </a:cubicBezTo>
                    <a:cubicBezTo>
                      <a:pt x="104415" y="194984"/>
                      <a:pt x="81184" y="200393"/>
                      <a:pt x="62292" y="195342"/>
                    </a:cubicBezTo>
                    <a:cubicBezTo>
                      <a:pt x="43399" y="190292"/>
                      <a:pt x="20219" y="174789"/>
                      <a:pt x="10613" y="158819"/>
                    </a:cubicBezTo>
                    <a:cubicBezTo>
                      <a:pt x="1007" y="142848"/>
                      <a:pt x="4822" y="119404"/>
                      <a:pt x="4655" y="99519"/>
                    </a:cubicBezTo>
                    <a:cubicBezTo>
                      <a:pt x="4488" y="79634"/>
                      <a:pt x="0" y="55469"/>
                      <a:pt x="9609" y="39507"/>
                    </a:cubicBezTo>
                    <a:cubicBezTo>
                      <a:pt x="19218" y="23545"/>
                      <a:pt x="43643" y="7488"/>
                      <a:pt x="62308" y="3744"/>
                    </a:cubicBezTo>
                    <a:cubicBezTo>
                      <a:pt x="80972" y="0"/>
                      <a:pt x="104121" y="9714"/>
                      <a:pt x="121596" y="17042"/>
                    </a:cubicBezTo>
                    <a:cubicBezTo>
                      <a:pt x="139071" y="24370"/>
                      <a:pt x="154033" y="33966"/>
                      <a:pt x="167158" y="47712"/>
                    </a:cubicBezTo>
                    <a:cubicBezTo>
                      <a:pt x="180282" y="61458"/>
                      <a:pt x="198269" y="80779"/>
                      <a:pt x="200343" y="99519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01" name="SCHEM_path-0099"/>
              <p:cNvSpPr/>
              <p:nvPr/>
            </p:nvSpPr>
            <p:spPr>
              <a:xfrm>
                <a:off x="6756996" y="4139372"/>
                <a:ext cx="199952" cy="237606"/>
              </a:xfrm>
              <a:custGeom>
                <a:avLst/>
                <a:gdLst/>
                <a:ahLst/>
                <a:cxnLst/>
                <a:rect l="0" t="0" r="r" b="b"/>
                <a:pathLst>
                  <a:path w="199952" h="237606">
                    <a:moveTo>
                      <a:pt x="198691" y="118846"/>
                    </a:moveTo>
                    <a:cubicBezTo>
                      <a:pt x="199952" y="141012"/>
                      <a:pt x="193424" y="170959"/>
                      <a:pt x="181768" y="188539"/>
                    </a:cubicBezTo>
                    <a:cubicBezTo>
                      <a:pt x="170112" y="206118"/>
                      <a:pt x="147755" y="217142"/>
                      <a:pt x="128756" y="224324"/>
                    </a:cubicBezTo>
                    <a:cubicBezTo>
                      <a:pt x="109758" y="231506"/>
                      <a:pt x="86420" y="237606"/>
                      <a:pt x="67777" y="231629"/>
                    </a:cubicBezTo>
                    <a:cubicBezTo>
                      <a:pt x="49134" y="225652"/>
                      <a:pt x="28159" y="207258"/>
                      <a:pt x="16898" y="188461"/>
                    </a:cubicBezTo>
                    <a:cubicBezTo>
                      <a:pt x="5637" y="169664"/>
                      <a:pt x="423" y="142229"/>
                      <a:pt x="211" y="118846"/>
                    </a:cubicBezTo>
                    <a:cubicBezTo>
                      <a:pt x="0" y="95462"/>
                      <a:pt x="4436" y="67195"/>
                      <a:pt x="15630" y="48159"/>
                    </a:cubicBezTo>
                    <a:cubicBezTo>
                      <a:pt x="26825" y="29124"/>
                      <a:pt x="48849" y="9262"/>
                      <a:pt x="67378" y="4631"/>
                    </a:cubicBezTo>
                    <a:cubicBezTo>
                      <a:pt x="85906" y="0"/>
                      <a:pt x="108994" y="11887"/>
                      <a:pt x="126799" y="20373"/>
                    </a:cubicBezTo>
                    <a:cubicBezTo>
                      <a:pt x="144604" y="28858"/>
                      <a:pt x="162224" y="39131"/>
                      <a:pt x="174206" y="55543"/>
                    </a:cubicBezTo>
                    <a:cubicBezTo>
                      <a:pt x="186188" y="71955"/>
                      <a:pt x="197431" y="96680"/>
                      <a:pt x="198691" y="118846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02" name="SCHEM_path-0100"/>
              <p:cNvSpPr/>
              <p:nvPr/>
            </p:nvSpPr>
            <p:spPr>
              <a:xfrm>
                <a:off x="5703059" y="4371487"/>
                <a:ext cx="309764" cy="224572"/>
              </a:xfrm>
              <a:custGeom>
                <a:avLst/>
                <a:gdLst/>
                <a:ahLst/>
                <a:cxnLst/>
                <a:rect l="0" t="0" r="r" b="b"/>
                <a:pathLst>
                  <a:path w="309764" h="224572">
                    <a:moveTo>
                      <a:pt x="308596" y="117442"/>
                    </a:moveTo>
                    <a:cubicBezTo>
                      <a:pt x="309764" y="137084"/>
                      <a:pt x="283380" y="161777"/>
                      <a:pt x="264735" y="178298"/>
                    </a:cubicBezTo>
                    <a:cubicBezTo>
                      <a:pt x="246090" y="194819"/>
                      <a:pt x="222320" y="209964"/>
                      <a:pt x="196724" y="216569"/>
                    </a:cubicBezTo>
                    <a:cubicBezTo>
                      <a:pt x="171128" y="223173"/>
                      <a:pt x="136174" y="224572"/>
                      <a:pt x="111159" y="217927"/>
                    </a:cubicBezTo>
                    <a:cubicBezTo>
                      <a:pt x="86144" y="211282"/>
                      <a:pt x="64948" y="193446"/>
                      <a:pt x="46635" y="176698"/>
                    </a:cubicBezTo>
                    <a:cubicBezTo>
                      <a:pt x="28321" y="159951"/>
                      <a:pt x="2557" y="137898"/>
                      <a:pt x="1278" y="117442"/>
                    </a:cubicBezTo>
                    <a:cubicBezTo>
                      <a:pt x="0" y="96986"/>
                      <a:pt x="21382" y="72417"/>
                      <a:pt x="38964" y="53962"/>
                    </a:cubicBezTo>
                    <a:cubicBezTo>
                      <a:pt x="56545" y="35507"/>
                      <a:pt x="80144" y="13426"/>
                      <a:pt x="106768" y="6713"/>
                    </a:cubicBezTo>
                    <a:cubicBezTo>
                      <a:pt x="133392" y="0"/>
                      <a:pt x="173549" y="4730"/>
                      <a:pt x="198709" y="13685"/>
                    </a:cubicBezTo>
                    <a:cubicBezTo>
                      <a:pt x="223869" y="22641"/>
                      <a:pt x="239413" y="43153"/>
                      <a:pt x="257727" y="60446"/>
                    </a:cubicBezTo>
                    <a:cubicBezTo>
                      <a:pt x="276042" y="77739"/>
                      <a:pt x="307428" y="97801"/>
                      <a:pt x="308596" y="117442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03" name="SCHEM_path-0101"/>
              <p:cNvSpPr/>
              <p:nvPr/>
            </p:nvSpPr>
            <p:spPr>
              <a:xfrm>
                <a:off x="4380263" y="4543954"/>
                <a:ext cx="248475" cy="283513"/>
              </a:xfrm>
              <a:custGeom>
                <a:avLst/>
                <a:gdLst/>
                <a:ahLst/>
                <a:cxnLst/>
                <a:rect l="0" t="0" r="r" b="b"/>
                <a:pathLst>
                  <a:path w="248475" h="283513">
                    <a:moveTo>
                      <a:pt x="247708" y="142007"/>
                    </a:moveTo>
                    <a:cubicBezTo>
                      <a:pt x="246940" y="168449"/>
                      <a:pt x="230606" y="197046"/>
                      <a:pt x="215859" y="219474"/>
                    </a:cubicBezTo>
                    <a:cubicBezTo>
                      <a:pt x="201111" y="241902"/>
                      <a:pt x="181031" y="269639"/>
                      <a:pt x="159223" y="276576"/>
                    </a:cubicBezTo>
                    <a:cubicBezTo>
                      <a:pt x="137415" y="283513"/>
                      <a:pt x="105345" y="272411"/>
                      <a:pt x="85012" y="261095"/>
                    </a:cubicBezTo>
                    <a:cubicBezTo>
                      <a:pt x="64679" y="249779"/>
                      <a:pt x="51196" y="228527"/>
                      <a:pt x="37225" y="208679"/>
                    </a:cubicBezTo>
                    <a:cubicBezTo>
                      <a:pt x="23255" y="188831"/>
                      <a:pt x="2380" y="165191"/>
                      <a:pt x="1190" y="142007"/>
                    </a:cubicBezTo>
                    <a:cubicBezTo>
                      <a:pt x="0" y="118823"/>
                      <a:pt x="16800" y="91759"/>
                      <a:pt x="30087" y="69575"/>
                    </a:cubicBezTo>
                    <a:cubicBezTo>
                      <a:pt x="43374" y="47390"/>
                      <a:pt x="59814" y="17799"/>
                      <a:pt x="80911" y="8900"/>
                    </a:cubicBezTo>
                    <a:cubicBezTo>
                      <a:pt x="102007" y="0"/>
                      <a:pt x="133407" y="7523"/>
                      <a:pt x="156666" y="16177"/>
                    </a:cubicBezTo>
                    <a:cubicBezTo>
                      <a:pt x="179925" y="24831"/>
                      <a:pt x="205291" y="39852"/>
                      <a:pt x="220465" y="60824"/>
                    </a:cubicBezTo>
                    <a:cubicBezTo>
                      <a:pt x="235638" y="81795"/>
                      <a:pt x="248475" y="115565"/>
                      <a:pt x="247708" y="142007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04" name="SCHEM_path-0102"/>
              <p:cNvSpPr/>
              <p:nvPr/>
            </p:nvSpPr>
            <p:spPr>
              <a:xfrm>
                <a:off x="3950620" y="3940691"/>
                <a:ext cx="195776" cy="291676"/>
              </a:xfrm>
              <a:custGeom>
                <a:avLst/>
                <a:gdLst/>
                <a:ahLst/>
                <a:cxnLst/>
                <a:rect l="0" t="0" r="r" b="b"/>
                <a:pathLst>
                  <a:path w="195776" h="291676">
                    <a:moveTo>
                      <a:pt x="195002" y="148739"/>
                    </a:moveTo>
                    <a:cubicBezTo>
                      <a:pt x="194228" y="174373"/>
                      <a:pt x="179098" y="203879"/>
                      <a:pt x="166911" y="223213"/>
                    </a:cubicBezTo>
                    <a:cubicBezTo>
                      <a:pt x="154724" y="242547"/>
                      <a:pt x="138903" y="254328"/>
                      <a:pt x="121878" y="264744"/>
                    </a:cubicBezTo>
                    <a:cubicBezTo>
                      <a:pt x="104854" y="275161"/>
                      <a:pt x="81919" y="291676"/>
                      <a:pt x="64766" y="285715"/>
                    </a:cubicBezTo>
                    <a:cubicBezTo>
                      <a:pt x="47612" y="279753"/>
                      <a:pt x="29671" y="251804"/>
                      <a:pt x="18957" y="228975"/>
                    </a:cubicBezTo>
                    <a:cubicBezTo>
                      <a:pt x="8244" y="206146"/>
                      <a:pt x="0" y="174977"/>
                      <a:pt x="485" y="148739"/>
                    </a:cubicBezTo>
                    <a:cubicBezTo>
                      <a:pt x="970" y="122500"/>
                      <a:pt x="11261" y="94847"/>
                      <a:pt x="21867" y="71545"/>
                    </a:cubicBezTo>
                    <a:cubicBezTo>
                      <a:pt x="32474" y="48244"/>
                      <a:pt x="46902" y="17856"/>
                      <a:pt x="64126" y="8928"/>
                    </a:cubicBezTo>
                    <a:cubicBezTo>
                      <a:pt x="81350" y="0"/>
                      <a:pt x="107305" y="7897"/>
                      <a:pt x="125210" y="17977"/>
                    </a:cubicBezTo>
                    <a:cubicBezTo>
                      <a:pt x="143115" y="28057"/>
                      <a:pt x="159924" y="47613"/>
                      <a:pt x="171556" y="69407"/>
                    </a:cubicBezTo>
                    <a:cubicBezTo>
                      <a:pt x="183188" y="91200"/>
                      <a:pt x="195776" y="123104"/>
                      <a:pt x="195002" y="148739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05" name="SCHEM_path-0103"/>
              <p:cNvSpPr/>
              <p:nvPr/>
            </p:nvSpPr>
            <p:spPr>
              <a:xfrm>
                <a:off x="6129007" y="4792998"/>
                <a:ext cx="249603" cy="250799"/>
              </a:xfrm>
              <a:custGeom>
                <a:avLst/>
                <a:gdLst/>
                <a:ahLst/>
                <a:cxnLst/>
                <a:rect l="0" t="0" r="r" b="b"/>
                <a:pathLst>
                  <a:path w="249603" h="250799">
                    <a:moveTo>
                      <a:pt x="248133" y="123673"/>
                    </a:moveTo>
                    <a:cubicBezTo>
                      <a:pt x="249603" y="146299"/>
                      <a:pt x="245323" y="175147"/>
                      <a:pt x="231638" y="194468"/>
                    </a:cubicBezTo>
                    <a:cubicBezTo>
                      <a:pt x="217952" y="213790"/>
                      <a:pt x="190935" y="231531"/>
                      <a:pt x="166020" y="239603"/>
                    </a:cubicBezTo>
                    <a:cubicBezTo>
                      <a:pt x="141104" y="247674"/>
                      <a:pt x="106289" y="250799"/>
                      <a:pt x="82143" y="242897"/>
                    </a:cubicBezTo>
                    <a:cubicBezTo>
                      <a:pt x="57996" y="234995"/>
                      <a:pt x="33333" y="212062"/>
                      <a:pt x="21140" y="192191"/>
                    </a:cubicBezTo>
                    <a:cubicBezTo>
                      <a:pt x="8948" y="172321"/>
                      <a:pt x="10354" y="147418"/>
                      <a:pt x="8986" y="123673"/>
                    </a:cubicBezTo>
                    <a:cubicBezTo>
                      <a:pt x="7618" y="99929"/>
                      <a:pt x="0" y="67519"/>
                      <a:pt x="12933" y="49724"/>
                    </a:cubicBezTo>
                    <a:cubicBezTo>
                      <a:pt x="25866" y="31928"/>
                      <a:pt x="61024" y="24028"/>
                      <a:pt x="86584" y="16902"/>
                    </a:cubicBezTo>
                    <a:cubicBezTo>
                      <a:pt x="112145" y="9777"/>
                      <a:pt x="143591" y="0"/>
                      <a:pt x="166296" y="6969"/>
                    </a:cubicBezTo>
                    <a:cubicBezTo>
                      <a:pt x="189002" y="13938"/>
                      <a:pt x="209179" y="39265"/>
                      <a:pt x="222818" y="58715"/>
                    </a:cubicBezTo>
                    <a:cubicBezTo>
                      <a:pt x="236458" y="78166"/>
                      <a:pt x="246663" y="101048"/>
                      <a:pt x="248133" y="123673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06" name="SCHEM_path-0104"/>
              <p:cNvSpPr/>
              <p:nvPr/>
            </p:nvSpPr>
            <p:spPr>
              <a:xfrm>
                <a:off x="1569070" y="4702443"/>
                <a:ext cx="183135" cy="244498"/>
              </a:xfrm>
              <a:custGeom>
                <a:avLst/>
                <a:gdLst/>
                <a:ahLst/>
                <a:cxnLst/>
                <a:rect l="0" t="0" r="r" b="b"/>
                <a:pathLst>
                  <a:path w="183135" h="244498">
                    <a:moveTo>
                      <a:pt x="181831" y="122598"/>
                    </a:moveTo>
                    <a:cubicBezTo>
                      <a:pt x="180527" y="144522"/>
                      <a:pt x="170748" y="165526"/>
                      <a:pt x="160539" y="184960"/>
                    </a:cubicBezTo>
                    <a:cubicBezTo>
                      <a:pt x="150330" y="204393"/>
                      <a:pt x="136750" y="233902"/>
                      <a:pt x="120578" y="239200"/>
                    </a:cubicBezTo>
                    <a:cubicBezTo>
                      <a:pt x="104406" y="244498"/>
                      <a:pt x="81236" y="225312"/>
                      <a:pt x="63508" y="216746"/>
                    </a:cubicBezTo>
                    <a:cubicBezTo>
                      <a:pt x="45779" y="208180"/>
                      <a:pt x="24650" y="203494"/>
                      <a:pt x="14206" y="187802"/>
                    </a:cubicBezTo>
                    <a:cubicBezTo>
                      <a:pt x="3761" y="172111"/>
                      <a:pt x="0" y="143600"/>
                      <a:pt x="841" y="122598"/>
                    </a:cubicBezTo>
                    <a:cubicBezTo>
                      <a:pt x="1682" y="101596"/>
                      <a:pt x="9793" y="81127"/>
                      <a:pt x="19251" y="61792"/>
                    </a:cubicBezTo>
                    <a:cubicBezTo>
                      <a:pt x="28708" y="42457"/>
                      <a:pt x="41434" y="13176"/>
                      <a:pt x="57587" y="6588"/>
                    </a:cubicBezTo>
                    <a:cubicBezTo>
                      <a:pt x="73741" y="0"/>
                      <a:pt x="97711" y="14459"/>
                      <a:pt x="116173" y="22264"/>
                    </a:cubicBezTo>
                    <a:cubicBezTo>
                      <a:pt x="134635" y="30069"/>
                      <a:pt x="157419" y="36695"/>
                      <a:pt x="168362" y="53417"/>
                    </a:cubicBezTo>
                    <a:cubicBezTo>
                      <a:pt x="179305" y="70139"/>
                      <a:pt x="183135" y="100674"/>
                      <a:pt x="181831" y="122598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07" name="SCHEM_path-0105"/>
              <p:cNvSpPr/>
              <p:nvPr/>
            </p:nvSpPr>
            <p:spPr>
              <a:xfrm>
                <a:off x="1352905" y="4224395"/>
                <a:ext cx="218383" cy="238329"/>
              </a:xfrm>
              <a:custGeom>
                <a:avLst/>
                <a:gdLst/>
                <a:ahLst/>
                <a:cxnLst/>
                <a:rect l="0" t="0" r="r" b="b"/>
                <a:pathLst>
                  <a:path w="218383" h="238329">
                    <a:moveTo>
                      <a:pt x="217646" y="117634"/>
                    </a:moveTo>
                    <a:cubicBezTo>
                      <a:pt x="216910" y="140027"/>
                      <a:pt x="201466" y="164041"/>
                      <a:pt x="188150" y="183125"/>
                    </a:cubicBezTo>
                    <a:cubicBezTo>
                      <a:pt x="174834" y="202210"/>
                      <a:pt x="157344" y="225956"/>
                      <a:pt x="137749" y="232143"/>
                    </a:cubicBezTo>
                    <a:cubicBezTo>
                      <a:pt x="118154" y="238329"/>
                      <a:pt x="90132" y="228916"/>
                      <a:pt x="70579" y="220246"/>
                    </a:cubicBezTo>
                    <a:cubicBezTo>
                      <a:pt x="51027" y="211575"/>
                      <a:pt x="31964" y="197222"/>
                      <a:pt x="20437" y="180120"/>
                    </a:cubicBezTo>
                    <a:cubicBezTo>
                      <a:pt x="8910" y="163018"/>
                      <a:pt x="2836" y="139545"/>
                      <a:pt x="1418" y="117634"/>
                    </a:cubicBezTo>
                    <a:cubicBezTo>
                      <a:pt x="0" y="95724"/>
                      <a:pt x="133" y="64886"/>
                      <a:pt x="11930" y="48657"/>
                    </a:cubicBezTo>
                    <a:cubicBezTo>
                      <a:pt x="23727" y="32429"/>
                      <a:pt x="51314" y="27579"/>
                      <a:pt x="72200" y="20261"/>
                    </a:cubicBezTo>
                    <a:cubicBezTo>
                      <a:pt x="93086" y="12944"/>
                      <a:pt x="117185" y="0"/>
                      <a:pt x="137246" y="4752"/>
                    </a:cubicBezTo>
                    <a:cubicBezTo>
                      <a:pt x="157308" y="9503"/>
                      <a:pt x="179169" y="29958"/>
                      <a:pt x="192569" y="48772"/>
                    </a:cubicBezTo>
                    <a:cubicBezTo>
                      <a:pt x="205969" y="67585"/>
                      <a:pt x="218383" y="95242"/>
                      <a:pt x="217646" y="117634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08" name="SCHEM_path-0106"/>
              <p:cNvSpPr/>
              <p:nvPr/>
            </p:nvSpPr>
            <p:spPr>
              <a:xfrm>
                <a:off x="5882061" y="4375255"/>
                <a:ext cx="199947" cy="275356"/>
              </a:xfrm>
              <a:custGeom>
                <a:avLst/>
                <a:gdLst/>
                <a:ahLst/>
                <a:cxnLst/>
                <a:rect l="0" t="0" r="r" b="b"/>
                <a:pathLst>
                  <a:path w="199947" h="275356">
                    <a:moveTo>
                      <a:pt x="195266" y="131231"/>
                    </a:moveTo>
                    <a:cubicBezTo>
                      <a:pt x="196392" y="157705"/>
                      <a:pt x="199947" y="192777"/>
                      <a:pt x="189861" y="213887"/>
                    </a:cubicBezTo>
                    <a:cubicBezTo>
                      <a:pt x="179776" y="234998"/>
                      <a:pt x="154763" y="248881"/>
                      <a:pt x="134752" y="257896"/>
                    </a:cubicBezTo>
                    <a:cubicBezTo>
                      <a:pt x="114741" y="266911"/>
                      <a:pt x="89346" y="275356"/>
                      <a:pt x="69794" y="267978"/>
                    </a:cubicBezTo>
                    <a:cubicBezTo>
                      <a:pt x="50242" y="260600"/>
                      <a:pt x="29063" y="236419"/>
                      <a:pt x="17442" y="213628"/>
                    </a:cubicBezTo>
                    <a:cubicBezTo>
                      <a:pt x="5820" y="190837"/>
                      <a:pt x="0" y="158633"/>
                      <a:pt x="66" y="131231"/>
                    </a:cubicBezTo>
                    <a:cubicBezTo>
                      <a:pt x="132" y="103828"/>
                      <a:pt x="5164" y="67742"/>
                      <a:pt x="17836" y="49211"/>
                    </a:cubicBezTo>
                    <a:cubicBezTo>
                      <a:pt x="30508" y="30679"/>
                      <a:pt x="56663" y="27272"/>
                      <a:pt x="76097" y="20043"/>
                    </a:cubicBezTo>
                    <a:cubicBezTo>
                      <a:pt x="95531" y="12813"/>
                      <a:pt x="116604" y="0"/>
                      <a:pt x="134439" y="5833"/>
                    </a:cubicBezTo>
                    <a:cubicBezTo>
                      <a:pt x="152275" y="11666"/>
                      <a:pt x="172969" y="34140"/>
                      <a:pt x="183107" y="55040"/>
                    </a:cubicBezTo>
                    <a:cubicBezTo>
                      <a:pt x="193245" y="75939"/>
                      <a:pt x="194140" y="104756"/>
                      <a:pt x="195266" y="131231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09" name="SCHEM_path-0107"/>
              <p:cNvSpPr/>
              <p:nvPr/>
            </p:nvSpPr>
            <p:spPr>
              <a:xfrm>
                <a:off x="6079479" y="4665115"/>
                <a:ext cx="178058" cy="265772"/>
              </a:xfrm>
              <a:custGeom>
                <a:avLst/>
                <a:gdLst/>
                <a:ahLst/>
                <a:cxnLst/>
                <a:rect l="0" t="0" r="r" b="b"/>
                <a:pathLst>
                  <a:path w="178058" h="265772">
                    <a:moveTo>
                      <a:pt x="172461" y="133437"/>
                    </a:moveTo>
                    <a:cubicBezTo>
                      <a:pt x="173166" y="157998"/>
                      <a:pt x="178058" y="188086"/>
                      <a:pt x="170309" y="209304"/>
                    </a:cubicBezTo>
                    <a:cubicBezTo>
                      <a:pt x="162560" y="230523"/>
                      <a:pt x="142241" y="255722"/>
                      <a:pt x="125964" y="260747"/>
                    </a:cubicBezTo>
                    <a:cubicBezTo>
                      <a:pt x="109687" y="265772"/>
                      <a:pt x="88679" y="249120"/>
                      <a:pt x="72648" y="239454"/>
                    </a:cubicBezTo>
                    <a:cubicBezTo>
                      <a:pt x="56618" y="229788"/>
                      <a:pt x="41659" y="220422"/>
                      <a:pt x="29780" y="202752"/>
                    </a:cubicBezTo>
                    <a:cubicBezTo>
                      <a:pt x="17901" y="185083"/>
                      <a:pt x="2754" y="157965"/>
                      <a:pt x="1377" y="133437"/>
                    </a:cubicBezTo>
                    <a:cubicBezTo>
                      <a:pt x="0" y="108909"/>
                      <a:pt x="10404" y="76602"/>
                      <a:pt x="21518" y="55587"/>
                    </a:cubicBezTo>
                    <a:cubicBezTo>
                      <a:pt x="32633" y="34572"/>
                      <a:pt x="50859" y="14695"/>
                      <a:pt x="68062" y="7347"/>
                    </a:cubicBezTo>
                    <a:cubicBezTo>
                      <a:pt x="85265" y="0"/>
                      <a:pt x="108400" y="2403"/>
                      <a:pt x="124736" y="11502"/>
                    </a:cubicBezTo>
                    <a:cubicBezTo>
                      <a:pt x="141072" y="20601"/>
                      <a:pt x="158124" y="41618"/>
                      <a:pt x="166078" y="61941"/>
                    </a:cubicBezTo>
                    <a:cubicBezTo>
                      <a:pt x="174032" y="82263"/>
                      <a:pt x="171755" y="108876"/>
                      <a:pt x="172461" y="133437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10" name="SCHEM_path-0108"/>
              <p:cNvSpPr/>
              <p:nvPr/>
            </p:nvSpPr>
            <p:spPr>
              <a:xfrm>
                <a:off x="7357289" y="4072019"/>
                <a:ext cx="187373" cy="273449"/>
              </a:xfrm>
              <a:custGeom>
                <a:avLst/>
                <a:gdLst/>
                <a:ahLst/>
                <a:cxnLst/>
                <a:rect l="0" t="0" r="r" b="b"/>
                <a:pathLst>
                  <a:path w="187373" h="273449">
                    <a:moveTo>
                      <a:pt x="182453" y="145413"/>
                    </a:moveTo>
                    <a:cubicBezTo>
                      <a:pt x="182873" y="173426"/>
                      <a:pt x="187373" y="210139"/>
                      <a:pt x="177140" y="230713"/>
                    </a:cubicBezTo>
                    <a:cubicBezTo>
                      <a:pt x="166907" y="251287"/>
                      <a:pt x="139688" y="264265"/>
                      <a:pt x="121056" y="268857"/>
                    </a:cubicBezTo>
                    <a:cubicBezTo>
                      <a:pt x="102425" y="273449"/>
                      <a:pt x="83427" y="265593"/>
                      <a:pt x="65349" y="258264"/>
                    </a:cubicBezTo>
                    <a:cubicBezTo>
                      <a:pt x="47271" y="250935"/>
                      <a:pt x="23434" y="243692"/>
                      <a:pt x="12590" y="224883"/>
                    </a:cubicBezTo>
                    <a:cubicBezTo>
                      <a:pt x="1746" y="206075"/>
                      <a:pt x="0" y="171618"/>
                      <a:pt x="284" y="145413"/>
                    </a:cubicBezTo>
                    <a:cubicBezTo>
                      <a:pt x="568" y="119207"/>
                      <a:pt x="3882" y="88286"/>
                      <a:pt x="14295" y="67650"/>
                    </a:cubicBezTo>
                    <a:cubicBezTo>
                      <a:pt x="24709" y="47015"/>
                      <a:pt x="44377" y="31734"/>
                      <a:pt x="62765" y="21599"/>
                    </a:cubicBezTo>
                    <a:cubicBezTo>
                      <a:pt x="81153" y="11464"/>
                      <a:pt x="105980" y="0"/>
                      <a:pt x="124623" y="6839"/>
                    </a:cubicBezTo>
                    <a:cubicBezTo>
                      <a:pt x="143266" y="13679"/>
                      <a:pt x="164983" y="39539"/>
                      <a:pt x="174621" y="62635"/>
                    </a:cubicBezTo>
                    <a:cubicBezTo>
                      <a:pt x="184260" y="85731"/>
                      <a:pt x="182033" y="117400"/>
                      <a:pt x="182453" y="145413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11" name="SCHEM_path-0109"/>
              <p:cNvSpPr/>
              <p:nvPr/>
            </p:nvSpPr>
            <p:spPr>
              <a:xfrm>
                <a:off x="3079580" y="4244286"/>
                <a:ext cx="282374" cy="235208"/>
              </a:xfrm>
              <a:custGeom>
                <a:avLst/>
                <a:gdLst/>
                <a:ahLst/>
                <a:cxnLst/>
                <a:rect l="0" t="0" r="r" b="b"/>
                <a:pathLst>
                  <a:path w="282374" h="235208">
                    <a:moveTo>
                      <a:pt x="275776" y="118786"/>
                    </a:moveTo>
                    <a:cubicBezTo>
                      <a:pt x="273760" y="139850"/>
                      <a:pt x="270093" y="161603"/>
                      <a:pt x="256117" y="178611"/>
                    </a:cubicBezTo>
                    <a:cubicBezTo>
                      <a:pt x="242140" y="195618"/>
                      <a:pt x="217619" y="212437"/>
                      <a:pt x="191917" y="220832"/>
                    </a:cubicBezTo>
                    <a:cubicBezTo>
                      <a:pt x="166214" y="229228"/>
                      <a:pt x="128485" y="235208"/>
                      <a:pt x="101902" y="228982"/>
                    </a:cubicBezTo>
                    <a:cubicBezTo>
                      <a:pt x="75319" y="222755"/>
                      <a:pt x="49324" y="201841"/>
                      <a:pt x="32418" y="183475"/>
                    </a:cubicBezTo>
                    <a:cubicBezTo>
                      <a:pt x="15512" y="165109"/>
                      <a:pt x="928" y="140607"/>
                      <a:pt x="464" y="118786"/>
                    </a:cubicBezTo>
                    <a:cubicBezTo>
                      <a:pt x="0" y="96965"/>
                      <a:pt x="12944" y="71421"/>
                      <a:pt x="29634" y="52547"/>
                    </a:cubicBezTo>
                    <a:cubicBezTo>
                      <a:pt x="46325" y="33674"/>
                      <a:pt x="73742" y="11086"/>
                      <a:pt x="100609" y="5543"/>
                    </a:cubicBezTo>
                    <a:cubicBezTo>
                      <a:pt x="127476" y="0"/>
                      <a:pt x="162901" y="11508"/>
                      <a:pt x="190836" y="19288"/>
                    </a:cubicBezTo>
                    <a:cubicBezTo>
                      <a:pt x="218770" y="27069"/>
                      <a:pt x="254060" y="35643"/>
                      <a:pt x="268217" y="52226"/>
                    </a:cubicBezTo>
                    <a:cubicBezTo>
                      <a:pt x="282374" y="68809"/>
                      <a:pt x="277793" y="97722"/>
                      <a:pt x="275776" y="118786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12" name="SCHEM_path-0110"/>
              <p:cNvSpPr/>
              <p:nvPr/>
            </p:nvSpPr>
            <p:spPr>
              <a:xfrm>
                <a:off x="1799183" y="4039724"/>
                <a:ext cx="222628" cy="263134"/>
              </a:xfrm>
              <a:custGeom>
                <a:avLst/>
                <a:gdLst/>
                <a:ahLst/>
                <a:cxnLst/>
                <a:rect l="0" t="0" r="r" b="b"/>
                <a:pathLst>
                  <a:path w="222628" h="263134">
                    <a:moveTo>
                      <a:pt x="213388" y="132262"/>
                    </a:moveTo>
                    <a:cubicBezTo>
                      <a:pt x="216585" y="157241"/>
                      <a:pt x="222628" y="194634"/>
                      <a:pt x="211976" y="215441"/>
                    </a:cubicBezTo>
                    <a:cubicBezTo>
                      <a:pt x="201325" y="236248"/>
                      <a:pt x="171074" y="251075"/>
                      <a:pt x="149477" y="257105"/>
                    </a:cubicBezTo>
                    <a:cubicBezTo>
                      <a:pt x="127880" y="263134"/>
                      <a:pt x="102589" y="259981"/>
                      <a:pt x="82393" y="251618"/>
                    </a:cubicBezTo>
                    <a:cubicBezTo>
                      <a:pt x="62196" y="243254"/>
                      <a:pt x="41783" y="226817"/>
                      <a:pt x="28297" y="206924"/>
                    </a:cubicBezTo>
                    <a:cubicBezTo>
                      <a:pt x="14811" y="187032"/>
                      <a:pt x="0" y="155881"/>
                      <a:pt x="1477" y="132262"/>
                    </a:cubicBezTo>
                    <a:cubicBezTo>
                      <a:pt x="2953" y="108644"/>
                      <a:pt x="23857" y="85788"/>
                      <a:pt x="37156" y="65214"/>
                    </a:cubicBezTo>
                    <a:cubicBezTo>
                      <a:pt x="50455" y="44640"/>
                      <a:pt x="62773" y="17637"/>
                      <a:pt x="81269" y="8818"/>
                    </a:cubicBezTo>
                    <a:cubicBezTo>
                      <a:pt x="99766" y="0"/>
                      <a:pt x="129548" y="2845"/>
                      <a:pt x="148135" y="12304"/>
                    </a:cubicBezTo>
                    <a:cubicBezTo>
                      <a:pt x="166723" y="21762"/>
                      <a:pt x="181916" y="45577"/>
                      <a:pt x="192792" y="65570"/>
                    </a:cubicBezTo>
                    <a:cubicBezTo>
                      <a:pt x="203667" y="85563"/>
                      <a:pt x="210190" y="107284"/>
                      <a:pt x="213388" y="132262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13" name="SCHEM_path-0111"/>
              <p:cNvSpPr/>
              <p:nvPr/>
            </p:nvSpPr>
            <p:spPr>
              <a:xfrm>
                <a:off x="3179125" y="4629024"/>
                <a:ext cx="170126" cy="219908"/>
              </a:xfrm>
              <a:custGeom>
                <a:avLst/>
                <a:gdLst/>
                <a:ahLst/>
                <a:cxnLst/>
                <a:rect l="0" t="0" r="r" b="b"/>
                <a:pathLst>
                  <a:path w="170126" h="219908">
                    <a:moveTo>
                      <a:pt x="169675" y="112106"/>
                    </a:moveTo>
                    <a:cubicBezTo>
                      <a:pt x="169223" y="129990"/>
                      <a:pt x="157852" y="148861"/>
                      <a:pt x="148102" y="164651"/>
                    </a:cubicBezTo>
                    <a:cubicBezTo>
                      <a:pt x="138352" y="180440"/>
                      <a:pt x="126744" y="198796"/>
                      <a:pt x="111175" y="206843"/>
                    </a:cubicBezTo>
                    <a:cubicBezTo>
                      <a:pt x="95607" y="214889"/>
                      <a:pt x="70033" y="219908"/>
                      <a:pt x="54690" y="212932"/>
                    </a:cubicBezTo>
                    <a:cubicBezTo>
                      <a:pt x="39347" y="205955"/>
                      <a:pt x="28141" y="181786"/>
                      <a:pt x="19117" y="164982"/>
                    </a:cubicBezTo>
                    <a:cubicBezTo>
                      <a:pt x="10094" y="148177"/>
                      <a:pt x="1100" y="130181"/>
                      <a:pt x="550" y="112106"/>
                    </a:cubicBezTo>
                    <a:cubicBezTo>
                      <a:pt x="0" y="94031"/>
                      <a:pt x="6685" y="72963"/>
                      <a:pt x="15816" y="56531"/>
                    </a:cubicBezTo>
                    <a:cubicBezTo>
                      <a:pt x="24947" y="40099"/>
                      <a:pt x="38958" y="21718"/>
                      <a:pt x="55336" y="13514"/>
                    </a:cubicBezTo>
                    <a:cubicBezTo>
                      <a:pt x="71713" y="5309"/>
                      <a:pt x="98169" y="0"/>
                      <a:pt x="114082" y="7305"/>
                    </a:cubicBezTo>
                    <a:cubicBezTo>
                      <a:pt x="129995" y="14611"/>
                      <a:pt x="141547" y="39879"/>
                      <a:pt x="150812" y="57346"/>
                    </a:cubicBezTo>
                    <a:cubicBezTo>
                      <a:pt x="160078" y="74812"/>
                      <a:pt x="170126" y="94222"/>
                      <a:pt x="169675" y="112106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14" name="SCHEM_path-0112"/>
              <p:cNvSpPr/>
              <p:nvPr/>
            </p:nvSpPr>
            <p:spPr>
              <a:xfrm>
                <a:off x="5184712" y="4291647"/>
                <a:ext cx="238418" cy="281105"/>
              </a:xfrm>
              <a:custGeom>
                <a:avLst/>
                <a:gdLst/>
                <a:ahLst/>
                <a:cxnLst/>
                <a:rect l="0" t="0" r="r" b="b"/>
                <a:pathLst>
                  <a:path w="238418" h="281105">
                    <a:moveTo>
                      <a:pt x="237015" y="151420"/>
                    </a:moveTo>
                    <a:cubicBezTo>
                      <a:pt x="235611" y="180892"/>
                      <a:pt x="228186" y="215548"/>
                      <a:pt x="213691" y="236161"/>
                    </a:cubicBezTo>
                    <a:cubicBezTo>
                      <a:pt x="199197" y="256775"/>
                      <a:pt x="171675" y="269097"/>
                      <a:pt x="150047" y="275101"/>
                    </a:cubicBezTo>
                    <a:cubicBezTo>
                      <a:pt x="128420" y="281105"/>
                      <a:pt x="106748" y="277746"/>
                      <a:pt x="83926" y="272184"/>
                    </a:cubicBezTo>
                    <a:cubicBezTo>
                      <a:pt x="61104" y="266622"/>
                      <a:pt x="26230" y="261855"/>
                      <a:pt x="13115" y="241728"/>
                    </a:cubicBezTo>
                    <a:cubicBezTo>
                      <a:pt x="0" y="221601"/>
                      <a:pt x="2281" y="178944"/>
                      <a:pt x="5236" y="151420"/>
                    </a:cubicBezTo>
                    <a:cubicBezTo>
                      <a:pt x="8191" y="123896"/>
                      <a:pt x="18676" y="100207"/>
                      <a:pt x="30846" y="76586"/>
                    </a:cubicBezTo>
                    <a:cubicBezTo>
                      <a:pt x="43016" y="52965"/>
                      <a:pt x="57969" y="19388"/>
                      <a:pt x="78256" y="9694"/>
                    </a:cubicBezTo>
                    <a:cubicBezTo>
                      <a:pt x="98543" y="0"/>
                      <a:pt x="128591" y="10149"/>
                      <a:pt x="152567" y="18422"/>
                    </a:cubicBezTo>
                    <a:cubicBezTo>
                      <a:pt x="176543" y="26695"/>
                      <a:pt x="208037" y="37164"/>
                      <a:pt x="222111" y="59330"/>
                    </a:cubicBezTo>
                    <a:cubicBezTo>
                      <a:pt x="236186" y="81497"/>
                      <a:pt x="238418" y="121948"/>
                      <a:pt x="237015" y="151420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15" name="SCHEM_path-0113"/>
              <p:cNvSpPr/>
              <p:nvPr/>
            </p:nvSpPr>
            <p:spPr>
              <a:xfrm>
                <a:off x="2445066" y="4012804"/>
                <a:ext cx="175738" cy="237533"/>
              </a:xfrm>
              <a:custGeom>
                <a:avLst/>
                <a:gdLst/>
                <a:ahLst/>
                <a:cxnLst/>
                <a:rect l="0" t="0" r="r" b="b"/>
                <a:pathLst>
                  <a:path w="175738" h="237533">
                    <a:moveTo>
                      <a:pt x="173946" y="125633"/>
                    </a:moveTo>
                    <a:cubicBezTo>
                      <a:pt x="174133" y="148144"/>
                      <a:pt x="175738" y="177550"/>
                      <a:pt x="166705" y="193704"/>
                    </a:cubicBezTo>
                    <a:cubicBezTo>
                      <a:pt x="157672" y="209858"/>
                      <a:pt x="135934" y="215979"/>
                      <a:pt x="119748" y="222558"/>
                    </a:cubicBezTo>
                    <a:cubicBezTo>
                      <a:pt x="103563" y="229136"/>
                      <a:pt x="85813" y="237533"/>
                      <a:pt x="69594" y="233175"/>
                    </a:cubicBezTo>
                    <a:cubicBezTo>
                      <a:pt x="53375" y="228816"/>
                      <a:pt x="33926" y="214329"/>
                      <a:pt x="22435" y="196405"/>
                    </a:cubicBezTo>
                    <a:cubicBezTo>
                      <a:pt x="10944" y="178482"/>
                      <a:pt x="0" y="148601"/>
                      <a:pt x="647" y="125633"/>
                    </a:cubicBezTo>
                    <a:cubicBezTo>
                      <a:pt x="1295" y="102666"/>
                      <a:pt x="15370" y="78731"/>
                      <a:pt x="26319" y="58599"/>
                    </a:cubicBezTo>
                    <a:cubicBezTo>
                      <a:pt x="37269" y="38468"/>
                      <a:pt x="50807" y="9685"/>
                      <a:pt x="66344" y="4842"/>
                    </a:cubicBezTo>
                    <a:cubicBezTo>
                      <a:pt x="81881" y="0"/>
                      <a:pt x="103003" y="20579"/>
                      <a:pt x="119543" y="29545"/>
                    </a:cubicBezTo>
                    <a:cubicBezTo>
                      <a:pt x="136084" y="38511"/>
                      <a:pt x="156519" y="42624"/>
                      <a:pt x="165586" y="58639"/>
                    </a:cubicBezTo>
                    <a:cubicBezTo>
                      <a:pt x="174654" y="74654"/>
                      <a:pt x="173760" y="103122"/>
                      <a:pt x="173946" y="125633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16" name="SCHEM_path-0114"/>
              <p:cNvSpPr/>
              <p:nvPr/>
            </p:nvSpPr>
            <p:spPr>
              <a:xfrm>
                <a:off x="2613166" y="4358419"/>
                <a:ext cx="165186" cy="170498"/>
              </a:xfrm>
              <a:custGeom>
                <a:avLst/>
                <a:gdLst/>
                <a:ahLst/>
                <a:cxnLst/>
                <a:rect l="0" t="0" r="r" b="b"/>
                <a:pathLst>
                  <a:path w="165186" h="170498">
                    <a:moveTo>
                      <a:pt x="162568" y="78774"/>
                    </a:moveTo>
                    <a:cubicBezTo>
                      <a:pt x="164151" y="94982"/>
                      <a:pt x="165186" y="116277"/>
                      <a:pt x="157016" y="130832"/>
                    </a:cubicBezTo>
                    <a:cubicBezTo>
                      <a:pt x="148845" y="145386"/>
                      <a:pt x="129807" y="161707"/>
                      <a:pt x="113545" y="166103"/>
                    </a:cubicBezTo>
                    <a:cubicBezTo>
                      <a:pt x="97283" y="170498"/>
                      <a:pt x="74391" y="164385"/>
                      <a:pt x="59444" y="157205"/>
                    </a:cubicBezTo>
                    <a:cubicBezTo>
                      <a:pt x="44498" y="150025"/>
                      <a:pt x="33631" y="136093"/>
                      <a:pt x="23867" y="123022"/>
                    </a:cubicBezTo>
                    <a:cubicBezTo>
                      <a:pt x="14104" y="109950"/>
                      <a:pt x="1723" y="94147"/>
                      <a:pt x="862" y="78774"/>
                    </a:cubicBezTo>
                    <a:cubicBezTo>
                      <a:pt x="0" y="63402"/>
                      <a:pt x="8725" y="43219"/>
                      <a:pt x="18698" y="30788"/>
                    </a:cubicBezTo>
                    <a:cubicBezTo>
                      <a:pt x="28671" y="18357"/>
                      <a:pt x="45664" y="8373"/>
                      <a:pt x="60699" y="4186"/>
                    </a:cubicBezTo>
                    <a:cubicBezTo>
                      <a:pt x="75733" y="0"/>
                      <a:pt x="94432" y="770"/>
                      <a:pt x="108903" y="5670"/>
                    </a:cubicBezTo>
                    <a:cubicBezTo>
                      <a:pt x="123373" y="10569"/>
                      <a:pt x="138577" y="21400"/>
                      <a:pt x="147521" y="33584"/>
                    </a:cubicBezTo>
                    <a:cubicBezTo>
                      <a:pt x="156466" y="45768"/>
                      <a:pt x="160986" y="62566"/>
                      <a:pt x="162568" y="78774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17" name="SCHEM_path-0115"/>
              <p:cNvSpPr/>
              <p:nvPr/>
            </p:nvSpPr>
            <p:spPr>
              <a:xfrm>
                <a:off x="3243874" y="4589800"/>
                <a:ext cx="212856" cy="295528"/>
              </a:xfrm>
              <a:custGeom>
                <a:avLst/>
                <a:gdLst/>
                <a:ahLst/>
                <a:cxnLst/>
                <a:rect l="0" t="0" r="r" b="b"/>
                <a:pathLst>
                  <a:path w="212856" h="295528">
                    <a:moveTo>
                      <a:pt x="210964" y="137584"/>
                    </a:moveTo>
                    <a:cubicBezTo>
                      <a:pt x="209072" y="164344"/>
                      <a:pt x="197129" y="187979"/>
                      <a:pt x="186135" y="212309"/>
                    </a:cubicBezTo>
                    <a:cubicBezTo>
                      <a:pt x="175140" y="236640"/>
                      <a:pt x="163610" y="271611"/>
                      <a:pt x="144998" y="283569"/>
                    </a:cubicBezTo>
                    <a:cubicBezTo>
                      <a:pt x="126385" y="295528"/>
                      <a:pt x="95801" y="293245"/>
                      <a:pt x="74458" y="284060"/>
                    </a:cubicBezTo>
                    <a:cubicBezTo>
                      <a:pt x="53115" y="274875"/>
                      <a:pt x="29173" y="252871"/>
                      <a:pt x="16939" y="228459"/>
                    </a:cubicBezTo>
                    <a:cubicBezTo>
                      <a:pt x="4706" y="204046"/>
                      <a:pt x="0" y="166839"/>
                      <a:pt x="1059" y="137584"/>
                    </a:cubicBezTo>
                    <a:cubicBezTo>
                      <a:pt x="2119" y="108329"/>
                      <a:pt x="10323" y="74279"/>
                      <a:pt x="23295" y="52931"/>
                    </a:cubicBezTo>
                    <a:cubicBezTo>
                      <a:pt x="36268" y="31582"/>
                      <a:pt x="59229" y="17141"/>
                      <a:pt x="78892" y="9493"/>
                    </a:cubicBezTo>
                    <a:cubicBezTo>
                      <a:pt x="98555" y="1845"/>
                      <a:pt x="121507" y="0"/>
                      <a:pt x="141273" y="7042"/>
                    </a:cubicBezTo>
                    <a:cubicBezTo>
                      <a:pt x="161039" y="14085"/>
                      <a:pt x="185872" y="29991"/>
                      <a:pt x="197487" y="51748"/>
                    </a:cubicBezTo>
                    <a:cubicBezTo>
                      <a:pt x="209102" y="73505"/>
                      <a:pt x="212856" y="110824"/>
                      <a:pt x="210964" y="137584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18" name="SCHEM_path-0116"/>
              <p:cNvSpPr/>
              <p:nvPr/>
            </p:nvSpPr>
            <p:spPr>
              <a:xfrm>
                <a:off x="4786466" y="4262718"/>
                <a:ext cx="300773" cy="212412"/>
              </a:xfrm>
              <a:custGeom>
                <a:avLst/>
                <a:gdLst/>
                <a:ahLst/>
                <a:cxnLst/>
                <a:rect l="0" t="0" r="r" b="b"/>
                <a:pathLst>
                  <a:path w="300773" h="212412">
                    <a:moveTo>
                      <a:pt x="299500" y="102568"/>
                    </a:moveTo>
                    <a:cubicBezTo>
                      <a:pt x="298228" y="120159"/>
                      <a:pt x="267766" y="135988"/>
                      <a:pt x="251311" y="153364"/>
                    </a:cubicBezTo>
                    <a:cubicBezTo>
                      <a:pt x="234856" y="170740"/>
                      <a:pt x="223515" y="201236"/>
                      <a:pt x="200771" y="206824"/>
                    </a:cubicBezTo>
                    <a:cubicBezTo>
                      <a:pt x="178026" y="212412"/>
                      <a:pt x="140701" y="194972"/>
                      <a:pt x="114844" y="186890"/>
                    </a:cubicBezTo>
                    <a:cubicBezTo>
                      <a:pt x="88988" y="178808"/>
                      <a:pt x="64613" y="172385"/>
                      <a:pt x="45633" y="158331"/>
                    </a:cubicBezTo>
                    <a:cubicBezTo>
                      <a:pt x="26653" y="144277"/>
                      <a:pt x="0" y="120656"/>
                      <a:pt x="963" y="102568"/>
                    </a:cubicBezTo>
                    <a:cubicBezTo>
                      <a:pt x="1927" y="84479"/>
                      <a:pt x="32736" y="64517"/>
                      <a:pt x="51413" y="49799"/>
                    </a:cubicBezTo>
                    <a:cubicBezTo>
                      <a:pt x="70091" y="35081"/>
                      <a:pt x="88688" y="21627"/>
                      <a:pt x="113028" y="14259"/>
                    </a:cubicBezTo>
                    <a:cubicBezTo>
                      <a:pt x="137368" y="6891"/>
                      <a:pt x="173133" y="0"/>
                      <a:pt x="197453" y="5593"/>
                    </a:cubicBezTo>
                    <a:cubicBezTo>
                      <a:pt x="221773" y="11186"/>
                      <a:pt x="241938" y="31654"/>
                      <a:pt x="258946" y="47816"/>
                    </a:cubicBezTo>
                    <a:cubicBezTo>
                      <a:pt x="275954" y="63978"/>
                      <a:pt x="300773" y="84976"/>
                      <a:pt x="299500" y="102568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19" name="SCHEM_path-0117"/>
              <p:cNvSpPr/>
              <p:nvPr/>
            </p:nvSpPr>
            <p:spPr>
              <a:xfrm>
                <a:off x="5022078" y="4717331"/>
                <a:ext cx="247180" cy="214079"/>
              </a:xfrm>
              <a:custGeom>
                <a:avLst/>
                <a:gdLst/>
                <a:ahLst/>
                <a:cxnLst/>
                <a:rect l="0" t="0" r="r" b="b"/>
                <a:pathLst>
                  <a:path w="247180" h="214079">
                    <a:moveTo>
                      <a:pt x="245229" y="100943"/>
                    </a:moveTo>
                    <a:cubicBezTo>
                      <a:pt x="247180" y="120506"/>
                      <a:pt x="236479" y="145159"/>
                      <a:pt x="222915" y="163265"/>
                    </a:cubicBezTo>
                    <a:cubicBezTo>
                      <a:pt x="209350" y="181370"/>
                      <a:pt x="186233" y="205073"/>
                      <a:pt x="163843" y="209576"/>
                    </a:cubicBezTo>
                    <a:cubicBezTo>
                      <a:pt x="141452" y="214079"/>
                      <a:pt x="113021" y="197483"/>
                      <a:pt x="88572" y="190283"/>
                    </a:cubicBezTo>
                    <a:cubicBezTo>
                      <a:pt x="64123" y="183084"/>
                      <a:pt x="31792" y="181270"/>
                      <a:pt x="17148" y="166380"/>
                    </a:cubicBezTo>
                    <a:cubicBezTo>
                      <a:pt x="2504" y="151490"/>
                      <a:pt x="1206" y="123066"/>
                      <a:pt x="706" y="100943"/>
                    </a:cubicBezTo>
                    <a:cubicBezTo>
                      <a:pt x="207" y="78821"/>
                      <a:pt x="0" y="49834"/>
                      <a:pt x="14151" y="33646"/>
                    </a:cubicBezTo>
                    <a:cubicBezTo>
                      <a:pt x="28301" y="17458"/>
                      <a:pt x="61831" y="7633"/>
                      <a:pt x="85611" y="3816"/>
                    </a:cubicBezTo>
                    <a:cubicBezTo>
                      <a:pt x="109391" y="0"/>
                      <a:pt x="135900" y="3735"/>
                      <a:pt x="156833" y="10747"/>
                    </a:cubicBezTo>
                    <a:cubicBezTo>
                      <a:pt x="177766" y="17759"/>
                      <a:pt x="196475" y="30858"/>
                      <a:pt x="211207" y="45891"/>
                    </a:cubicBezTo>
                    <a:cubicBezTo>
                      <a:pt x="225940" y="60923"/>
                      <a:pt x="243278" y="81381"/>
                      <a:pt x="245229" y="100943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20" name="SCHEM_path-0118"/>
              <p:cNvSpPr/>
              <p:nvPr/>
            </p:nvSpPr>
            <p:spPr>
              <a:xfrm>
                <a:off x="994442" y="4434692"/>
                <a:ext cx="200720" cy="222498"/>
              </a:xfrm>
              <a:custGeom>
                <a:avLst/>
                <a:gdLst/>
                <a:ahLst/>
                <a:cxnLst/>
                <a:rect l="0" t="0" r="r" b="b"/>
                <a:pathLst>
                  <a:path w="200720" h="222498">
                    <a:moveTo>
                      <a:pt x="199309" y="105087"/>
                    </a:moveTo>
                    <a:cubicBezTo>
                      <a:pt x="200720" y="124708"/>
                      <a:pt x="193840" y="148873"/>
                      <a:pt x="183771" y="167356"/>
                    </a:cubicBezTo>
                    <a:cubicBezTo>
                      <a:pt x="173702" y="185838"/>
                      <a:pt x="156758" y="209464"/>
                      <a:pt x="138893" y="215981"/>
                    </a:cubicBezTo>
                    <a:cubicBezTo>
                      <a:pt x="121029" y="222498"/>
                      <a:pt x="95744" y="213895"/>
                      <a:pt x="76583" y="206458"/>
                    </a:cubicBezTo>
                    <a:cubicBezTo>
                      <a:pt x="57423" y="199021"/>
                      <a:pt x="36451" y="188254"/>
                      <a:pt x="23932" y="171359"/>
                    </a:cubicBezTo>
                    <a:cubicBezTo>
                      <a:pt x="11414" y="154464"/>
                      <a:pt x="0" y="125994"/>
                      <a:pt x="1471" y="105087"/>
                    </a:cubicBezTo>
                    <a:cubicBezTo>
                      <a:pt x="2943" y="84179"/>
                      <a:pt x="20168" y="62559"/>
                      <a:pt x="32760" y="45914"/>
                    </a:cubicBezTo>
                    <a:cubicBezTo>
                      <a:pt x="45352" y="29269"/>
                      <a:pt x="60334" y="10432"/>
                      <a:pt x="77024" y="5216"/>
                    </a:cubicBezTo>
                    <a:cubicBezTo>
                      <a:pt x="93713" y="0"/>
                      <a:pt x="116517" y="7217"/>
                      <a:pt x="132897" y="14619"/>
                    </a:cubicBezTo>
                    <a:cubicBezTo>
                      <a:pt x="149277" y="22021"/>
                      <a:pt x="164234" y="34550"/>
                      <a:pt x="175303" y="49628"/>
                    </a:cubicBezTo>
                    <a:cubicBezTo>
                      <a:pt x="186371" y="64706"/>
                      <a:pt x="197897" y="85466"/>
                      <a:pt x="199309" y="105087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21" name="SCHEM_path-0119"/>
              <p:cNvSpPr/>
              <p:nvPr/>
            </p:nvSpPr>
            <p:spPr>
              <a:xfrm>
                <a:off x="4516558" y="4781483"/>
                <a:ext cx="274581" cy="241610"/>
              </a:xfrm>
              <a:custGeom>
                <a:avLst/>
                <a:gdLst/>
                <a:ahLst/>
                <a:cxnLst/>
                <a:rect l="0" t="0" r="r" b="b"/>
                <a:pathLst>
                  <a:path w="274581" h="241610">
                    <a:moveTo>
                      <a:pt x="271408" y="133501"/>
                    </a:moveTo>
                    <a:cubicBezTo>
                      <a:pt x="274581" y="155599"/>
                      <a:pt x="259159" y="188974"/>
                      <a:pt x="241738" y="205951"/>
                    </a:cubicBezTo>
                    <a:cubicBezTo>
                      <a:pt x="224318" y="222928"/>
                      <a:pt x="191851" y="230199"/>
                      <a:pt x="166885" y="235361"/>
                    </a:cubicBezTo>
                    <a:cubicBezTo>
                      <a:pt x="141920" y="240523"/>
                      <a:pt x="117146" y="241610"/>
                      <a:pt x="91946" y="236921"/>
                    </a:cubicBezTo>
                    <a:cubicBezTo>
                      <a:pt x="66746" y="232232"/>
                      <a:pt x="28964" y="224465"/>
                      <a:pt x="15688" y="207228"/>
                    </a:cubicBezTo>
                    <a:cubicBezTo>
                      <a:pt x="2411" y="189991"/>
                      <a:pt x="12870" y="158454"/>
                      <a:pt x="12286" y="133501"/>
                    </a:cubicBezTo>
                    <a:cubicBezTo>
                      <a:pt x="11702" y="108547"/>
                      <a:pt x="0" y="77742"/>
                      <a:pt x="12182" y="57506"/>
                    </a:cubicBezTo>
                    <a:cubicBezTo>
                      <a:pt x="24363" y="37270"/>
                      <a:pt x="58289" y="19966"/>
                      <a:pt x="85376" y="12084"/>
                    </a:cubicBezTo>
                    <a:cubicBezTo>
                      <a:pt x="112464" y="4202"/>
                      <a:pt x="151820" y="0"/>
                      <a:pt x="174708" y="10213"/>
                    </a:cubicBezTo>
                    <a:cubicBezTo>
                      <a:pt x="197596" y="20425"/>
                      <a:pt x="206586" y="52812"/>
                      <a:pt x="222703" y="73360"/>
                    </a:cubicBezTo>
                    <a:cubicBezTo>
                      <a:pt x="238820" y="93908"/>
                      <a:pt x="268236" y="111402"/>
                      <a:pt x="271408" y="133501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22" name="SCHEM_path-0120"/>
              <p:cNvSpPr/>
              <p:nvPr/>
            </p:nvSpPr>
            <p:spPr>
              <a:xfrm>
                <a:off x="7048803" y="4145217"/>
                <a:ext cx="215270" cy="257789"/>
              </a:xfrm>
              <a:custGeom>
                <a:avLst/>
                <a:gdLst/>
                <a:ahLst/>
                <a:cxnLst/>
                <a:rect l="0" t="0" r="r" b="b"/>
                <a:pathLst>
                  <a:path w="215270" h="257789">
                    <a:moveTo>
                      <a:pt x="214216" y="123102"/>
                    </a:moveTo>
                    <a:cubicBezTo>
                      <a:pt x="215270" y="146441"/>
                      <a:pt x="205968" y="174641"/>
                      <a:pt x="193992" y="195735"/>
                    </a:cubicBezTo>
                    <a:cubicBezTo>
                      <a:pt x="182016" y="216828"/>
                      <a:pt x="162745" y="241533"/>
                      <a:pt x="142358" y="249661"/>
                    </a:cubicBezTo>
                    <a:cubicBezTo>
                      <a:pt x="121971" y="257789"/>
                      <a:pt x="92999" y="252912"/>
                      <a:pt x="71669" y="244502"/>
                    </a:cubicBezTo>
                    <a:cubicBezTo>
                      <a:pt x="50339" y="236092"/>
                      <a:pt x="26262" y="219434"/>
                      <a:pt x="14378" y="199201"/>
                    </a:cubicBezTo>
                    <a:cubicBezTo>
                      <a:pt x="2494" y="178968"/>
                      <a:pt x="0" y="148167"/>
                      <a:pt x="364" y="123102"/>
                    </a:cubicBezTo>
                    <a:cubicBezTo>
                      <a:pt x="728" y="98037"/>
                      <a:pt x="4512" y="68461"/>
                      <a:pt x="16563" y="48812"/>
                    </a:cubicBezTo>
                    <a:cubicBezTo>
                      <a:pt x="28614" y="29163"/>
                      <a:pt x="52701" y="10419"/>
                      <a:pt x="72669" y="5210"/>
                    </a:cubicBezTo>
                    <a:cubicBezTo>
                      <a:pt x="92636" y="0"/>
                      <a:pt x="117201" y="9139"/>
                      <a:pt x="136368" y="17555"/>
                    </a:cubicBezTo>
                    <a:cubicBezTo>
                      <a:pt x="155535" y="25970"/>
                      <a:pt x="174698" y="38111"/>
                      <a:pt x="187672" y="55703"/>
                    </a:cubicBezTo>
                    <a:cubicBezTo>
                      <a:pt x="200647" y="73294"/>
                      <a:pt x="213163" y="99763"/>
                      <a:pt x="214216" y="123102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23" name="SCHEM_path-0121"/>
              <p:cNvSpPr/>
              <p:nvPr/>
            </p:nvSpPr>
            <p:spPr>
              <a:xfrm>
                <a:off x="4614967" y="4042520"/>
                <a:ext cx="247632" cy="277544"/>
              </a:xfrm>
              <a:custGeom>
                <a:avLst/>
                <a:gdLst/>
                <a:ahLst/>
                <a:cxnLst/>
                <a:rect l="0" t="0" r="r" b="b"/>
                <a:pathLst>
                  <a:path w="247632" h="277544">
                    <a:moveTo>
                      <a:pt x="247297" y="136870"/>
                    </a:moveTo>
                    <a:cubicBezTo>
                      <a:pt x="247632" y="164906"/>
                      <a:pt x="236807" y="200983"/>
                      <a:pt x="222050" y="221860"/>
                    </a:cubicBezTo>
                    <a:cubicBezTo>
                      <a:pt x="207294" y="242736"/>
                      <a:pt x="180931" y="254046"/>
                      <a:pt x="158756" y="262129"/>
                    </a:cubicBezTo>
                    <a:cubicBezTo>
                      <a:pt x="136580" y="270212"/>
                      <a:pt x="110258" y="277544"/>
                      <a:pt x="88995" y="270357"/>
                    </a:cubicBezTo>
                    <a:cubicBezTo>
                      <a:pt x="67732" y="263170"/>
                      <a:pt x="45950" y="241253"/>
                      <a:pt x="31179" y="219005"/>
                    </a:cubicBezTo>
                    <a:cubicBezTo>
                      <a:pt x="16408" y="196757"/>
                      <a:pt x="737" y="164571"/>
                      <a:pt x="369" y="136870"/>
                    </a:cubicBezTo>
                    <a:cubicBezTo>
                      <a:pt x="0" y="109169"/>
                      <a:pt x="13516" y="72523"/>
                      <a:pt x="28967" y="52798"/>
                    </a:cubicBezTo>
                    <a:cubicBezTo>
                      <a:pt x="44419" y="33073"/>
                      <a:pt x="71186" y="26345"/>
                      <a:pt x="93076" y="18521"/>
                    </a:cubicBezTo>
                    <a:cubicBezTo>
                      <a:pt x="114967" y="10696"/>
                      <a:pt x="139147" y="0"/>
                      <a:pt x="160308" y="5853"/>
                    </a:cubicBezTo>
                    <a:cubicBezTo>
                      <a:pt x="181468" y="11707"/>
                      <a:pt x="205541" y="31804"/>
                      <a:pt x="220039" y="53640"/>
                    </a:cubicBezTo>
                    <a:cubicBezTo>
                      <a:pt x="234538" y="75477"/>
                      <a:pt x="246962" y="108833"/>
                      <a:pt x="247297" y="136870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24" name="SCHEM_path-0122"/>
              <p:cNvSpPr/>
              <p:nvPr/>
            </p:nvSpPr>
            <p:spPr>
              <a:xfrm>
                <a:off x="2174693" y="4531374"/>
                <a:ext cx="183103" cy="280540"/>
              </a:xfrm>
              <a:custGeom>
                <a:avLst/>
                <a:gdLst/>
                <a:ahLst/>
                <a:cxnLst/>
                <a:rect l="0" t="0" r="r" b="b"/>
                <a:pathLst>
                  <a:path w="183103" h="280540">
                    <a:moveTo>
                      <a:pt x="182143" y="143066"/>
                    </a:moveTo>
                    <a:cubicBezTo>
                      <a:pt x="183103" y="170452"/>
                      <a:pt x="170857" y="206961"/>
                      <a:pt x="159447" y="228678"/>
                    </a:cubicBezTo>
                    <a:cubicBezTo>
                      <a:pt x="148038" y="250394"/>
                      <a:pt x="129813" y="266190"/>
                      <a:pt x="113686" y="273365"/>
                    </a:cubicBezTo>
                    <a:cubicBezTo>
                      <a:pt x="97558" y="280540"/>
                      <a:pt x="80044" y="277764"/>
                      <a:pt x="62684" y="271729"/>
                    </a:cubicBezTo>
                    <a:cubicBezTo>
                      <a:pt x="45324" y="265695"/>
                      <a:pt x="19052" y="258601"/>
                      <a:pt x="9526" y="237157"/>
                    </a:cubicBezTo>
                    <a:cubicBezTo>
                      <a:pt x="0" y="215713"/>
                      <a:pt x="4017" y="172619"/>
                      <a:pt x="5527" y="143066"/>
                    </a:cubicBezTo>
                    <a:cubicBezTo>
                      <a:pt x="7037" y="113512"/>
                      <a:pt x="9004" y="80994"/>
                      <a:pt x="18587" y="59835"/>
                    </a:cubicBezTo>
                    <a:cubicBezTo>
                      <a:pt x="28169" y="38676"/>
                      <a:pt x="47016" y="24744"/>
                      <a:pt x="63021" y="16112"/>
                    </a:cubicBezTo>
                    <a:cubicBezTo>
                      <a:pt x="79026" y="7480"/>
                      <a:pt x="99506" y="0"/>
                      <a:pt x="114616" y="8041"/>
                    </a:cubicBezTo>
                    <a:cubicBezTo>
                      <a:pt x="129727" y="16083"/>
                      <a:pt x="142431" y="41857"/>
                      <a:pt x="153685" y="64361"/>
                    </a:cubicBezTo>
                    <a:cubicBezTo>
                      <a:pt x="164940" y="86865"/>
                      <a:pt x="181182" y="115680"/>
                      <a:pt x="182143" y="143066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25" name="SCHEM_path-0123"/>
              <p:cNvSpPr/>
              <p:nvPr/>
            </p:nvSpPr>
            <p:spPr>
              <a:xfrm>
                <a:off x="5599800" y="4157497"/>
                <a:ext cx="339849" cy="274223"/>
              </a:xfrm>
              <a:custGeom>
                <a:avLst/>
                <a:gdLst/>
                <a:ahLst/>
                <a:cxnLst/>
                <a:rect l="0" t="0" r="r" b="b"/>
                <a:pathLst>
                  <a:path w="339849" h="274223">
                    <a:moveTo>
                      <a:pt x="336950" y="126265"/>
                    </a:moveTo>
                    <a:cubicBezTo>
                      <a:pt x="334051" y="151990"/>
                      <a:pt x="304128" y="178979"/>
                      <a:pt x="283505" y="197894"/>
                    </a:cubicBezTo>
                    <a:cubicBezTo>
                      <a:pt x="262883" y="216808"/>
                      <a:pt x="240625" y="228193"/>
                      <a:pt x="213216" y="239750"/>
                    </a:cubicBezTo>
                    <a:cubicBezTo>
                      <a:pt x="185807" y="251306"/>
                      <a:pt x="144744" y="274223"/>
                      <a:pt x="119051" y="267234"/>
                    </a:cubicBezTo>
                    <a:cubicBezTo>
                      <a:pt x="93358" y="260244"/>
                      <a:pt x="78632" y="221308"/>
                      <a:pt x="59058" y="197813"/>
                    </a:cubicBezTo>
                    <a:cubicBezTo>
                      <a:pt x="39485" y="174318"/>
                      <a:pt x="3220" y="151142"/>
                      <a:pt x="1610" y="126265"/>
                    </a:cubicBezTo>
                    <a:cubicBezTo>
                      <a:pt x="0" y="101389"/>
                      <a:pt x="28405" y="68216"/>
                      <a:pt x="49397" y="48554"/>
                    </a:cubicBezTo>
                    <a:cubicBezTo>
                      <a:pt x="70389" y="28892"/>
                      <a:pt x="99832" y="15406"/>
                      <a:pt x="127561" y="8293"/>
                    </a:cubicBezTo>
                    <a:cubicBezTo>
                      <a:pt x="155290" y="1180"/>
                      <a:pt x="186882" y="0"/>
                      <a:pt x="215771" y="5875"/>
                    </a:cubicBezTo>
                    <a:cubicBezTo>
                      <a:pt x="244660" y="11750"/>
                      <a:pt x="280701" y="23477"/>
                      <a:pt x="300897" y="43542"/>
                    </a:cubicBezTo>
                    <a:cubicBezTo>
                      <a:pt x="321094" y="63607"/>
                      <a:pt x="339849" y="100540"/>
                      <a:pt x="336950" y="126265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26" name="SCHEM_path-0124"/>
              <p:cNvSpPr/>
              <p:nvPr/>
            </p:nvSpPr>
            <p:spPr>
              <a:xfrm>
                <a:off x="719577" y="4054903"/>
                <a:ext cx="221150" cy="307623"/>
              </a:xfrm>
              <a:custGeom>
                <a:avLst/>
                <a:gdLst/>
                <a:ahLst/>
                <a:cxnLst/>
                <a:rect l="0" t="0" r="r" b="b"/>
                <a:pathLst>
                  <a:path w="221150" h="307623">
                    <a:moveTo>
                      <a:pt x="214935" y="151745"/>
                    </a:moveTo>
                    <a:cubicBezTo>
                      <a:pt x="213474" y="180791"/>
                      <a:pt x="212311" y="210581"/>
                      <a:pt x="200979" y="234934"/>
                    </a:cubicBezTo>
                    <a:cubicBezTo>
                      <a:pt x="189647" y="259287"/>
                      <a:pt x="168519" y="288097"/>
                      <a:pt x="146945" y="297860"/>
                    </a:cubicBezTo>
                    <a:cubicBezTo>
                      <a:pt x="125371" y="307623"/>
                      <a:pt x="93395" y="303914"/>
                      <a:pt x="71535" y="293512"/>
                    </a:cubicBezTo>
                    <a:cubicBezTo>
                      <a:pt x="49676" y="283111"/>
                      <a:pt x="27341" y="259080"/>
                      <a:pt x="15787" y="235452"/>
                    </a:cubicBezTo>
                    <a:cubicBezTo>
                      <a:pt x="4233" y="211824"/>
                      <a:pt x="2866" y="180237"/>
                      <a:pt x="2211" y="151745"/>
                    </a:cubicBezTo>
                    <a:cubicBezTo>
                      <a:pt x="1556" y="123252"/>
                      <a:pt x="0" y="86964"/>
                      <a:pt x="11858" y="64496"/>
                    </a:cubicBezTo>
                    <a:cubicBezTo>
                      <a:pt x="23715" y="42027"/>
                      <a:pt x="50915" y="26469"/>
                      <a:pt x="73358" y="16934"/>
                    </a:cubicBezTo>
                    <a:cubicBezTo>
                      <a:pt x="95800" y="7399"/>
                      <a:pt x="123779" y="0"/>
                      <a:pt x="146511" y="7287"/>
                    </a:cubicBezTo>
                    <a:cubicBezTo>
                      <a:pt x="169242" y="14573"/>
                      <a:pt x="198342" y="36578"/>
                      <a:pt x="209746" y="60654"/>
                    </a:cubicBezTo>
                    <a:cubicBezTo>
                      <a:pt x="221150" y="84730"/>
                      <a:pt x="216396" y="122698"/>
                      <a:pt x="214935" y="151745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27" name="SCHEM_path-0125"/>
              <p:cNvSpPr/>
              <p:nvPr/>
            </p:nvSpPr>
            <p:spPr>
              <a:xfrm>
                <a:off x="1358254" y="3911989"/>
                <a:ext cx="196549" cy="180304"/>
              </a:xfrm>
              <a:custGeom>
                <a:avLst/>
                <a:gdLst/>
                <a:ahLst/>
                <a:cxnLst/>
                <a:rect l="0" t="0" r="r" b="b"/>
                <a:pathLst>
                  <a:path w="196549" h="180304">
                    <a:moveTo>
                      <a:pt x="195403" y="89540"/>
                    </a:moveTo>
                    <a:cubicBezTo>
                      <a:pt x="194257" y="105445"/>
                      <a:pt x="185551" y="122858"/>
                      <a:pt x="174122" y="135204"/>
                    </a:cubicBezTo>
                    <a:cubicBezTo>
                      <a:pt x="162692" y="147550"/>
                      <a:pt x="145355" y="156704"/>
                      <a:pt x="126825" y="163616"/>
                    </a:cubicBezTo>
                    <a:cubicBezTo>
                      <a:pt x="108296" y="170528"/>
                      <a:pt x="82469" y="180304"/>
                      <a:pt x="62945" y="176675"/>
                    </a:cubicBezTo>
                    <a:cubicBezTo>
                      <a:pt x="43421" y="173046"/>
                      <a:pt x="19364" y="156364"/>
                      <a:pt x="9682" y="141842"/>
                    </a:cubicBezTo>
                    <a:cubicBezTo>
                      <a:pt x="0" y="127319"/>
                      <a:pt x="3740" y="106311"/>
                      <a:pt x="4854" y="89540"/>
                    </a:cubicBezTo>
                    <a:cubicBezTo>
                      <a:pt x="5967" y="72770"/>
                      <a:pt x="5992" y="54001"/>
                      <a:pt x="16364" y="41220"/>
                    </a:cubicBezTo>
                    <a:cubicBezTo>
                      <a:pt x="26736" y="28439"/>
                      <a:pt x="47950" y="18975"/>
                      <a:pt x="67085" y="12853"/>
                    </a:cubicBezTo>
                    <a:cubicBezTo>
                      <a:pt x="86220" y="6731"/>
                      <a:pt x="112189" y="0"/>
                      <a:pt x="131175" y="4488"/>
                    </a:cubicBezTo>
                    <a:cubicBezTo>
                      <a:pt x="150161" y="8975"/>
                      <a:pt x="170295" y="25604"/>
                      <a:pt x="180999" y="39779"/>
                    </a:cubicBezTo>
                    <a:cubicBezTo>
                      <a:pt x="191704" y="53955"/>
                      <a:pt x="196549" y="73636"/>
                      <a:pt x="195403" y="89540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28" name="SCHEM_path-0126"/>
              <p:cNvSpPr/>
              <p:nvPr/>
            </p:nvSpPr>
            <p:spPr>
              <a:xfrm>
                <a:off x="3469299" y="4400069"/>
                <a:ext cx="225206" cy="191367"/>
              </a:xfrm>
              <a:custGeom>
                <a:avLst/>
                <a:gdLst/>
                <a:ahLst/>
                <a:cxnLst/>
                <a:rect l="0" t="0" r="r" b="b"/>
                <a:pathLst>
                  <a:path w="225206" h="191367">
                    <a:moveTo>
                      <a:pt x="221292" y="103291"/>
                    </a:moveTo>
                    <a:cubicBezTo>
                      <a:pt x="220937" y="122068"/>
                      <a:pt x="223146" y="144943"/>
                      <a:pt x="211336" y="158995"/>
                    </a:cubicBezTo>
                    <a:cubicBezTo>
                      <a:pt x="199526" y="173046"/>
                      <a:pt x="171467" y="183831"/>
                      <a:pt x="150432" y="187599"/>
                    </a:cubicBezTo>
                    <a:cubicBezTo>
                      <a:pt x="129396" y="191367"/>
                      <a:pt x="106346" y="186498"/>
                      <a:pt x="85124" y="181604"/>
                    </a:cubicBezTo>
                    <a:cubicBezTo>
                      <a:pt x="63903" y="176710"/>
                      <a:pt x="37014" y="171288"/>
                      <a:pt x="23103" y="158236"/>
                    </a:cubicBezTo>
                    <a:cubicBezTo>
                      <a:pt x="9192" y="145184"/>
                      <a:pt x="0" y="120630"/>
                      <a:pt x="1660" y="103291"/>
                    </a:cubicBezTo>
                    <a:cubicBezTo>
                      <a:pt x="3320" y="85951"/>
                      <a:pt x="20418" y="70406"/>
                      <a:pt x="33062" y="54200"/>
                    </a:cubicBezTo>
                    <a:cubicBezTo>
                      <a:pt x="45706" y="37994"/>
                      <a:pt x="57889" y="12108"/>
                      <a:pt x="77524" y="6054"/>
                    </a:cubicBezTo>
                    <a:cubicBezTo>
                      <a:pt x="97160" y="0"/>
                      <a:pt x="128219" y="11163"/>
                      <a:pt x="150876" y="17876"/>
                    </a:cubicBezTo>
                    <a:cubicBezTo>
                      <a:pt x="173534" y="24589"/>
                      <a:pt x="201733" y="32097"/>
                      <a:pt x="213470" y="46333"/>
                    </a:cubicBezTo>
                    <a:cubicBezTo>
                      <a:pt x="225206" y="60569"/>
                      <a:pt x="221648" y="84514"/>
                      <a:pt x="221292" y="103291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29" name="SCHEM_path-0127"/>
              <p:cNvSpPr/>
              <p:nvPr/>
            </p:nvSpPr>
            <p:spPr>
              <a:xfrm>
                <a:off x="405931" y="4662116"/>
                <a:ext cx="235211" cy="223687"/>
              </a:xfrm>
              <a:custGeom>
                <a:avLst/>
                <a:gdLst/>
                <a:ahLst/>
                <a:cxnLst/>
                <a:rect l="0" t="0" r="r" b="b"/>
                <a:pathLst>
                  <a:path w="235211" h="223687">
                    <a:moveTo>
                      <a:pt x="234430" y="111527"/>
                    </a:moveTo>
                    <a:cubicBezTo>
                      <a:pt x="233650" y="134157"/>
                      <a:pt x="222113" y="160802"/>
                      <a:pt x="207968" y="177724"/>
                    </a:cubicBezTo>
                    <a:cubicBezTo>
                      <a:pt x="193824" y="194646"/>
                      <a:pt x="170600" y="206391"/>
                      <a:pt x="149561" y="213059"/>
                    </a:cubicBezTo>
                    <a:cubicBezTo>
                      <a:pt x="128522" y="219727"/>
                      <a:pt x="102428" y="223687"/>
                      <a:pt x="81733" y="217733"/>
                    </a:cubicBezTo>
                    <a:cubicBezTo>
                      <a:pt x="61037" y="211780"/>
                      <a:pt x="38852" y="195039"/>
                      <a:pt x="25387" y="177337"/>
                    </a:cubicBezTo>
                    <a:cubicBezTo>
                      <a:pt x="11921" y="159636"/>
                      <a:pt x="0" y="132784"/>
                      <a:pt x="941" y="111527"/>
                    </a:cubicBezTo>
                    <a:cubicBezTo>
                      <a:pt x="1882" y="90271"/>
                      <a:pt x="17428" y="67076"/>
                      <a:pt x="31032" y="49798"/>
                    </a:cubicBezTo>
                    <a:cubicBezTo>
                      <a:pt x="44635" y="32520"/>
                      <a:pt x="62571" y="15210"/>
                      <a:pt x="82561" y="7858"/>
                    </a:cubicBezTo>
                    <a:cubicBezTo>
                      <a:pt x="102551" y="505"/>
                      <a:pt x="129288" y="0"/>
                      <a:pt x="150970" y="5681"/>
                    </a:cubicBezTo>
                    <a:cubicBezTo>
                      <a:pt x="172651" y="11363"/>
                      <a:pt x="198739" y="24305"/>
                      <a:pt x="212649" y="41946"/>
                    </a:cubicBezTo>
                    <a:cubicBezTo>
                      <a:pt x="226559" y="59587"/>
                      <a:pt x="235211" y="88897"/>
                      <a:pt x="234430" y="111527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30" name="SCHEM_path-0128"/>
              <p:cNvSpPr/>
              <p:nvPr/>
            </p:nvSpPr>
            <p:spPr>
              <a:xfrm>
                <a:off x="3987372" y="4519063"/>
                <a:ext cx="293635" cy="282591"/>
              </a:xfrm>
              <a:custGeom>
                <a:avLst/>
                <a:gdLst/>
                <a:ahLst/>
                <a:cxnLst/>
                <a:rect l="0" t="0" r="r" b="b"/>
                <a:pathLst>
                  <a:path w="293635" h="282591">
                    <a:moveTo>
                      <a:pt x="282489" y="134746"/>
                    </a:moveTo>
                    <a:cubicBezTo>
                      <a:pt x="286132" y="161516"/>
                      <a:pt x="293635" y="203223"/>
                      <a:pt x="277874" y="222405"/>
                    </a:cubicBezTo>
                    <a:cubicBezTo>
                      <a:pt x="262112" y="241586"/>
                      <a:pt x="217907" y="240917"/>
                      <a:pt x="187922" y="249836"/>
                    </a:cubicBezTo>
                    <a:cubicBezTo>
                      <a:pt x="157937" y="258755"/>
                      <a:pt x="123298" y="282591"/>
                      <a:pt x="97962" y="275919"/>
                    </a:cubicBezTo>
                    <a:cubicBezTo>
                      <a:pt x="72626" y="269246"/>
                      <a:pt x="52197" y="233331"/>
                      <a:pt x="35908" y="209802"/>
                    </a:cubicBezTo>
                    <a:cubicBezTo>
                      <a:pt x="19618" y="186273"/>
                      <a:pt x="0" y="159613"/>
                      <a:pt x="226" y="134746"/>
                    </a:cubicBezTo>
                    <a:cubicBezTo>
                      <a:pt x="452" y="109880"/>
                      <a:pt x="20064" y="81536"/>
                      <a:pt x="37264" y="60603"/>
                    </a:cubicBezTo>
                    <a:cubicBezTo>
                      <a:pt x="54465" y="39670"/>
                      <a:pt x="77683" y="17788"/>
                      <a:pt x="103430" y="9150"/>
                    </a:cubicBezTo>
                    <a:cubicBezTo>
                      <a:pt x="129176" y="511"/>
                      <a:pt x="166312" y="0"/>
                      <a:pt x="191743" y="8773"/>
                    </a:cubicBezTo>
                    <a:cubicBezTo>
                      <a:pt x="217174" y="17546"/>
                      <a:pt x="240890" y="40793"/>
                      <a:pt x="256014" y="61788"/>
                    </a:cubicBezTo>
                    <a:cubicBezTo>
                      <a:pt x="271138" y="82784"/>
                      <a:pt x="278846" y="107977"/>
                      <a:pt x="282489" y="134746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31" name="SCHEM_path-0129"/>
              <p:cNvSpPr/>
              <p:nvPr/>
            </p:nvSpPr>
            <p:spPr>
              <a:xfrm>
                <a:off x="6027315" y="4205624"/>
                <a:ext cx="187796" cy="181369"/>
              </a:xfrm>
              <a:custGeom>
                <a:avLst/>
                <a:gdLst/>
                <a:ahLst/>
                <a:cxnLst/>
                <a:rect l="0" t="0" r="r" b="b"/>
                <a:pathLst>
                  <a:path w="187796" h="181369">
                    <a:moveTo>
                      <a:pt x="187168" y="93635"/>
                    </a:moveTo>
                    <a:cubicBezTo>
                      <a:pt x="186540" y="110415"/>
                      <a:pt x="170309" y="128955"/>
                      <a:pt x="158229" y="142695"/>
                    </a:cubicBezTo>
                    <a:cubicBezTo>
                      <a:pt x="146150" y="156435"/>
                      <a:pt x="131396" y="170781"/>
                      <a:pt x="114691" y="176075"/>
                    </a:cubicBezTo>
                    <a:cubicBezTo>
                      <a:pt x="97986" y="181369"/>
                      <a:pt x="74641" y="180130"/>
                      <a:pt x="57999" y="174460"/>
                    </a:cubicBezTo>
                    <a:cubicBezTo>
                      <a:pt x="41357" y="168791"/>
                      <a:pt x="24483" y="155529"/>
                      <a:pt x="14838" y="142058"/>
                    </a:cubicBezTo>
                    <a:cubicBezTo>
                      <a:pt x="5194" y="128587"/>
                      <a:pt x="0" y="109684"/>
                      <a:pt x="134" y="93635"/>
                    </a:cubicBezTo>
                    <a:cubicBezTo>
                      <a:pt x="269" y="77585"/>
                      <a:pt x="6440" y="60499"/>
                      <a:pt x="15644" y="45760"/>
                    </a:cubicBezTo>
                    <a:cubicBezTo>
                      <a:pt x="24848" y="31021"/>
                      <a:pt x="39044" y="10401"/>
                      <a:pt x="55357" y="5201"/>
                    </a:cubicBezTo>
                    <a:cubicBezTo>
                      <a:pt x="71670" y="0"/>
                      <a:pt x="95750" y="8420"/>
                      <a:pt x="113524" y="14555"/>
                    </a:cubicBezTo>
                    <a:cubicBezTo>
                      <a:pt x="131298" y="20691"/>
                      <a:pt x="149725" y="28831"/>
                      <a:pt x="161999" y="42011"/>
                    </a:cubicBezTo>
                    <a:cubicBezTo>
                      <a:pt x="174273" y="55191"/>
                      <a:pt x="187796" y="76854"/>
                      <a:pt x="187168" y="93635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32" name="SCHEM_path-0130"/>
              <p:cNvSpPr/>
              <p:nvPr/>
            </p:nvSpPr>
            <p:spPr>
              <a:xfrm>
                <a:off x="7038996" y="3862621"/>
                <a:ext cx="241828" cy="303004"/>
              </a:xfrm>
              <a:custGeom>
                <a:avLst/>
                <a:gdLst/>
                <a:ahLst/>
                <a:cxnLst/>
                <a:rect l="0" t="0" r="r" b="b"/>
                <a:pathLst>
                  <a:path w="241828" h="303004">
                    <a:moveTo>
                      <a:pt x="232589" y="148342"/>
                    </a:moveTo>
                    <a:cubicBezTo>
                      <a:pt x="231093" y="177097"/>
                      <a:pt x="233197" y="208211"/>
                      <a:pt x="221153" y="230886"/>
                    </a:cubicBezTo>
                    <a:cubicBezTo>
                      <a:pt x="209110" y="253561"/>
                      <a:pt x="183805" y="273972"/>
                      <a:pt x="160325" y="284391"/>
                    </a:cubicBezTo>
                    <a:cubicBezTo>
                      <a:pt x="136846" y="294810"/>
                      <a:pt x="102501" y="303004"/>
                      <a:pt x="80278" y="293400"/>
                    </a:cubicBezTo>
                    <a:cubicBezTo>
                      <a:pt x="58054" y="283796"/>
                      <a:pt x="40184" y="250944"/>
                      <a:pt x="26983" y="226767"/>
                    </a:cubicBezTo>
                    <a:cubicBezTo>
                      <a:pt x="13783" y="202591"/>
                      <a:pt x="0" y="173592"/>
                      <a:pt x="1076" y="148342"/>
                    </a:cubicBezTo>
                    <a:cubicBezTo>
                      <a:pt x="2153" y="123093"/>
                      <a:pt x="19071" y="95338"/>
                      <a:pt x="33442" y="75272"/>
                    </a:cubicBezTo>
                    <a:cubicBezTo>
                      <a:pt x="47813" y="55206"/>
                      <a:pt x="65811" y="39649"/>
                      <a:pt x="87301" y="27948"/>
                    </a:cubicBezTo>
                    <a:cubicBezTo>
                      <a:pt x="108791" y="16247"/>
                      <a:pt x="138579" y="0"/>
                      <a:pt x="162383" y="5069"/>
                    </a:cubicBezTo>
                    <a:cubicBezTo>
                      <a:pt x="186187" y="10137"/>
                      <a:pt x="218426" y="34481"/>
                      <a:pt x="230127" y="58360"/>
                    </a:cubicBezTo>
                    <a:cubicBezTo>
                      <a:pt x="241828" y="82239"/>
                      <a:pt x="234084" y="119588"/>
                      <a:pt x="232589" y="148342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33" name="SCHEM_path-0131"/>
              <p:cNvSpPr/>
              <p:nvPr/>
            </p:nvSpPr>
            <p:spPr>
              <a:xfrm>
                <a:off x="2785929" y="4196983"/>
                <a:ext cx="236200" cy="309630"/>
              </a:xfrm>
              <a:custGeom>
                <a:avLst/>
                <a:gdLst/>
                <a:ahLst/>
                <a:cxnLst/>
                <a:rect l="0" t="0" r="r" b="b"/>
                <a:pathLst>
                  <a:path w="236200" h="309630">
                    <a:moveTo>
                      <a:pt x="235330" y="153679"/>
                    </a:moveTo>
                    <a:cubicBezTo>
                      <a:pt x="236200" y="179498"/>
                      <a:pt x="212664" y="208720"/>
                      <a:pt x="198418" y="233539"/>
                    </a:cubicBezTo>
                    <a:cubicBezTo>
                      <a:pt x="184171" y="258359"/>
                      <a:pt x="169529" y="295560"/>
                      <a:pt x="149852" y="302595"/>
                    </a:cubicBezTo>
                    <a:cubicBezTo>
                      <a:pt x="130176" y="309630"/>
                      <a:pt x="100823" y="287591"/>
                      <a:pt x="80359" y="275751"/>
                    </a:cubicBezTo>
                    <a:cubicBezTo>
                      <a:pt x="59894" y="263911"/>
                      <a:pt x="38996" y="251902"/>
                      <a:pt x="27063" y="231557"/>
                    </a:cubicBezTo>
                    <a:cubicBezTo>
                      <a:pt x="15130" y="211211"/>
                      <a:pt x="11280" y="181958"/>
                      <a:pt x="8760" y="153679"/>
                    </a:cubicBezTo>
                    <a:cubicBezTo>
                      <a:pt x="6240" y="125400"/>
                      <a:pt x="0" y="82192"/>
                      <a:pt x="11942" y="61882"/>
                    </a:cubicBezTo>
                    <a:cubicBezTo>
                      <a:pt x="23884" y="41572"/>
                      <a:pt x="57558" y="40833"/>
                      <a:pt x="80413" y="31820"/>
                    </a:cubicBezTo>
                    <a:cubicBezTo>
                      <a:pt x="103268" y="22806"/>
                      <a:pt x="130276" y="0"/>
                      <a:pt x="149073" y="7801"/>
                    </a:cubicBezTo>
                    <a:cubicBezTo>
                      <a:pt x="167870" y="15602"/>
                      <a:pt x="178819" y="54313"/>
                      <a:pt x="193196" y="78626"/>
                    </a:cubicBezTo>
                    <a:cubicBezTo>
                      <a:pt x="207572" y="102939"/>
                      <a:pt x="234460" y="127860"/>
                      <a:pt x="235330" y="153679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34" name="SCHEM_path-0132"/>
              <p:cNvSpPr/>
              <p:nvPr/>
            </p:nvSpPr>
            <p:spPr>
              <a:xfrm>
                <a:off x="5676494" y="4692695"/>
                <a:ext cx="191955" cy="256857"/>
              </a:xfrm>
              <a:custGeom>
                <a:avLst/>
                <a:gdLst/>
                <a:ahLst/>
                <a:cxnLst/>
                <a:rect l="0" t="0" r="r" b="b"/>
                <a:pathLst>
                  <a:path w="191955" h="256857">
                    <a:moveTo>
                      <a:pt x="189819" y="117744"/>
                    </a:moveTo>
                    <a:cubicBezTo>
                      <a:pt x="187684" y="143127"/>
                      <a:pt x="169812" y="165134"/>
                      <a:pt x="158775" y="186914"/>
                    </a:cubicBezTo>
                    <a:cubicBezTo>
                      <a:pt x="147737" y="208694"/>
                      <a:pt x="138505" y="239993"/>
                      <a:pt x="123595" y="248425"/>
                    </a:cubicBezTo>
                    <a:cubicBezTo>
                      <a:pt x="108686" y="256857"/>
                      <a:pt x="86735" y="245459"/>
                      <a:pt x="69319" y="237508"/>
                    </a:cubicBezTo>
                    <a:cubicBezTo>
                      <a:pt x="51902" y="229557"/>
                      <a:pt x="30577" y="220681"/>
                      <a:pt x="19099" y="200720"/>
                    </a:cubicBezTo>
                    <a:cubicBezTo>
                      <a:pt x="7620" y="180759"/>
                      <a:pt x="0" y="144917"/>
                      <a:pt x="446" y="117744"/>
                    </a:cubicBezTo>
                    <a:cubicBezTo>
                      <a:pt x="892" y="90571"/>
                      <a:pt x="10009" y="56323"/>
                      <a:pt x="21774" y="37683"/>
                    </a:cubicBezTo>
                    <a:cubicBezTo>
                      <a:pt x="33539" y="19042"/>
                      <a:pt x="54705" y="11382"/>
                      <a:pt x="71035" y="5899"/>
                    </a:cubicBezTo>
                    <a:cubicBezTo>
                      <a:pt x="87365" y="417"/>
                      <a:pt x="102996" y="0"/>
                      <a:pt x="119754" y="4786"/>
                    </a:cubicBezTo>
                    <a:cubicBezTo>
                      <a:pt x="136513" y="9573"/>
                      <a:pt x="159910" y="15792"/>
                      <a:pt x="171587" y="34618"/>
                    </a:cubicBezTo>
                    <a:cubicBezTo>
                      <a:pt x="183265" y="53445"/>
                      <a:pt x="191955" y="92362"/>
                      <a:pt x="189819" y="117744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35" name="SCHEM_path-0133"/>
              <p:cNvSpPr/>
              <p:nvPr/>
            </p:nvSpPr>
            <p:spPr>
              <a:xfrm>
                <a:off x="3771310" y="4229081"/>
                <a:ext cx="298484" cy="267532"/>
              </a:xfrm>
              <a:custGeom>
                <a:avLst/>
                <a:gdLst/>
                <a:ahLst/>
                <a:cxnLst/>
                <a:rect l="0" t="0" r="r" b="b"/>
                <a:pathLst>
                  <a:path w="298484" h="267532">
                    <a:moveTo>
                      <a:pt x="297535" y="134189"/>
                    </a:moveTo>
                    <a:cubicBezTo>
                      <a:pt x="296585" y="160319"/>
                      <a:pt x="279948" y="189627"/>
                      <a:pt x="262513" y="210668"/>
                    </a:cubicBezTo>
                    <a:cubicBezTo>
                      <a:pt x="245079" y="231709"/>
                      <a:pt x="218913" y="253341"/>
                      <a:pt x="192927" y="260436"/>
                    </a:cubicBezTo>
                    <a:cubicBezTo>
                      <a:pt x="166941" y="267532"/>
                      <a:pt x="131741" y="262385"/>
                      <a:pt x="106597" y="253242"/>
                    </a:cubicBezTo>
                    <a:cubicBezTo>
                      <a:pt x="81453" y="244099"/>
                      <a:pt x="59287" y="225422"/>
                      <a:pt x="42064" y="205580"/>
                    </a:cubicBezTo>
                    <a:cubicBezTo>
                      <a:pt x="24840" y="185738"/>
                      <a:pt x="6515" y="160171"/>
                      <a:pt x="3258" y="134189"/>
                    </a:cubicBezTo>
                    <a:cubicBezTo>
                      <a:pt x="0" y="108207"/>
                      <a:pt x="5559" y="70280"/>
                      <a:pt x="22518" y="49687"/>
                    </a:cubicBezTo>
                    <a:cubicBezTo>
                      <a:pt x="39477" y="29094"/>
                      <a:pt x="76568" y="17713"/>
                      <a:pt x="105012" y="10633"/>
                    </a:cubicBezTo>
                    <a:cubicBezTo>
                      <a:pt x="133456" y="3554"/>
                      <a:pt x="165985" y="0"/>
                      <a:pt x="193185" y="7209"/>
                    </a:cubicBezTo>
                    <a:cubicBezTo>
                      <a:pt x="220384" y="14419"/>
                      <a:pt x="250817" y="32726"/>
                      <a:pt x="268208" y="53889"/>
                    </a:cubicBezTo>
                    <a:cubicBezTo>
                      <a:pt x="285600" y="75053"/>
                      <a:pt x="298484" y="108059"/>
                      <a:pt x="297535" y="134189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36" name="SCHEM_path-0134"/>
              <p:cNvSpPr/>
              <p:nvPr/>
            </p:nvSpPr>
            <p:spPr>
              <a:xfrm>
                <a:off x="7408315" y="4591070"/>
                <a:ext cx="317556" cy="227457"/>
              </a:xfrm>
              <a:custGeom>
                <a:avLst/>
                <a:gdLst/>
                <a:ahLst/>
                <a:cxnLst/>
                <a:rect l="0" t="0" r="r" b="b"/>
                <a:pathLst>
                  <a:path w="317556" h="227457">
                    <a:moveTo>
                      <a:pt x="317058" y="116803"/>
                    </a:moveTo>
                    <a:cubicBezTo>
                      <a:pt x="317556" y="139792"/>
                      <a:pt x="306941" y="168974"/>
                      <a:pt x="288490" y="186585"/>
                    </a:cubicBezTo>
                    <a:cubicBezTo>
                      <a:pt x="270039" y="204195"/>
                      <a:pt x="234845" y="217475"/>
                      <a:pt x="206351" y="222466"/>
                    </a:cubicBezTo>
                    <a:cubicBezTo>
                      <a:pt x="177857" y="227457"/>
                      <a:pt x="142947" y="224422"/>
                      <a:pt x="117528" y="216530"/>
                    </a:cubicBezTo>
                    <a:cubicBezTo>
                      <a:pt x="92110" y="208637"/>
                      <a:pt x="73168" y="191733"/>
                      <a:pt x="53838" y="175112"/>
                    </a:cubicBezTo>
                    <a:cubicBezTo>
                      <a:pt x="34509" y="158491"/>
                      <a:pt x="3100" y="137086"/>
                      <a:pt x="1550" y="116803"/>
                    </a:cubicBezTo>
                    <a:cubicBezTo>
                      <a:pt x="0" y="96521"/>
                      <a:pt x="26049" y="71984"/>
                      <a:pt x="44537" y="53417"/>
                    </a:cubicBezTo>
                    <a:cubicBezTo>
                      <a:pt x="63025" y="34850"/>
                      <a:pt x="86222" y="10804"/>
                      <a:pt x="112480" y="5402"/>
                    </a:cubicBezTo>
                    <a:cubicBezTo>
                      <a:pt x="138738" y="0"/>
                      <a:pt x="173248" y="13796"/>
                      <a:pt x="202085" y="21005"/>
                    </a:cubicBezTo>
                    <a:cubicBezTo>
                      <a:pt x="230922" y="28213"/>
                      <a:pt x="266340" y="32686"/>
                      <a:pt x="285502" y="48653"/>
                    </a:cubicBezTo>
                    <a:cubicBezTo>
                      <a:pt x="304664" y="64619"/>
                      <a:pt x="316560" y="93814"/>
                      <a:pt x="317058" y="116803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37" name="SCHEM_path-0135"/>
              <p:cNvSpPr/>
              <p:nvPr/>
            </p:nvSpPr>
            <p:spPr>
              <a:xfrm>
                <a:off x="4645978" y="4660226"/>
                <a:ext cx="234422" cy="198982"/>
              </a:xfrm>
              <a:custGeom>
                <a:avLst/>
                <a:gdLst/>
                <a:ahLst/>
                <a:cxnLst/>
                <a:rect l="0" t="0" r="r" b="b"/>
                <a:pathLst>
                  <a:path w="234422" h="198982">
                    <a:moveTo>
                      <a:pt x="231440" y="94913"/>
                    </a:moveTo>
                    <a:cubicBezTo>
                      <a:pt x="228458" y="112912"/>
                      <a:pt x="206612" y="127662"/>
                      <a:pt x="192681" y="143709"/>
                    </a:cubicBezTo>
                    <a:cubicBezTo>
                      <a:pt x="178750" y="159756"/>
                      <a:pt x="168303" y="183404"/>
                      <a:pt x="147855" y="191193"/>
                    </a:cubicBezTo>
                    <a:cubicBezTo>
                      <a:pt x="127407" y="198982"/>
                      <a:pt x="90813" y="198169"/>
                      <a:pt x="69992" y="190442"/>
                    </a:cubicBezTo>
                    <a:cubicBezTo>
                      <a:pt x="49170" y="182716"/>
                      <a:pt x="34377" y="160756"/>
                      <a:pt x="22926" y="144834"/>
                    </a:cubicBezTo>
                    <a:cubicBezTo>
                      <a:pt x="11475" y="128913"/>
                      <a:pt x="2572" y="112301"/>
                      <a:pt x="1286" y="94913"/>
                    </a:cubicBezTo>
                    <a:cubicBezTo>
                      <a:pt x="0" y="77524"/>
                      <a:pt x="3418" y="55583"/>
                      <a:pt x="15211" y="40504"/>
                    </a:cubicBezTo>
                    <a:cubicBezTo>
                      <a:pt x="27004" y="25425"/>
                      <a:pt x="50968" y="8878"/>
                      <a:pt x="72044" y="4439"/>
                    </a:cubicBezTo>
                    <a:cubicBezTo>
                      <a:pt x="93121" y="0"/>
                      <a:pt x="118581" y="8659"/>
                      <a:pt x="141669" y="13871"/>
                    </a:cubicBezTo>
                    <a:cubicBezTo>
                      <a:pt x="164757" y="19083"/>
                      <a:pt x="195610" y="22205"/>
                      <a:pt x="210572" y="35712"/>
                    </a:cubicBezTo>
                    <a:cubicBezTo>
                      <a:pt x="225534" y="49219"/>
                      <a:pt x="234422" y="76913"/>
                      <a:pt x="231440" y="94913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38" name="SCHEM_path-0136"/>
              <p:cNvSpPr/>
              <p:nvPr/>
            </p:nvSpPr>
            <p:spPr>
              <a:xfrm>
                <a:off x="4846938" y="4751557"/>
                <a:ext cx="291568" cy="188029"/>
              </a:xfrm>
              <a:custGeom>
                <a:avLst/>
                <a:gdLst/>
                <a:ahLst/>
                <a:cxnLst/>
                <a:rect l="0" t="0" r="r" b="b"/>
                <a:pathLst>
                  <a:path w="291568" h="188029">
                    <a:moveTo>
                      <a:pt x="290821" y="91969"/>
                    </a:moveTo>
                    <a:cubicBezTo>
                      <a:pt x="291568" y="111300"/>
                      <a:pt x="286162" y="135631"/>
                      <a:pt x="269049" y="150994"/>
                    </a:cubicBezTo>
                    <a:cubicBezTo>
                      <a:pt x="251936" y="166356"/>
                      <a:pt x="216535" y="180258"/>
                      <a:pt x="188144" y="184144"/>
                    </a:cubicBezTo>
                    <a:cubicBezTo>
                      <a:pt x="159753" y="188029"/>
                      <a:pt x="124557" y="181387"/>
                      <a:pt x="98703" y="174307"/>
                    </a:cubicBezTo>
                    <a:cubicBezTo>
                      <a:pt x="72849" y="167226"/>
                      <a:pt x="49321" y="155383"/>
                      <a:pt x="33020" y="141660"/>
                    </a:cubicBezTo>
                    <a:cubicBezTo>
                      <a:pt x="16719" y="127937"/>
                      <a:pt x="1793" y="108946"/>
                      <a:pt x="897" y="91969"/>
                    </a:cubicBezTo>
                    <a:cubicBezTo>
                      <a:pt x="0" y="74993"/>
                      <a:pt x="11808" y="54439"/>
                      <a:pt x="27640" y="39801"/>
                    </a:cubicBezTo>
                    <a:cubicBezTo>
                      <a:pt x="43472" y="25163"/>
                      <a:pt x="70433" y="8283"/>
                      <a:pt x="95889" y="4141"/>
                    </a:cubicBezTo>
                    <a:cubicBezTo>
                      <a:pt x="121344" y="0"/>
                      <a:pt x="152262" y="9808"/>
                      <a:pt x="180376" y="14953"/>
                    </a:cubicBezTo>
                    <a:cubicBezTo>
                      <a:pt x="208489" y="20097"/>
                      <a:pt x="246160" y="22173"/>
                      <a:pt x="264568" y="35009"/>
                    </a:cubicBezTo>
                    <a:cubicBezTo>
                      <a:pt x="282975" y="47845"/>
                      <a:pt x="290074" y="72639"/>
                      <a:pt x="290821" y="91969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39" name="SCHEM_path-0137"/>
              <p:cNvSpPr/>
              <p:nvPr/>
            </p:nvSpPr>
            <p:spPr>
              <a:xfrm>
                <a:off x="3260001" y="4031723"/>
                <a:ext cx="207018" cy="297982"/>
              </a:xfrm>
              <a:custGeom>
                <a:avLst/>
                <a:gdLst/>
                <a:ahLst/>
                <a:cxnLst/>
                <a:rect l="0" t="0" r="r" b="b"/>
                <a:pathLst>
                  <a:path w="207018" h="297982">
                    <a:moveTo>
                      <a:pt x="200870" y="154780"/>
                    </a:moveTo>
                    <a:cubicBezTo>
                      <a:pt x="201810" y="183449"/>
                      <a:pt x="207018" y="222857"/>
                      <a:pt x="196023" y="243530"/>
                    </a:cubicBezTo>
                    <a:cubicBezTo>
                      <a:pt x="185027" y="264202"/>
                      <a:pt x="155649" y="270741"/>
                      <a:pt x="134898" y="278815"/>
                    </a:cubicBezTo>
                    <a:cubicBezTo>
                      <a:pt x="114146" y="286889"/>
                      <a:pt x="91600" y="297982"/>
                      <a:pt x="71513" y="291972"/>
                    </a:cubicBezTo>
                    <a:cubicBezTo>
                      <a:pt x="51426" y="285962"/>
                      <a:pt x="25995" y="265620"/>
                      <a:pt x="14377" y="242755"/>
                    </a:cubicBezTo>
                    <a:cubicBezTo>
                      <a:pt x="2759" y="219889"/>
                      <a:pt x="0" y="182350"/>
                      <a:pt x="1804" y="154780"/>
                    </a:cubicBezTo>
                    <a:cubicBezTo>
                      <a:pt x="3607" y="127210"/>
                      <a:pt x="13972" y="101809"/>
                      <a:pt x="25200" y="77335"/>
                    </a:cubicBezTo>
                    <a:cubicBezTo>
                      <a:pt x="36428" y="52861"/>
                      <a:pt x="50846" y="15877"/>
                      <a:pt x="69172" y="7939"/>
                    </a:cubicBezTo>
                    <a:cubicBezTo>
                      <a:pt x="87497" y="0"/>
                      <a:pt x="114948" y="19107"/>
                      <a:pt x="135151" y="29703"/>
                    </a:cubicBezTo>
                    <a:cubicBezTo>
                      <a:pt x="155353" y="40300"/>
                      <a:pt x="179431" y="50671"/>
                      <a:pt x="190384" y="71517"/>
                    </a:cubicBezTo>
                    <a:cubicBezTo>
                      <a:pt x="201337" y="92363"/>
                      <a:pt x="199930" y="126111"/>
                      <a:pt x="200870" y="154780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40" name="SCHEM_path-0138"/>
              <p:cNvSpPr/>
              <p:nvPr/>
            </p:nvSpPr>
            <p:spPr>
              <a:xfrm>
                <a:off x="3565509" y="4153003"/>
                <a:ext cx="209735" cy="240155"/>
              </a:xfrm>
              <a:custGeom>
                <a:avLst/>
                <a:gdLst/>
                <a:ahLst/>
                <a:cxnLst/>
                <a:rect l="0" t="0" r="r" b="b"/>
                <a:pathLst>
                  <a:path w="209735" h="240155">
                    <a:moveTo>
                      <a:pt x="207939" y="120020"/>
                    </a:moveTo>
                    <a:cubicBezTo>
                      <a:pt x="208217" y="141689"/>
                      <a:pt x="209735" y="166431"/>
                      <a:pt x="200345" y="185681"/>
                    </a:cubicBezTo>
                    <a:cubicBezTo>
                      <a:pt x="190954" y="204931"/>
                      <a:pt x="170159" y="230888"/>
                      <a:pt x="151596" y="235522"/>
                    </a:cubicBezTo>
                    <a:cubicBezTo>
                      <a:pt x="133033" y="240155"/>
                      <a:pt x="109637" y="220994"/>
                      <a:pt x="88964" y="213482"/>
                    </a:cubicBezTo>
                    <a:cubicBezTo>
                      <a:pt x="68291" y="205969"/>
                      <a:pt x="41930" y="206023"/>
                      <a:pt x="27559" y="190446"/>
                    </a:cubicBezTo>
                    <a:cubicBezTo>
                      <a:pt x="13189" y="174869"/>
                      <a:pt x="0" y="141336"/>
                      <a:pt x="2741" y="120020"/>
                    </a:cubicBezTo>
                    <a:cubicBezTo>
                      <a:pt x="5482" y="98703"/>
                      <a:pt x="29992" y="79313"/>
                      <a:pt x="44006" y="62547"/>
                    </a:cubicBezTo>
                    <a:cubicBezTo>
                      <a:pt x="58021" y="45782"/>
                      <a:pt x="68972" y="28847"/>
                      <a:pt x="86827" y="19429"/>
                    </a:cubicBezTo>
                    <a:cubicBezTo>
                      <a:pt x="104683" y="10011"/>
                      <a:pt x="132498" y="0"/>
                      <a:pt x="151140" y="6040"/>
                    </a:cubicBezTo>
                    <a:cubicBezTo>
                      <a:pt x="169782" y="12080"/>
                      <a:pt x="189214" y="36673"/>
                      <a:pt x="198680" y="55669"/>
                    </a:cubicBezTo>
                    <a:cubicBezTo>
                      <a:pt x="208147" y="74666"/>
                      <a:pt x="207662" y="98351"/>
                      <a:pt x="207939" y="120020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41" name="SCHEM_path-0139"/>
              <p:cNvSpPr/>
              <p:nvPr/>
            </p:nvSpPr>
            <p:spPr>
              <a:xfrm>
                <a:off x="5556489" y="4194514"/>
                <a:ext cx="206175" cy="215928"/>
              </a:xfrm>
              <a:custGeom>
                <a:avLst/>
                <a:gdLst/>
                <a:ahLst/>
                <a:cxnLst/>
                <a:rect l="0" t="0" r="r" b="b"/>
                <a:pathLst>
                  <a:path w="206175" h="215928">
                    <a:moveTo>
                      <a:pt x="205412" y="108513"/>
                    </a:moveTo>
                    <a:cubicBezTo>
                      <a:pt x="206175" y="127431"/>
                      <a:pt x="192962" y="153193"/>
                      <a:pt x="179881" y="166948"/>
                    </a:cubicBezTo>
                    <a:cubicBezTo>
                      <a:pt x="166800" y="180704"/>
                      <a:pt x="145639" y="183733"/>
                      <a:pt x="126927" y="191045"/>
                    </a:cubicBezTo>
                    <a:cubicBezTo>
                      <a:pt x="108214" y="198357"/>
                      <a:pt x="83778" y="215928"/>
                      <a:pt x="67606" y="210821"/>
                    </a:cubicBezTo>
                    <a:cubicBezTo>
                      <a:pt x="51434" y="205715"/>
                      <a:pt x="40894" y="177457"/>
                      <a:pt x="29893" y="160405"/>
                    </a:cubicBezTo>
                    <a:cubicBezTo>
                      <a:pt x="18892" y="143354"/>
                      <a:pt x="3200" y="126988"/>
                      <a:pt x="1600" y="108513"/>
                    </a:cubicBezTo>
                    <a:cubicBezTo>
                      <a:pt x="0" y="90039"/>
                      <a:pt x="8519" y="64202"/>
                      <a:pt x="20294" y="49560"/>
                    </a:cubicBezTo>
                    <a:cubicBezTo>
                      <a:pt x="32068" y="34919"/>
                      <a:pt x="53377" y="28015"/>
                      <a:pt x="72246" y="20665"/>
                    </a:cubicBezTo>
                    <a:cubicBezTo>
                      <a:pt x="91116" y="13316"/>
                      <a:pt x="116335" y="0"/>
                      <a:pt x="133512" y="5463"/>
                    </a:cubicBezTo>
                    <a:cubicBezTo>
                      <a:pt x="150688" y="10927"/>
                      <a:pt x="163321" y="36270"/>
                      <a:pt x="175305" y="53445"/>
                    </a:cubicBezTo>
                    <a:cubicBezTo>
                      <a:pt x="187288" y="70620"/>
                      <a:pt x="204650" y="89596"/>
                      <a:pt x="205412" y="108513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42" name="SCHEM_path-0140"/>
              <p:cNvSpPr/>
              <p:nvPr/>
            </p:nvSpPr>
            <p:spPr>
              <a:xfrm>
                <a:off x="2317570" y="4738298"/>
                <a:ext cx="186484" cy="289125"/>
              </a:xfrm>
              <a:custGeom>
                <a:avLst/>
                <a:gdLst/>
                <a:ahLst/>
                <a:cxnLst/>
                <a:rect l="0" t="0" r="r" b="b"/>
                <a:pathLst>
                  <a:path w="186484" h="289125">
                    <a:moveTo>
                      <a:pt x="186393" y="141028"/>
                    </a:moveTo>
                    <a:cubicBezTo>
                      <a:pt x="186484" y="169512"/>
                      <a:pt x="182640" y="204077"/>
                      <a:pt x="171132" y="226755"/>
                    </a:cubicBezTo>
                    <a:cubicBezTo>
                      <a:pt x="159625" y="249432"/>
                      <a:pt x="137107" y="268479"/>
                      <a:pt x="117348" y="277093"/>
                    </a:cubicBezTo>
                    <a:cubicBezTo>
                      <a:pt x="97588" y="285707"/>
                      <a:pt x="69977" y="289125"/>
                      <a:pt x="52574" y="278439"/>
                    </a:cubicBezTo>
                    <a:cubicBezTo>
                      <a:pt x="35171" y="267753"/>
                      <a:pt x="21595" y="235880"/>
                      <a:pt x="12930" y="212978"/>
                    </a:cubicBezTo>
                    <a:cubicBezTo>
                      <a:pt x="4266" y="190076"/>
                      <a:pt x="1177" y="165598"/>
                      <a:pt x="589" y="141028"/>
                    </a:cubicBezTo>
                    <a:cubicBezTo>
                      <a:pt x="0" y="116458"/>
                      <a:pt x="238" y="86365"/>
                      <a:pt x="9398" y="65557"/>
                    </a:cubicBezTo>
                    <a:cubicBezTo>
                      <a:pt x="18559" y="44750"/>
                      <a:pt x="37624" y="26008"/>
                      <a:pt x="55550" y="16184"/>
                    </a:cubicBezTo>
                    <a:cubicBezTo>
                      <a:pt x="73477" y="6359"/>
                      <a:pt x="97785" y="0"/>
                      <a:pt x="116957" y="6611"/>
                    </a:cubicBezTo>
                    <a:cubicBezTo>
                      <a:pt x="136129" y="13221"/>
                      <a:pt x="159011" y="33444"/>
                      <a:pt x="170584" y="55847"/>
                    </a:cubicBezTo>
                    <a:cubicBezTo>
                      <a:pt x="182157" y="78250"/>
                      <a:pt x="186301" y="112543"/>
                      <a:pt x="186393" y="141028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43" name="SCHEM_path-0141"/>
              <p:cNvSpPr/>
              <p:nvPr/>
            </p:nvSpPr>
            <p:spPr>
              <a:xfrm>
                <a:off x="1085598" y="4618364"/>
                <a:ext cx="213245" cy="279140"/>
              </a:xfrm>
              <a:custGeom>
                <a:avLst/>
                <a:gdLst/>
                <a:ahLst/>
                <a:cxnLst/>
                <a:rect l="0" t="0" r="r" b="b"/>
                <a:pathLst>
                  <a:path w="213245" h="279140">
                    <a:moveTo>
                      <a:pt x="204718" y="137955"/>
                    </a:moveTo>
                    <a:cubicBezTo>
                      <a:pt x="204342" y="166236"/>
                      <a:pt x="210749" y="199442"/>
                      <a:pt x="200877" y="221733"/>
                    </a:cubicBezTo>
                    <a:cubicBezTo>
                      <a:pt x="191005" y="244024"/>
                      <a:pt x="165661" y="264265"/>
                      <a:pt x="145485" y="271703"/>
                    </a:cubicBezTo>
                    <a:cubicBezTo>
                      <a:pt x="125309" y="279140"/>
                      <a:pt x="98416" y="276386"/>
                      <a:pt x="79821" y="266358"/>
                    </a:cubicBezTo>
                    <a:cubicBezTo>
                      <a:pt x="61225" y="256329"/>
                      <a:pt x="47214" y="232933"/>
                      <a:pt x="33913" y="211533"/>
                    </a:cubicBezTo>
                    <a:cubicBezTo>
                      <a:pt x="20612" y="190132"/>
                      <a:pt x="34" y="162497"/>
                      <a:pt x="17" y="137955"/>
                    </a:cubicBezTo>
                    <a:cubicBezTo>
                      <a:pt x="0" y="113414"/>
                      <a:pt x="20532" y="85766"/>
                      <a:pt x="33812" y="64283"/>
                    </a:cubicBezTo>
                    <a:cubicBezTo>
                      <a:pt x="47092" y="42799"/>
                      <a:pt x="61324" y="18109"/>
                      <a:pt x="79696" y="9054"/>
                    </a:cubicBezTo>
                    <a:cubicBezTo>
                      <a:pt x="98068" y="0"/>
                      <a:pt x="123472" y="2790"/>
                      <a:pt x="144045" y="9956"/>
                    </a:cubicBezTo>
                    <a:cubicBezTo>
                      <a:pt x="164618" y="17122"/>
                      <a:pt x="193021" y="30719"/>
                      <a:pt x="203133" y="52052"/>
                    </a:cubicBezTo>
                    <a:cubicBezTo>
                      <a:pt x="213245" y="73385"/>
                      <a:pt x="205094" y="109675"/>
                      <a:pt x="204718" y="137955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44" name="SCHEM_path-0142"/>
              <p:cNvSpPr/>
              <p:nvPr/>
            </p:nvSpPr>
            <p:spPr>
              <a:xfrm>
                <a:off x="3679294" y="3892330"/>
                <a:ext cx="177158" cy="288613"/>
              </a:xfrm>
              <a:custGeom>
                <a:avLst/>
                <a:gdLst/>
                <a:ahLst/>
                <a:cxnLst/>
                <a:rect l="0" t="0" r="r" b="b"/>
                <a:pathLst>
                  <a:path w="177158" h="288613">
                    <a:moveTo>
                      <a:pt x="176585" y="140438"/>
                    </a:moveTo>
                    <a:cubicBezTo>
                      <a:pt x="176012" y="166658"/>
                      <a:pt x="171541" y="195542"/>
                      <a:pt x="161982" y="217246"/>
                    </a:cubicBezTo>
                    <a:cubicBezTo>
                      <a:pt x="152423" y="238950"/>
                      <a:pt x="136260" y="259958"/>
                      <a:pt x="119231" y="270661"/>
                    </a:cubicBezTo>
                    <a:cubicBezTo>
                      <a:pt x="102201" y="281365"/>
                      <a:pt x="78070" y="288613"/>
                      <a:pt x="59804" y="281468"/>
                    </a:cubicBezTo>
                    <a:cubicBezTo>
                      <a:pt x="41538" y="274323"/>
                      <a:pt x="18822" y="251296"/>
                      <a:pt x="9635" y="227791"/>
                    </a:cubicBezTo>
                    <a:cubicBezTo>
                      <a:pt x="447" y="204286"/>
                      <a:pt x="4727" y="169604"/>
                      <a:pt x="4682" y="140438"/>
                    </a:cubicBezTo>
                    <a:cubicBezTo>
                      <a:pt x="4637" y="111271"/>
                      <a:pt x="0" y="75489"/>
                      <a:pt x="9365" y="52793"/>
                    </a:cubicBezTo>
                    <a:cubicBezTo>
                      <a:pt x="18729" y="30098"/>
                      <a:pt x="43178" y="8531"/>
                      <a:pt x="60869" y="4266"/>
                    </a:cubicBezTo>
                    <a:cubicBezTo>
                      <a:pt x="78560" y="0"/>
                      <a:pt x="98084" y="17924"/>
                      <a:pt x="115509" y="27200"/>
                    </a:cubicBezTo>
                    <a:cubicBezTo>
                      <a:pt x="132935" y="36477"/>
                      <a:pt x="155242" y="41050"/>
                      <a:pt x="165422" y="59923"/>
                    </a:cubicBezTo>
                    <a:cubicBezTo>
                      <a:pt x="175601" y="78796"/>
                      <a:pt x="177158" y="114217"/>
                      <a:pt x="176585" y="140438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45" name="SCHEM_path-0143"/>
              <p:cNvSpPr/>
              <p:nvPr/>
            </p:nvSpPr>
            <p:spPr>
              <a:xfrm>
                <a:off x="4528941" y="4313833"/>
                <a:ext cx="221243" cy="268314"/>
              </a:xfrm>
              <a:custGeom>
                <a:avLst/>
                <a:gdLst/>
                <a:ahLst/>
                <a:cxnLst/>
                <a:rect l="0" t="0" r="r" b="b"/>
                <a:pathLst>
                  <a:path w="221243" h="268314">
                    <a:moveTo>
                      <a:pt x="211538" y="135847"/>
                    </a:moveTo>
                    <a:cubicBezTo>
                      <a:pt x="213439" y="161877"/>
                      <a:pt x="221243" y="197558"/>
                      <a:pt x="210788" y="218801"/>
                    </a:cubicBezTo>
                    <a:cubicBezTo>
                      <a:pt x="200333" y="240043"/>
                      <a:pt x="170230" y="258293"/>
                      <a:pt x="148807" y="263304"/>
                    </a:cubicBezTo>
                    <a:cubicBezTo>
                      <a:pt x="127384" y="268314"/>
                      <a:pt x="102776" y="257613"/>
                      <a:pt x="82251" y="248863"/>
                    </a:cubicBezTo>
                    <a:cubicBezTo>
                      <a:pt x="61725" y="240112"/>
                      <a:pt x="39323" y="229636"/>
                      <a:pt x="25653" y="210800"/>
                    </a:cubicBezTo>
                    <a:cubicBezTo>
                      <a:pt x="11983" y="191964"/>
                      <a:pt x="0" y="160635"/>
                      <a:pt x="230" y="135847"/>
                    </a:cubicBezTo>
                    <a:cubicBezTo>
                      <a:pt x="460" y="111058"/>
                      <a:pt x="13833" y="82603"/>
                      <a:pt x="27033" y="62071"/>
                    </a:cubicBezTo>
                    <a:cubicBezTo>
                      <a:pt x="40234" y="41538"/>
                      <a:pt x="59135" y="21607"/>
                      <a:pt x="79433" y="12650"/>
                    </a:cubicBezTo>
                    <a:cubicBezTo>
                      <a:pt x="99732" y="3693"/>
                      <a:pt x="128832" y="0"/>
                      <a:pt x="148824" y="8328"/>
                    </a:cubicBezTo>
                    <a:cubicBezTo>
                      <a:pt x="168816" y="16657"/>
                      <a:pt x="188930" y="41367"/>
                      <a:pt x="199383" y="62620"/>
                    </a:cubicBezTo>
                    <a:cubicBezTo>
                      <a:pt x="209835" y="83874"/>
                      <a:pt x="209637" y="109817"/>
                      <a:pt x="211538" y="135847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46" name="SCHEM_path-0144"/>
              <p:cNvSpPr/>
              <p:nvPr/>
            </p:nvSpPr>
            <p:spPr>
              <a:xfrm>
                <a:off x="4039925" y="3907559"/>
                <a:ext cx="253575" cy="216179"/>
              </a:xfrm>
              <a:custGeom>
                <a:avLst/>
                <a:gdLst/>
                <a:ahLst/>
                <a:cxnLst/>
                <a:rect l="0" t="0" r="r" b="b"/>
                <a:pathLst>
                  <a:path w="253575" h="216179">
                    <a:moveTo>
                      <a:pt x="240259" y="108645"/>
                    </a:moveTo>
                    <a:cubicBezTo>
                      <a:pt x="239860" y="130901"/>
                      <a:pt x="251198" y="157414"/>
                      <a:pt x="239482" y="174697"/>
                    </a:cubicBezTo>
                    <a:cubicBezTo>
                      <a:pt x="227766" y="191980"/>
                      <a:pt x="194231" y="208511"/>
                      <a:pt x="169962" y="212345"/>
                    </a:cubicBezTo>
                    <a:cubicBezTo>
                      <a:pt x="145693" y="216179"/>
                      <a:pt x="116330" y="205634"/>
                      <a:pt x="93867" y="197704"/>
                    </a:cubicBezTo>
                    <a:cubicBezTo>
                      <a:pt x="71403" y="189774"/>
                      <a:pt x="50736" y="179606"/>
                      <a:pt x="35181" y="164763"/>
                    </a:cubicBezTo>
                    <a:cubicBezTo>
                      <a:pt x="19626" y="149920"/>
                      <a:pt x="1075" y="127673"/>
                      <a:pt x="538" y="108645"/>
                    </a:cubicBezTo>
                    <a:cubicBezTo>
                      <a:pt x="0" y="89618"/>
                      <a:pt x="16830" y="66530"/>
                      <a:pt x="31956" y="50599"/>
                    </a:cubicBezTo>
                    <a:cubicBezTo>
                      <a:pt x="47081" y="34669"/>
                      <a:pt x="68274" y="20717"/>
                      <a:pt x="91292" y="13064"/>
                    </a:cubicBezTo>
                    <a:cubicBezTo>
                      <a:pt x="114310" y="5412"/>
                      <a:pt x="144969" y="0"/>
                      <a:pt x="170066" y="4683"/>
                    </a:cubicBezTo>
                    <a:cubicBezTo>
                      <a:pt x="195163" y="9366"/>
                      <a:pt x="230177" y="23835"/>
                      <a:pt x="241876" y="41162"/>
                    </a:cubicBezTo>
                    <a:cubicBezTo>
                      <a:pt x="253575" y="58489"/>
                      <a:pt x="240658" y="86389"/>
                      <a:pt x="240259" y="108645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47" name="SCHEM_path-0145"/>
              <p:cNvSpPr/>
              <p:nvPr/>
            </p:nvSpPr>
            <p:spPr>
              <a:xfrm>
                <a:off x="6915553" y="4423804"/>
                <a:ext cx="278562" cy="186304"/>
              </a:xfrm>
              <a:custGeom>
                <a:avLst/>
                <a:gdLst/>
                <a:ahLst/>
                <a:cxnLst/>
                <a:rect l="0" t="0" r="r" b="b"/>
                <a:pathLst>
                  <a:path w="278562" h="186304">
                    <a:moveTo>
                      <a:pt x="278316" y="90306"/>
                    </a:moveTo>
                    <a:cubicBezTo>
                      <a:pt x="278272" y="109062"/>
                      <a:pt x="277805" y="131139"/>
                      <a:pt x="263401" y="146510"/>
                    </a:cubicBezTo>
                    <a:cubicBezTo>
                      <a:pt x="248997" y="161881"/>
                      <a:pt x="217789" y="178757"/>
                      <a:pt x="191893" y="182530"/>
                    </a:cubicBezTo>
                    <a:cubicBezTo>
                      <a:pt x="165997" y="186304"/>
                      <a:pt x="135697" y="174826"/>
                      <a:pt x="108026" y="169151"/>
                    </a:cubicBezTo>
                    <a:cubicBezTo>
                      <a:pt x="80356" y="163476"/>
                      <a:pt x="43608" y="161620"/>
                      <a:pt x="25871" y="148479"/>
                    </a:cubicBezTo>
                    <a:cubicBezTo>
                      <a:pt x="8134" y="135338"/>
                      <a:pt x="0" y="108924"/>
                      <a:pt x="1605" y="90306"/>
                    </a:cubicBezTo>
                    <a:cubicBezTo>
                      <a:pt x="3211" y="71688"/>
                      <a:pt x="17949" y="50284"/>
                      <a:pt x="35504" y="36772"/>
                    </a:cubicBezTo>
                    <a:cubicBezTo>
                      <a:pt x="53058" y="23259"/>
                      <a:pt x="81362" y="14673"/>
                      <a:pt x="106933" y="9231"/>
                    </a:cubicBezTo>
                    <a:cubicBezTo>
                      <a:pt x="132504" y="3790"/>
                      <a:pt x="162809" y="0"/>
                      <a:pt x="188931" y="4124"/>
                    </a:cubicBezTo>
                    <a:cubicBezTo>
                      <a:pt x="215053" y="8248"/>
                      <a:pt x="248767" y="19612"/>
                      <a:pt x="263664" y="33975"/>
                    </a:cubicBezTo>
                    <a:cubicBezTo>
                      <a:pt x="278562" y="48339"/>
                      <a:pt x="278360" y="71550"/>
                      <a:pt x="278316" y="90306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48" name="SCHEM_path-0146"/>
              <p:cNvSpPr/>
              <p:nvPr/>
            </p:nvSpPr>
            <p:spPr>
              <a:xfrm>
                <a:off x="5807268" y="4423751"/>
                <a:ext cx="280507" cy="302617"/>
              </a:xfrm>
              <a:custGeom>
                <a:avLst/>
                <a:gdLst/>
                <a:ahLst/>
                <a:cxnLst/>
                <a:rect l="0" t="0" r="r" b="b"/>
                <a:pathLst>
                  <a:path w="280507" h="302617">
                    <a:moveTo>
                      <a:pt x="279873" y="153208"/>
                    </a:moveTo>
                    <a:cubicBezTo>
                      <a:pt x="279239" y="179202"/>
                      <a:pt x="269832" y="208194"/>
                      <a:pt x="254819" y="229846"/>
                    </a:cubicBezTo>
                    <a:cubicBezTo>
                      <a:pt x="239807" y="251498"/>
                      <a:pt x="215688" y="272462"/>
                      <a:pt x="189797" y="283119"/>
                    </a:cubicBezTo>
                    <a:cubicBezTo>
                      <a:pt x="163907" y="293776"/>
                      <a:pt x="124849" y="302617"/>
                      <a:pt x="99479" y="293790"/>
                    </a:cubicBezTo>
                    <a:cubicBezTo>
                      <a:pt x="74109" y="284963"/>
                      <a:pt x="53618" y="253588"/>
                      <a:pt x="37579" y="230158"/>
                    </a:cubicBezTo>
                    <a:cubicBezTo>
                      <a:pt x="21541" y="206727"/>
                      <a:pt x="6500" y="181156"/>
                      <a:pt x="3250" y="153208"/>
                    </a:cubicBezTo>
                    <a:cubicBezTo>
                      <a:pt x="0" y="125261"/>
                      <a:pt x="1760" y="85059"/>
                      <a:pt x="18080" y="62472"/>
                    </a:cubicBezTo>
                    <a:cubicBezTo>
                      <a:pt x="34400" y="39886"/>
                      <a:pt x="71775" y="26541"/>
                      <a:pt x="101170" y="17690"/>
                    </a:cubicBezTo>
                    <a:cubicBezTo>
                      <a:pt x="130565" y="8839"/>
                      <a:pt x="168207" y="0"/>
                      <a:pt x="194449" y="9365"/>
                    </a:cubicBezTo>
                    <a:cubicBezTo>
                      <a:pt x="220692" y="18730"/>
                      <a:pt x="244386" y="49907"/>
                      <a:pt x="258624" y="73881"/>
                    </a:cubicBezTo>
                    <a:cubicBezTo>
                      <a:pt x="272861" y="97854"/>
                      <a:pt x="280507" y="127214"/>
                      <a:pt x="279873" y="153208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49" name="SCHEM_path-0147"/>
              <p:cNvSpPr/>
              <p:nvPr/>
            </p:nvSpPr>
            <p:spPr>
              <a:xfrm>
                <a:off x="4582037" y="4462446"/>
                <a:ext cx="279864" cy="194302"/>
              </a:xfrm>
              <a:custGeom>
                <a:avLst/>
                <a:gdLst/>
                <a:ahLst/>
                <a:cxnLst/>
                <a:rect l="0" t="0" r="r" b="b"/>
                <a:pathLst>
                  <a:path w="279864" h="194302">
                    <a:moveTo>
                      <a:pt x="278025" y="95709"/>
                    </a:moveTo>
                    <a:cubicBezTo>
                      <a:pt x="279864" y="115328"/>
                      <a:pt x="268838" y="141771"/>
                      <a:pt x="252115" y="157493"/>
                    </a:cubicBezTo>
                    <a:cubicBezTo>
                      <a:pt x="235392" y="173215"/>
                      <a:pt x="203555" y="185783"/>
                      <a:pt x="177687" y="190043"/>
                    </a:cubicBezTo>
                    <a:cubicBezTo>
                      <a:pt x="151819" y="194302"/>
                      <a:pt x="122420" y="188937"/>
                      <a:pt x="96907" y="183048"/>
                    </a:cubicBezTo>
                    <a:cubicBezTo>
                      <a:pt x="71395" y="177159"/>
                      <a:pt x="40517" y="169265"/>
                      <a:pt x="24614" y="154709"/>
                    </a:cubicBezTo>
                    <a:cubicBezTo>
                      <a:pt x="8712" y="140152"/>
                      <a:pt x="0" y="114584"/>
                      <a:pt x="1491" y="95709"/>
                    </a:cubicBezTo>
                    <a:cubicBezTo>
                      <a:pt x="2983" y="76835"/>
                      <a:pt x="17390" y="55409"/>
                      <a:pt x="33563" y="41461"/>
                    </a:cubicBezTo>
                    <a:cubicBezTo>
                      <a:pt x="49737" y="27513"/>
                      <a:pt x="74751" y="18161"/>
                      <a:pt x="98531" y="12022"/>
                    </a:cubicBezTo>
                    <a:cubicBezTo>
                      <a:pt x="122310" y="5882"/>
                      <a:pt x="152483" y="0"/>
                      <a:pt x="176241" y="4627"/>
                    </a:cubicBezTo>
                    <a:cubicBezTo>
                      <a:pt x="200000" y="9254"/>
                      <a:pt x="224118" y="24603"/>
                      <a:pt x="241082" y="39783"/>
                    </a:cubicBezTo>
                    <a:cubicBezTo>
                      <a:pt x="258046" y="54964"/>
                      <a:pt x="276186" y="76091"/>
                      <a:pt x="278025" y="95709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50" name="SCHEM_path-0148"/>
              <p:cNvSpPr/>
              <p:nvPr/>
            </p:nvSpPr>
            <p:spPr>
              <a:xfrm>
                <a:off x="4532307" y="4629350"/>
                <a:ext cx="250943" cy="258183"/>
              </a:xfrm>
              <a:custGeom>
                <a:avLst/>
                <a:gdLst/>
                <a:ahLst/>
                <a:cxnLst/>
                <a:rect l="0" t="0" r="r" b="b"/>
                <a:pathLst>
                  <a:path w="250943" h="258183">
                    <a:moveTo>
                      <a:pt x="250616" y="127921"/>
                    </a:moveTo>
                    <a:cubicBezTo>
                      <a:pt x="250289" y="148905"/>
                      <a:pt x="237122" y="169550"/>
                      <a:pt x="224759" y="190202"/>
                    </a:cubicBezTo>
                    <a:cubicBezTo>
                      <a:pt x="212396" y="210854"/>
                      <a:pt x="197402" y="245478"/>
                      <a:pt x="176437" y="251830"/>
                    </a:cubicBezTo>
                    <a:cubicBezTo>
                      <a:pt x="155473" y="258183"/>
                      <a:pt x="124254" y="236561"/>
                      <a:pt x="98971" y="228316"/>
                    </a:cubicBezTo>
                    <a:cubicBezTo>
                      <a:pt x="73689" y="220071"/>
                      <a:pt x="41002" y="219091"/>
                      <a:pt x="24743" y="202359"/>
                    </a:cubicBezTo>
                    <a:cubicBezTo>
                      <a:pt x="8485" y="185626"/>
                      <a:pt x="0" y="151762"/>
                      <a:pt x="1421" y="127921"/>
                    </a:cubicBezTo>
                    <a:cubicBezTo>
                      <a:pt x="2842" y="104080"/>
                      <a:pt x="17408" y="77194"/>
                      <a:pt x="33269" y="59312"/>
                    </a:cubicBezTo>
                    <a:cubicBezTo>
                      <a:pt x="49131" y="41430"/>
                      <a:pt x="72916" y="29302"/>
                      <a:pt x="96589" y="20630"/>
                    </a:cubicBezTo>
                    <a:cubicBezTo>
                      <a:pt x="120263" y="11958"/>
                      <a:pt x="153621" y="0"/>
                      <a:pt x="175309" y="7279"/>
                    </a:cubicBezTo>
                    <a:cubicBezTo>
                      <a:pt x="196997" y="14557"/>
                      <a:pt x="214167" y="44194"/>
                      <a:pt x="226718" y="64301"/>
                    </a:cubicBezTo>
                    <a:cubicBezTo>
                      <a:pt x="239269" y="84409"/>
                      <a:pt x="250943" y="106938"/>
                      <a:pt x="250616" y="127921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51" name="SCHEM_path-0149"/>
              <p:cNvSpPr/>
              <p:nvPr/>
            </p:nvSpPr>
            <p:spPr>
              <a:xfrm>
                <a:off x="7033019" y="4851280"/>
                <a:ext cx="197461" cy="190150"/>
              </a:xfrm>
              <a:custGeom>
                <a:avLst/>
                <a:gdLst/>
                <a:ahLst/>
                <a:cxnLst/>
                <a:rect l="0" t="0" r="r" b="b"/>
                <a:pathLst>
                  <a:path w="197461" h="190150">
                    <a:moveTo>
                      <a:pt x="191711" y="98669"/>
                    </a:moveTo>
                    <a:cubicBezTo>
                      <a:pt x="192922" y="116015"/>
                      <a:pt x="197461" y="138373"/>
                      <a:pt x="187959" y="152999"/>
                    </a:cubicBezTo>
                    <a:cubicBezTo>
                      <a:pt x="178456" y="167626"/>
                      <a:pt x="153825" y="182702"/>
                      <a:pt x="134697" y="186426"/>
                    </a:cubicBezTo>
                    <a:cubicBezTo>
                      <a:pt x="115569" y="190150"/>
                      <a:pt x="93052" y="180888"/>
                      <a:pt x="73191" y="175343"/>
                    </a:cubicBezTo>
                    <a:cubicBezTo>
                      <a:pt x="53330" y="169799"/>
                      <a:pt x="27351" y="165939"/>
                      <a:pt x="15530" y="153160"/>
                    </a:cubicBezTo>
                    <a:cubicBezTo>
                      <a:pt x="3709" y="140381"/>
                      <a:pt x="0" y="115402"/>
                      <a:pt x="2267" y="98669"/>
                    </a:cubicBezTo>
                    <a:cubicBezTo>
                      <a:pt x="4533" y="81936"/>
                      <a:pt x="18343" y="68306"/>
                      <a:pt x="29130" y="52762"/>
                    </a:cubicBezTo>
                    <a:cubicBezTo>
                      <a:pt x="39917" y="37219"/>
                      <a:pt x="49978" y="10817"/>
                      <a:pt x="66986" y="5408"/>
                    </a:cubicBezTo>
                    <a:cubicBezTo>
                      <a:pt x="83995" y="0"/>
                      <a:pt x="112231" y="13059"/>
                      <a:pt x="131181" y="20313"/>
                    </a:cubicBezTo>
                    <a:cubicBezTo>
                      <a:pt x="150132" y="27566"/>
                      <a:pt x="170601" y="35867"/>
                      <a:pt x="180690" y="48927"/>
                    </a:cubicBezTo>
                    <a:cubicBezTo>
                      <a:pt x="190778" y="61986"/>
                      <a:pt x="190499" y="81324"/>
                      <a:pt x="191711" y="98669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52" name="SCHEM_path-0150"/>
              <p:cNvSpPr/>
              <p:nvPr/>
            </p:nvSpPr>
            <p:spPr>
              <a:xfrm>
                <a:off x="5042620" y="3976211"/>
                <a:ext cx="309897" cy="250424"/>
              </a:xfrm>
              <a:custGeom>
                <a:avLst/>
                <a:gdLst/>
                <a:ahLst/>
                <a:cxnLst/>
                <a:rect l="0" t="0" r="r" b="b"/>
                <a:pathLst>
                  <a:path w="309897" h="250424">
                    <a:moveTo>
                      <a:pt x="301275" y="128394"/>
                    </a:moveTo>
                    <a:cubicBezTo>
                      <a:pt x="300312" y="151274"/>
                      <a:pt x="304503" y="176373"/>
                      <a:pt x="290455" y="195459"/>
                    </a:cubicBezTo>
                    <a:cubicBezTo>
                      <a:pt x="276406" y="214545"/>
                      <a:pt x="245598" y="235397"/>
                      <a:pt x="216986" y="242911"/>
                    </a:cubicBezTo>
                    <a:cubicBezTo>
                      <a:pt x="188375" y="250424"/>
                      <a:pt x="149393" y="247453"/>
                      <a:pt x="118785" y="240538"/>
                    </a:cubicBezTo>
                    <a:cubicBezTo>
                      <a:pt x="88178" y="233624"/>
                      <a:pt x="53008" y="220115"/>
                      <a:pt x="33341" y="201424"/>
                    </a:cubicBezTo>
                    <a:cubicBezTo>
                      <a:pt x="13675" y="182734"/>
                      <a:pt x="0" y="152309"/>
                      <a:pt x="786" y="128394"/>
                    </a:cubicBezTo>
                    <a:cubicBezTo>
                      <a:pt x="1572" y="104479"/>
                      <a:pt x="18972" y="77964"/>
                      <a:pt x="38059" y="57935"/>
                    </a:cubicBezTo>
                    <a:cubicBezTo>
                      <a:pt x="57145" y="37906"/>
                      <a:pt x="85105" y="16442"/>
                      <a:pt x="115307" y="8221"/>
                    </a:cubicBezTo>
                    <a:cubicBezTo>
                      <a:pt x="145508" y="0"/>
                      <a:pt x="189115" y="282"/>
                      <a:pt x="219269" y="8609"/>
                    </a:cubicBezTo>
                    <a:cubicBezTo>
                      <a:pt x="249423" y="16936"/>
                      <a:pt x="282562" y="38219"/>
                      <a:pt x="296229" y="58183"/>
                    </a:cubicBezTo>
                    <a:cubicBezTo>
                      <a:pt x="309897" y="78147"/>
                      <a:pt x="302237" y="105515"/>
                      <a:pt x="301275" y="128394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53" name="SCHEM_path-0151"/>
              <p:cNvSpPr/>
              <p:nvPr/>
            </p:nvSpPr>
            <p:spPr>
              <a:xfrm>
                <a:off x="4438047" y="4688957"/>
                <a:ext cx="300702" cy="194744"/>
              </a:xfrm>
              <a:custGeom>
                <a:avLst/>
                <a:gdLst/>
                <a:ahLst/>
                <a:cxnLst/>
                <a:rect l="0" t="0" r="r" b="b"/>
                <a:pathLst>
                  <a:path w="300702" h="194744">
                    <a:moveTo>
                      <a:pt x="300392" y="99515"/>
                    </a:moveTo>
                    <a:cubicBezTo>
                      <a:pt x="300702" y="116717"/>
                      <a:pt x="272608" y="136703"/>
                      <a:pt x="253750" y="151555"/>
                    </a:cubicBezTo>
                    <a:cubicBezTo>
                      <a:pt x="234892" y="166407"/>
                      <a:pt x="213340" y="182506"/>
                      <a:pt x="187245" y="188625"/>
                    </a:cubicBezTo>
                    <a:cubicBezTo>
                      <a:pt x="161150" y="194744"/>
                      <a:pt x="125677" y="193342"/>
                      <a:pt x="97178" y="188270"/>
                    </a:cubicBezTo>
                    <a:cubicBezTo>
                      <a:pt x="68680" y="183198"/>
                      <a:pt x="32376" y="172986"/>
                      <a:pt x="16254" y="158194"/>
                    </a:cubicBezTo>
                    <a:cubicBezTo>
                      <a:pt x="132" y="143401"/>
                      <a:pt x="0" y="118866"/>
                      <a:pt x="449" y="99515"/>
                    </a:cubicBezTo>
                    <a:cubicBezTo>
                      <a:pt x="898" y="80165"/>
                      <a:pt x="3275" y="57773"/>
                      <a:pt x="18948" y="42093"/>
                    </a:cubicBezTo>
                    <a:cubicBezTo>
                      <a:pt x="34620" y="26414"/>
                      <a:pt x="66354" y="10877"/>
                      <a:pt x="94483" y="5438"/>
                    </a:cubicBezTo>
                    <a:cubicBezTo>
                      <a:pt x="122613" y="0"/>
                      <a:pt x="161489" y="2311"/>
                      <a:pt x="187723" y="9462"/>
                    </a:cubicBezTo>
                    <a:cubicBezTo>
                      <a:pt x="213957" y="16613"/>
                      <a:pt x="233111" y="33334"/>
                      <a:pt x="251889" y="48343"/>
                    </a:cubicBezTo>
                    <a:cubicBezTo>
                      <a:pt x="270667" y="63352"/>
                      <a:pt x="300082" y="82313"/>
                      <a:pt x="300392" y="99515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54" name="SCHEM_path-0152"/>
              <p:cNvSpPr/>
              <p:nvPr/>
            </p:nvSpPr>
            <p:spPr>
              <a:xfrm>
                <a:off x="3830504" y="4034305"/>
                <a:ext cx="226120" cy="202700"/>
              </a:xfrm>
              <a:custGeom>
                <a:avLst/>
                <a:gdLst/>
                <a:ahLst/>
                <a:cxnLst/>
                <a:rect l="0" t="0" r="r" b="b"/>
                <a:pathLst>
                  <a:path w="226120" h="202700">
                    <a:moveTo>
                      <a:pt x="223192" y="102962"/>
                    </a:moveTo>
                    <a:cubicBezTo>
                      <a:pt x="225805" y="121449"/>
                      <a:pt x="226120" y="150051"/>
                      <a:pt x="212260" y="162951"/>
                    </a:cubicBezTo>
                    <a:cubicBezTo>
                      <a:pt x="198399" y="175851"/>
                      <a:pt x="163836" y="174468"/>
                      <a:pt x="140028" y="180363"/>
                    </a:cubicBezTo>
                    <a:cubicBezTo>
                      <a:pt x="116220" y="186258"/>
                      <a:pt x="89440" y="202700"/>
                      <a:pt x="69413" y="198321"/>
                    </a:cubicBezTo>
                    <a:cubicBezTo>
                      <a:pt x="49386" y="193941"/>
                      <a:pt x="31284" y="169981"/>
                      <a:pt x="19867" y="154088"/>
                    </a:cubicBezTo>
                    <a:cubicBezTo>
                      <a:pt x="8450" y="138195"/>
                      <a:pt x="1823" y="120530"/>
                      <a:pt x="912" y="102962"/>
                    </a:cubicBezTo>
                    <a:cubicBezTo>
                      <a:pt x="0" y="85393"/>
                      <a:pt x="2552" y="63522"/>
                      <a:pt x="14397" y="48677"/>
                    </a:cubicBezTo>
                    <a:cubicBezTo>
                      <a:pt x="26243" y="33831"/>
                      <a:pt x="49736" y="20943"/>
                      <a:pt x="71983" y="13890"/>
                    </a:cubicBezTo>
                    <a:cubicBezTo>
                      <a:pt x="94229" y="6836"/>
                      <a:pt x="127111" y="0"/>
                      <a:pt x="147877" y="6356"/>
                    </a:cubicBezTo>
                    <a:cubicBezTo>
                      <a:pt x="168644" y="12712"/>
                      <a:pt x="184031" y="35925"/>
                      <a:pt x="196584" y="52026"/>
                    </a:cubicBezTo>
                    <a:cubicBezTo>
                      <a:pt x="209136" y="68127"/>
                      <a:pt x="220580" y="84474"/>
                      <a:pt x="223192" y="102962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55" name="SCHEM_path-0153"/>
              <p:cNvSpPr/>
              <p:nvPr/>
            </p:nvSpPr>
            <p:spPr>
              <a:xfrm>
                <a:off x="7185144" y="4163965"/>
                <a:ext cx="217626" cy="301058"/>
              </a:xfrm>
              <a:custGeom>
                <a:avLst/>
                <a:gdLst/>
                <a:ahLst/>
                <a:cxnLst/>
                <a:rect l="0" t="0" r="r" b="b"/>
                <a:pathLst>
                  <a:path w="217626" h="301058">
                    <a:moveTo>
                      <a:pt x="216914" y="152520"/>
                    </a:moveTo>
                    <a:cubicBezTo>
                      <a:pt x="216202" y="178148"/>
                      <a:pt x="210929" y="206774"/>
                      <a:pt x="199785" y="227441"/>
                    </a:cubicBezTo>
                    <a:cubicBezTo>
                      <a:pt x="188642" y="248109"/>
                      <a:pt x="169701" y="265511"/>
                      <a:pt x="150053" y="276525"/>
                    </a:cubicBezTo>
                    <a:cubicBezTo>
                      <a:pt x="130405" y="287538"/>
                      <a:pt x="101518" y="301058"/>
                      <a:pt x="81896" y="293522"/>
                    </a:cubicBezTo>
                    <a:cubicBezTo>
                      <a:pt x="62273" y="285987"/>
                      <a:pt x="45877" y="254813"/>
                      <a:pt x="32318" y="231313"/>
                    </a:cubicBezTo>
                    <a:cubicBezTo>
                      <a:pt x="18759" y="207812"/>
                      <a:pt x="1083" y="179281"/>
                      <a:pt x="542" y="152520"/>
                    </a:cubicBezTo>
                    <a:cubicBezTo>
                      <a:pt x="0" y="125759"/>
                      <a:pt x="15714" y="95043"/>
                      <a:pt x="29068" y="70745"/>
                    </a:cubicBezTo>
                    <a:cubicBezTo>
                      <a:pt x="42422" y="46447"/>
                      <a:pt x="60580" y="13464"/>
                      <a:pt x="80665" y="6732"/>
                    </a:cubicBezTo>
                    <a:cubicBezTo>
                      <a:pt x="100750" y="0"/>
                      <a:pt x="129015" y="19197"/>
                      <a:pt x="149580" y="30354"/>
                    </a:cubicBezTo>
                    <a:cubicBezTo>
                      <a:pt x="170146" y="41511"/>
                      <a:pt x="192837" y="53315"/>
                      <a:pt x="204059" y="73676"/>
                    </a:cubicBezTo>
                    <a:cubicBezTo>
                      <a:pt x="215281" y="94037"/>
                      <a:pt x="217626" y="126893"/>
                      <a:pt x="216914" y="152520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56" name="SCHEM_path-0154"/>
              <p:cNvSpPr/>
              <p:nvPr/>
            </p:nvSpPr>
            <p:spPr>
              <a:xfrm>
                <a:off x="6743305" y="4163031"/>
                <a:ext cx="253227" cy="256543"/>
              </a:xfrm>
              <a:custGeom>
                <a:avLst/>
                <a:gdLst/>
                <a:ahLst/>
                <a:cxnLst/>
                <a:rect l="0" t="0" r="r" b="b"/>
                <a:pathLst>
                  <a:path w="253227" h="256543">
                    <a:moveTo>
                      <a:pt x="252585" y="133313"/>
                    </a:moveTo>
                    <a:cubicBezTo>
                      <a:pt x="251943" y="158449"/>
                      <a:pt x="244475" y="189128"/>
                      <a:pt x="230282" y="207243"/>
                    </a:cubicBezTo>
                    <a:cubicBezTo>
                      <a:pt x="216089" y="225357"/>
                      <a:pt x="189523" y="234629"/>
                      <a:pt x="167424" y="242002"/>
                    </a:cubicBezTo>
                    <a:cubicBezTo>
                      <a:pt x="145326" y="249375"/>
                      <a:pt x="120255" y="256543"/>
                      <a:pt x="97689" y="251482"/>
                    </a:cubicBezTo>
                    <a:cubicBezTo>
                      <a:pt x="75122" y="246421"/>
                      <a:pt x="48002" y="231330"/>
                      <a:pt x="32026" y="211635"/>
                    </a:cubicBezTo>
                    <a:cubicBezTo>
                      <a:pt x="16050" y="191940"/>
                      <a:pt x="0" y="158013"/>
                      <a:pt x="1833" y="133313"/>
                    </a:cubicBezTo>
                    <a:cubicBezTo>
                      <a:pt x="3665" y="108613"/>
                      <a:pt x="26640" y="81813"/>
                      <a:pt x="43021" y="63435"/>
                    </a:cubicBezTo>
                    <a:cubicBezTo>
                      <a:pt x="59402" y="45057"/>
                      <a:pt x="78407" y="32691"/>
                      <a:pt x="100118" y="23046"/>
                    </a:cubicBezTo>
                    <a:cubicBezTo>
                      <a:pt x="121828" y="13401"/>
                      <a:pt x="150948" y="0"/>
                      <a:pt x="173284" y="5563"/>
                    </a:cubicBezTo>
                    <a:cubicBezTo>
                      <a:pt x="195620" y="11126"/>
                      <a:pt x="220917" y="35134"/>
                      <a:pt x="234134" y="56425"/>
                    </a:cubicBezTo>
                    <a:cubicBezTo>
                      <a:pt x="247350" y="77717"/>
                      <a:pt x="253227" y="108177"/>
                      <a:pt x="252585" y="133313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57" name="SCHEM_path-0155"/>
              <p:cNvSpPr/>
              <p:nvPr/>
            </p:nvSpPr>
            <p:spPr>
              <a:xfrm>
                <a:off x="1669003" y="3999786"/>
                <a:ext cx="309797" cy="193946"/>
              </a:xfrm>
              <a:custGeom>
                <a:avLst/>
                <a:gdLst/>
                <a:ahLst/>
                <a:cxnLst/>
                <a:rect l="0" t="0" r="r" b="b"/>
                <a:pathLst>
                  <a:path w="309797" h="193946">
                    <a:moveTo>
                      <a:pt x="308995" y="92252"/>
                    </a:moveTo>
                    <a:cubicBezTo>
                      <a:pt x="308193" y="110447"/>
                      <a:pt x="290351" y="129872"/>
                      <a:pt x="273564" y="145693"/>
                    </a:cubicBezTo>
                    <a:cubicBezTo>
                      <a:pt x="256776" y="161514"/>
                      <a:pt x="234796" y="180412"/>
                      <a:pt x="208270" y="187179"/>
                    </a:cubicBezTo>
                    <a:cubicBezTo>
                      <a:pt x="181744" y="193946"/>
                      <a:pt x="143543" y="192004"/>
                      <a:pt x="114407" y="186296"/>
                    </a:cubicBezTo>
                    <a:cubicBezTo>
                      <a:pt x="85270" y="180587"/>
                      <a:pt x="52088" y="168603"/>
                      <a:pt x="33451" y="152929"/>
                    </a:cubicBezTo>
                    <a:cubicBezTo>
                      <a:pt x="14813" y="137255"/>
                      <a:pt x="0" y="111251"/>
                      <a:pt x="2581" y="92252"/>
                    </a:cubicBezTo>
                    <a:cubicBezTo>
                      <a:pt x="5163" y="73253"/>
                      <a:pt x="29772" y="53544"/>
                      <a:pt x="48939" y="38937"/>
                    </a:cubicBezTo>
                    <a:cubicBezTo>
                      <a:pt x="68107" y="24329"/>
                      <a:pt x="92187" y="9215"/>
                      <a:pt x="117586" y="4608"/>
                    </a:cubicBezTo>
                    <a:cubicBezTo>
                      <a:pt x="142985" y="0"/>
                      <a:pt x="174534" y="5971"/>
                      <a:pt x="201333" y="11290"/>
                    </a:cubicBezTo>
                    <a:cubicBezTo>
                      <a:pt x="228132" y="16610"/>
                      <a:pt x="260434" y="23029"/>
                      <a:pt x="278377" y="36523"/>
                    </a:cubicBezTo>
                    <a:cubicBezTo>
                      <a:pt x="296321" y="50016"/>
                      <a:pt x="309797" y="74057"/>
                      <a:pt x="308995" y="92252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58" name="SCHEM_path-0156"/>
              <p:cNvSpPr/>
              <p:nvPr/>
            </p:nvSpPr>
            <p:spPr>
              <a:xfrm>
                <a:off x="5835460" y="4593637"/>
                <a:ext cx="263867" cy="215846"/>
              </a:xfrm>
              <a:custGeom>
                <a:avLst/>
                <a:gdLst/>
                <a:ahLst/>
                <a:cxnLst/>
                <a:rect l="0" t="0" r="r" b="b"/>
                <a:pathLst>
                  <a:path w="263867" h="215846">
                    <a:moveTo>
                      <a:pt x="261157" y="113682"/>
                    </a:moveTo>
                    <a:cubicBezTo>
                      <a:pt x="263867" y="134202"/>
                      <a:pt x="249232" y="163998"/>
                      <a:pt x="232632" y="180227"/>
                    </a:cubicBezTo>
                    <a:cubicBezTo>
                      <a:pt x="216033" y="196455"/>
                      <a:pt x="185773" y="206260"/>
                      <a:pt x="161558" y="211053"/>
                    </a:cubicBezTo>
                    <a:cubicBezTo>
                      <a:pt x="137343" y="215846"/>
                      <a:pt x="112074" y="213887"/>
                      <a:pt x="87342" y="208984"/>
                    </a:cubicBezTo>
                    <a:cubicBezTo>
                      <a:pt x="62610" y="204082"/>
                      <a:pt x="26332" y="197523"/>
                      <a:pt x="13166" y="181640"/>
                    </a:cubicBezTo>
                    <a:cubicBezTo>
                      <a:pt x="0" y="165756"/>
                      <a:pt x="6156" y="134992"/>
                      <a:pt x="8346" y="113682"/>
                    </a:cubicBezTo>
                    <a:cubicBezTo>
                      <a:pt x="10537" y="92372"/>
                      <a:pt x="13893" y="71606"/>
                      <a:pt x="26311" y="53781"/>
                    </a:cubicBezTo>
                    <a:cubicBezTo>
                      <a:pt x="38729" y="35955"/>
                      <a:pt x="60127" y="13459"/>
                      <a:pt x="82855" y="6730"/>
                    </a:cubicBezTo>
                    <a:cubicBezTo>
                      <a:pt x="105583" y="0"/>
                      <a:pt x="140426" y="5007"/>
                      <a:pt x="162678" y="13403"/>
                    </a:cubicBezTo>
                    <a:cubicBezTo>
                      <a:pt x="184931" y="21799"/>
                      <a:pt x="199956" y="40391"/>
                      <a:pt x="216369" y="57104"/>
                    </a:cubicBezTo>
                    <a:cubicBezTo>
                      <a:pt x="232782" y="73817"/>
                      <a:pt x="258446" y="93162"/>
                      <a:pt x="261157" y="113682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59" name="SCHEM_path-0157"/>
              <p:cNvSpPr/>
              <p:nvPr/>
            </p:nvSpPr>
            <p:spPr>
              <a:xfrm>
                <a:off x="7061620" y="4608936"/>
                <a:ext cx="179148" cy="289221"/>
              </a:xfrm>
              <a:custGeom>
                <a:avLst/>
                <a:gdLst/>
                <a:ahLst/>
                <a:cxnLst/>
                <a:rect l="0" t="0" r="r" b="b"/>
                <a:pathLst>
                  <a:path w="179148" h="289221">
                    <a:moveTo>
                      <a:pt x="179142" y="148007"/>
                    </a:moveTo>
                    <a:cubicBezTo>
                      <a:pt x="179135" y="176568"/>
                      <a:pt x="173468" y="211364"/>
                      <a:pt x="162909" y="233667"/>
                    </a:cubicBezTo>
                    <a:cubicBezTo>
                      <a:pt x="152350" y="255970"/>
                      <a:pt x="132689" y="274426"/>
                      <a:pt x="115789" y="281824"/>
                    </a:cubicBezTo>
                    <a:cubicBezTo>
                      <a:pt x="98889" y="289221"/>
                      <a:pt x="79372" y="285118"/>
                      <a:pt x="61507" y="278051"/>
                    </a:cubicBezTo>
                    <a:cubicBezTo>
                      <a:pt x="43641" y="270983"/>
                      <a:pt x="17193" y="261095"/>
                      <a:pt x="8596" y="239421"/>
                    </a:cubicBezTo>
                    <a:cubicBezTo>
                      <a:pt x="0" y="217747"/>
                      <a:pt x="9693" y="178207"/>
                      <a:pt x="9929" y="148007"/>
                    </a:cubicBezTo>
                    <a:cubicBezTo>
                      <a:pt x="10165" y="117806"/>
                      <a:pt x="1234" y="79005"/>
                      <a:pt x="10013" y="58218"/>
                    </a:cubicBezTo>
                    <a:cubicBezTo>
                      <a:pt x="18791" y="37431"/>
                      <a:pt x="44709" y="31904"/>
                      <a:pt x="62602" y="23285"/>
                    </a:cubicBezTo>
                    <a:cubicBezTo>
                      <a:pt x="80494" y="14665"/>
                      <a:pt x="100646" y="0"/>
                      <a:pt x="117370" y="6503"/>
                    </a:cubicBezTo>
                    <a:cubicBezTo>
                      <a:pt x="134095" y="13005"/>
                      <a:pt x="152654" y="38717"/>
                      <a:pt x="162949" y="62301"/>
                    </a:cubicBezTo>
                    <a:cubicBezTo>
                      <a:pt x="173244" y="85885"/>
                      <a:pt x="179148" y="119446"/>
                      <a:pt x="179142" y="148007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60" name="SCHEM_path-0158"/>
              <p:cNvSpPr/>
              <p:nvPr/>
            </p:nvSpPr>
            <p:spPr>
              <a:xfrm>
                <a:off x="5300598" y="4153922"/>
                <a:ext cx="187620" cy="193007"/>
              </a:xfrm>
              <a:custGeom>
                <a:avLst/>
                <a:gdLst/>
                <a:ahLst/>
                <a:cxnLst/>
                <a:rect l="0" t="0" r="r" b="b"/>
                <a:pathLst>
                  <a:path w="187620" h="193007">
                    <a:moveTo>
                      <a:pt x="187476" y="94702"/>
                    </a:moveTo>
                    <a:cubicBezTo>
                      <a:pt x="187333" y="110414"/>
                      <a:pt x="172628" y="126389"/>
                      <a:pt x="162237" y="141544"/>
                    </a:cubicBezTo>
                    <a:cubicBezTo>
                      <a:pt x="151846" y="156699"/>
                      <a:pt x="141786" y="178255"/>
                      <a:pt x="125130" y="185631"/>
                    </a:cubicBezTo>
                    <a:cubicBezTo>
                      <a:pt x="108473" y="193007"/>
                      <a:pt x="79407" y="192832"/>
                      <a:pt x="62296" y="185802"/>
                    </a:cubicBezTo>
                    <a:cubicBezTo>
                      <a:pt x="45185" y="178771"/>
                      <a:pt x="32194" y="158631"/>
                      <a:pt x="22464" y="143448"/>
                    </a:cubicBezTo>
                    <a:cubicBezTo>
                      <a:pt x="12735" y="128264"/>
                      <a:pt x="5907" y="112311"/>
                      <a:pt x="3918" y="94702"/>
                    </a:cubicBezTo>
                    <a:cubicBezTo>
                      <a:pt x="1928" y="77092"/>
                      <a:pt x="0" y="50660"/>
                      <a:pt x="10529" y="37793"/>
                    </a:cubicBezTo>
                    <a:cubicBezTo>
                      <a:pt x="21058" y="24925"/>
                      <a:pt x="48061" y="22969"/>
                      <a:pt x="67093" y="17497"/>
                    </a:cubicBezTo>
                    <a:cubicBezTo>
                      <a:pt x="86124" y="12026"/>
                      <a:pt x="108718" y="0"/>
                      <a:pt x="124719" y="4962"/>
                    </a:cubicBezTo>
                    <a:cubicBezTo>
                      <a:pt x="140720" y="9924"/>
                      <a:pt x="152638" y="32313"/>
                      <a:pt x="163098" y="47270"/>
                    </a:cubicBezTo>
                    <a:cubicBezTo>
                      <a:pt x="173557" y="62226"/>
                      <a:pt x="187620" y="78989"/>
                      <a:pt x="187476" y="94702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61" name="SCHEM_path-0159"/>
              <p:cNvSpPr/>
              <p:nvPr/>
            </p:nvSpPr>
            <p:spPr>
              <a:xfrm>
                <a:off x="6684949" y="4726477"/>
                <a:ext cx="213709" cy="195974"/>
              </a:xfrm>
              <a:custGeom>
                <a:avLst/>
                <a:gdLst/>
                <a:ahLst/>
                <a:cxnLst/>
                <a:rect l="0" t="0" r="r" b="b"/>
                <a:pathLst>
                  <a:path w="213709" h="195974">
                    <a:moveTo>
                      <a:pt x="212351" y="93201"/>
                    </a:moveTo>
                    <a:cubicBezTo>
                      <a:pt x="210994" y="112030"/>
                      <a:pt x="195179" y="132573"/>
                      <a:pt x="181318" y="147084"/>
                    </a:cubicBezTo>
                    <a:cubicBezTo>
                      <a:pt x="167458" y="161596"/>
                      <a:pt x="149194" y="173115"/>
                      <a:pt x="129188" y="180272"/>
                    </a:cubicBezTo>
                    <a:cubicBezTo>
                      <a:pt x="109183" y="187429"/>
                      <a:pt x="80039" y="195974"/>
                      <a:pt x="61286" y="190026"/>
                    </a:cubicBezTo>
                    <a:cubicBezTo>
                      <a:pt x="42534" y="184077"/>
                      <a:pt x="26854" y="160719"/>
                      <a:pt x="16673" y="144581"/>
                    </a:cubicBezTo>
                    <a:cubicBezTo>
                      <a:pt x="6491" y="128444"/>
                      <a:pt x="395" y="110454"/>
                      <a:pt x="197" y="93201"/>
                    </a:cubicBezTo>
                    <a:cubicBezTo>
                      <a:pt x="0" y="75948"/>
                      <a:pt x="4712" y="55590"/>
                      <a:pt x="15488" y="41063"/>
                    </a:cubicBezTo>
                    <a:cubicBezTo>
                      <a:pt x="26264" y="26537"/>
                      <a:pt x="45824" y="12087"/>
                      <a:pt x="64856" y="6044"/>
                    </a:cubicBezTo>
                    <a:cubicBezTo>
                      <a:pt x="83888" y="0"/>
                      <a:pt x="108911" y="124"/>
                      <a:pt x="129679" y="4801"/>
                    </a:cubicBezTo>
                    <a:cubicBezTo>
                      <a:pt x="150446" y="9479"/>
                      <a:pt x="175684" y="19378"/>
                      <a:pt x="189462" y="34111"/>
                    </a:cubicBezTo>
                    <a:cubicBezTo>
                      <a:pt x="203241" y="48844"/>
                      <a:pt x="213709" y="74372"/>
                      <a:pt x="212351" y="93201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62" name="SCHEM_path-0160"/>
              <p:cNvSpPr/>
              <p:nvPr/>
            </p:nvSpPr>
            <p:spPr>
              <a:xfrm>
                <a:off x="814974" y="4295123"/>
                <a:ext cx="214894" cy="169492"/>
              </a:xfrm>
              <a:custGeom>
                <a:avLst/>
                <a:gdLst/>
                <a:ahLst/>
                <a:cxnLst/>
                <a:rect l="0" t="0" r="r" b="b"/>
                <a:pathLst>
                  <a:path w="214894" h="169492">
                    <a:moveTo>
                      <a:pt x="213576" y="80958"/>
                    </a:moveTo>
                    <a:cubicBezTo>
                      <a:pt x="214894" y="97691"/>
                      <a:pt x="204864" y="119572"/>
                      <a:pt x="192276" y="133546"/>
                    </a:cubicBezTo>
                    <a:cubicBezTo>
                      <a:pt x="179688" y="147521"/>
                      <a:pt x="157791" y="160116"/>
                      <a:pt x="138047" y="164804"/>
                    </a:cubicBezTo>
                    <a:cubicBezTo>
                      <a:pt x="118303" y="169492"/>
                      <a:pt x="92357" y="167729"/>
                      <a:pt x="73810" y="161672"/>
                    </a:cubicBezTo>
                    <a:cubicBezTo>
                      <a:pt x="55263" y="155615"/>
                      <a:pt x="38742" y="141915"/>
                      <a:pt x="26765" y="128462"/>
                    </a:cubicBezTo>
                    <a:cubicBezTo>
                      <a:pt x="14789" y="115010"/>
                      <a:pt x="3902" y="97973"/>
                      <a:pt x="1951" y="80958"/>
                    </a:cubicBezTo>
                    <a:cubicBezTo>
                      <a:pt x="0" y="63944"/>
                      <a:pt x="2723" y="38905"/>
                      <a:pt x="15060" y="26375"/>
                    </a:cubicBezTo>
                    <a:cubicBezTo>
                      <a:pt x="27397" y="13846"/>
                      <a:pt x="55958" y="9416"/>
                      <a:pt x="75971" y="5781"/>
                    </a:cubicBezTo>
                    <a:cubicBezTo>
                      <a:pt x="95984" y="2145"/>
                      <a:pt x="117073" y="0"/>
                      <a:pt x="135139" y="4562"/>
                    </a:cubicBezTo>
                    <a:cubicBezTo>
                      <a:pt x="153206" y="9123"/>
                      <a:pt x="171298" y="20418"/>
                      <a:pt x="184370" y="33151"/>
                    </a:cubicBezTo>
                    <a:cubicBezTo>
                      <a:pt x="197443" y="45884"/>
                      <a:pt x="212258" y="64226"/>
                      <a:pt x="213576" y="80958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63" name="SCHEM_path-0161"/>
              <p:cNvSpPr/>
              <p:nvPr/>
            </p:nvSpPr>
            <p:spPr>
              <a:xfrm>
                <a:off x="2611810" y="4674328"/>
                <a:ext cx="181609" cy="238727"/>
              </a:xfrm>
              <a:custGeom>
                <a:avLst/>
                <a:gdLst/>
                <a:ahLst/>
                <a:cxnLst/>
                <a:rect l="0" t="0" r="r" b="b"/>
                <a:pathLst>
                  <a:path w="181609" h="238727">
                    <a:moveTo>
                      <a:pt x="180116" y="118044"/>
                    </a:moveTo>
                    <a:cubicBezTo>
                      <a:pt x="178623" y="138583"/>
                      <a:pt x="165293" y="158381"/>
                      <a:pt x="154945" y="175639"/>
                    </a:cubicBezTo>
                    <a:cubicBezTo>
                      <a:pt x="144597" y="192897"/>
                      <a:pt x="133764" y="211991"/>
                      <a:pt x="118026" y="221592"/>
                    </a:cubicBezTo>
                    <a:cubicBezTo>
                      <a:pt x="102289" y="231192"/>
                      <a:pt x="78167" y="238727"/>
                      <a:pt x="60519" y="233243"/>
                    </a:cubicBezTo>
                    <a:cubicBezTo>
                      <a:pt x="42870" y="227758"/>
                      <a:pt x="21784" y="207884"/>
                      <a:pt x="12136" y="188684"/>
                    </a:cubicBezTo>
                    <a:cubicBezTo>
                      <a:pt x="2488" y="169484"/>
                      <a:pt x="0" y="139226"/>
                      <a:pt x="2633" y="118044"/>
                    </a:cubicBezTo>
                    <a:cubicBezTo>
                      <a:pt x="5266" y="96862"/>
                      <a:pt x="18046" y="79872"/>
                      <a:pt x="27935" y="61592"/>
                    </a:cubicBezTo>
                    <a:cubicBezTo>
                      <a:pt x="37825" y="43311"/>
                      <a:pt x="46819" y="16720"/>
                      <a:pt x="61968" y="8360"/>
                    </a:cubicBezTo>
                    <a:cubicBezTo>
                      <a:pt x="77118" y="0"/>
                      <a:pt x="101843" y="4092"/>
                      <a:pt x="118832" y="11432"/>
                    </a:cubicBezTo>
                    <a:cubicBezTo>
                      <a:pt x="135821" y="18773"/>
                      <a:pt x="153690" y="34636"/>
                      <a:pt x="163904" y="52405"/>
                    </a:cubicBezTo>
                    <a:cubicBezTo>
                      <a:pt x="174118" y="70173"/>
                      <a:pt x="181609" y="97505"/>
                      <a:pt x="180116" y="118044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64" name="SCHEM_path-0162"/>
              <p:cNvSpPr/>
              <p:nvPr/>
            </p:nvSpPr>
            <p:spPr>
              <a:xfrm>
                <a:off x="4327529" y="4022694"/>
                <a:ext cx="181640" cy="189081"/>
              </a:xfrm>
              <a:custGeom>
                <a:avLst/>
                <a:gdLst/>
                <a:ahLst/>
                <a:cxnLst/>
                <a:rect l="0" t="0" r="r" b="b"/>
                <a:pathLst>
                  <a:path w="181640" h="189081">
                    <a:moveTo>
                      <a:pt x="180569" y="95559"/>
                    </a:moveTo>
                    <a:cubicBezTo>
                      <a:pt x="181284" y="114159"/>
                      <a:pt x="181640" y="138560"/>
                      <a:pt x="171911" y="152953"/>
                    </a:cubicBezTo>
                    <a:cubicBezTo>
                      <a:pt x="162182" y="167347"/>
                      <a:pt x="139646" y="176982"/>
                      <a:pt x="122196" y="181920"/>
                    </a:cubicBezTo>
                    <a:cubicBezTo>
                      <a:pt x="104745" y="186859"/>
                      <a:pt x="82383" y="189081"/>
                      <a:pt x="67209" y="182585"/>
                    </a:cubicBezTo>
                    <a:cubicBezTo>
                      <a:pt x="52035" y="176089"/>
                      <a:pt x="42303" y="157447"/>
                      <a:pt x="31153" y="142943"/>
                    </a:cubicBezTo>
                    <a:cubicBezTo>
                      <a:pt x="20002" y="128439"/>
                      <a:pt x="0" y="111126"/>
                      <a:pt x="306" y="95559"/>
                    </a:cubicBezTo>
                    <a:cubicBezTo>
                      <a:pt x="611" y="79992"/>
                      <a:pt x="21654" y="63474"/>
                      <a:pt x="32986" y="49539"/>
                    </a:cubicBezTo>
                    <a:cubicBezTo>
                      <a:pt x="44317" y="35605"/>
                      <a:pt x="53198" y="19392"/>
                      <a:pt x="68293" y="11952"/>
                    </a:cubicBezTo>
                    <a:cubicBezTo>
                      <a:pt x="83389" y="4513"/>
                      <a:pt x="107003" y="0"/>
                      <a:pt x="123558" y="4901"/>
                    </a:cubicBezTo>
                    <a:cubicBezTo>
                      <a:pt x="140113" y="9801"/>
                      <a:pt x="158122" y="26246"/>
                      <a:pt x="167623" y="41356"/>
                    </a:cubicBezTo>
                    <a:cubicBezTo>
                      <a:pt x="177125" y="56466"/>
                      <a:pt x="179854" y="76959"/>
                      <a:pt x="180569" y="95559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65" name="SCHEM_path-0163"/>
              <p:cNvSpPr/>
              <p:nvPr/>
            </p:nvSpPr>
            <p:spPr>
              <a:xfrm>
                <a:off x="1339589" y="4830013"/>
                <a:ext cx="289772" cy="258645"/>
              </a:xfrm>
              <a:custGeom>
                <a:avLst/>
                <a:gdLst/>
                <a:ahLst/>
                <a:cxnLst/>
                <a:rect l="0" t="0" r="r" b="b"/>
                <a:pathLst>
                  <a:path w="289772" h="258645">
                    <a:moveTo>
                      <a:pt x="288158" y="119054"/>
                    </a:moveTo>
                    <a:cubicBezTo>
                      <a:pt x="286544" y="144796"/>
                      <a:pt x="272540" y="172417"/>
                      <a:pt x="255578" y="193149"/>
                    </a:cubicBezTo>
                    <a:cubicBezTo>
                      <a:pt x="238617" y="213881"/>
                      <a:pt x="213556" y="233707"/>
                      <a:pt x="186389" y="243445"/>
                    </a:cubicBezTo>
                    <a:cubicBezTo>
                      <a:pt x="159221" y="253183"/>
                      <a:pt x="121284" y="258645"/>
                      <a:pt x="92575" y="251579"/>
                    </a:cubicBezTo>
                    <a:cubicBezTo>
                      <a:pt x="63865" y="244513"/>
                      <a:pt x="28262" y="223139"/>
                      <a:pt x="14131" y="201052"/>
                    </a:cubicBezTo>
                    <a:cubicBezTo>
                      <a:pt x="0" y="178964"/>
                      <a:pt x="4638" y="144350"/>
                      <a:pt x="7788" y="119054"/>
                    </a:cubicBezTo>
                    <a:cubicBezTo>
                      <a:pt x="10939" y="93758"/>
                      <a:pt x="17691" y="68041"/>
                      <a:pt x="33035" y="49277"/>
                    </a:cubicBezTo>
                    <a:cubicBezTo>
                      <a:pt x="48380" y="30513"/>
                      <a:pt x="75259" y="12940"/>
                      <a:pt x="99856" y="6470"/>
                    </a:cubicBezTo>
                    <a:cubicBezTo>
                      <a:pt x="124454" y="0"/>
                      <a:pt x="153054" y="5085"/>
                      <a:pt x="180622" y="10456"/>
                    </a:cubicBezTo>
                    <a:cubicBezTo>
                      <a:pt x="208189" y="15828"/>
                      <a:pt x="247340" y="20599"/>
                      <a:pt x="265262" y="38698"/>
                    </a:cubicBezTo>
                    <a:cubicBezTo>
                      <a:pt x="283185" y="56798"/>
                      <a:pt x="289772" y="93312"/>
                      <a:pt x="288158" y="119054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66" name="SCHEM_path-0164"/>
              <p:cNvSpPr/>
              <p:nvPr/>
            </p:nvSpPr>
            <p:spPr>
              <a:xfrm>
                <a:off x="7389527" y="4136971"/>
                <a:ext cx="190853" cy="293309"/>
              </a:xfrm>
              <a:custGeom>
                <a:avLst/>
                <a:gdLst/>
                <a:ahLst/>
                <a:cxnLst/>
                <a:rect l="0" t="0" r="r" b="b"/>
                <a:pathLst>
                  <a:path w="190853" h="293309">
                    <a:moveTo>
                      <a:pt x="190430" y="148548"/>
                    </a:moveTo>
                    <a:cubicBezTo>
                      <a:pt x="190853" y="172989"/>
                      <a:pt x="179497" y="203878"/>
                      <a:pt x="167790" y="223133"/>
                    </a:cubicBezTo>
                    <a:cubicBezTo>
                      <a:pt x="156084" y="242389"/>
                      <a:pt x="138194" y="253368"/>
                      <a:pt x="120191" y="264082"/>
                    </a:cubicBezTo>
                    <a:cubicBezTo>
                      <a:pt x="102187" y="274796"/>
                      <a:pt x="77787" y="293309"/>
                      <a:pt x="59769" y="287416"/>
                    </a:cubicBezTo>
                    <a:cubicBezTo>
                      <a:pt x="41751" y="281524"/>
                      <a:pt x="21918" y="251872"/>
                      <a:pt x="12083" y="228727"/>
                    </a:cubicBezTo>
                    <a:cubicBezTo>
                      <a:pt x="2249" y="205582"/>
                      <a:pt x="0" y="174517"/>
                      <a:pt x="761" y="148548"/>
                    </a:cubicBezTo>
                    <a:cubicBezTo>
                      <a:pt x="1523" y="122578"/>
                      <a:pt x="6925" y="96507"/>
                      <a:pt x="16652" y="72909"/>
                    </a:cubicBezTo>
                    <a:cubicBezTo>
                      <a:pt x="26379" y="49312"/>
                      <a:pt x="41793" y="13927"/>
                      <a:pt x="59124" y="6964"/>
                    </a:cubicBezTo>
                    <a:cubicBezTo>
                      <a:pt x="76455" y="0"/>
                      <a:pt x="102951" y="19541"/>
                      <a:pt x="120638" y="31128"/>
                    </a:cubicBezTo>
                    <a:cubicBezTo>
                      <a:pt x="138326" y="42716"/>
                      <a:pt x="153617" y="56918"/>
                      <a:pt x="165249" y="76488"/>
                    </a:cubicBezTo>
                    <a:cubicBezTo>
                      <a:pt x="176881" y="96058"/>
                      <a:pt x="190006" y="124107"/>
                      <a:pt x="190430" y="148548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67" name="SCHEM_path-0165"/>
              <p:cNvSpPr/>
              <p:nvPr/>
            </p:nvSpPr>
            <p:spPr>
              <a:xfrm>
                <a:off x="5051505" y="4790441"/>
                <a:ext cx="224660" cy="222554"/>
              </a:xfrm>
              <a:custGeom>
                <a:avLst/>
                <a:gdLst/>
                <a:ahLst/>
                <a:cxnLst/>
                <a:rect l="0" t="0" r="r" b="b"/>
                <a:pathLst>
                  <a:path w="224660" h="222554">
                    <a:moveTo>
                      <a:pt x="222515" y="106431"/>
                    </a:moveTo>
                    <a:cubicBezTo>
                      <a:pt x="220370" y="128105"/>
                      <a:pt x="198427" y="148593"/>
                      <a:pt x="184160" y="166739"/>
                    </a:cubicBezTo>
                    <a:cubicBezTo>
                      <a:pt x="169894" y="184886"/>
                      <a:pt x="156213" y="208066"/>
                      <a:pt x="136916" y="215310"/>
                    </a:cubicBezTo>
                    <a:cubicBezTo>
                      <a:pt x="117619" y="222554"/>
                      <a:pt x="88238" y="218090"/>
                      <a:pt x="68380" y="210205"/>
                    </a:cubicBezTo>
                    <a:cubicBezTo>
                      <a:pt x="48521" y="202321"/>
                      <a:pt x="28916" y="185299"/>
                      <a:pt x="17765" y="168003"/>
                    </a:cubicBezTo>
                    <a:cubicBezTo>
                      <a:pt x="6614" y="150707"/>
                      <a:pt x="2557" y="127747"/>
                      <a:pt x="1476" y="106431"/>
                    </a:cubicBezTo>
                    <a:cubicBezTo>
                      <a:pt x="395" y="85116"/>
                      <a:pt x="0" y="57006"/>
                      <a:pt x="11279" y="40109"/>
                    </a:cubicBezTo>
                    <a:cubicBezTo>
                      <a:pt x="22558" y="23211"/>
                      <a:pt x="48870" y="10095"/>
                      <a:pt x="69150" y="5047"/>
                    </a:cubicBezTo>
                    <a:cubicBezTo>
                      <a:pt x="89431" y="0"/>
                      <a:pt x="111647" y="4549"/>
                      <a:pt x="132961" y="9824"/>
                    </a:cubicBezTo>
                    <a:cubicBezTo>
                      <a:pt x="154274" y="15099"/>
                      <a:pt x="182106" y="20594"/>
                      <a:pt x="197031" y="36696"/>
                    </a:cubicBezTo>
                    <a:cubicBezTo>
                      <a:pt x="211957" y="52797"/>
                      <a:pt x="224660" y="84757"/>
                      <a:pt x="222515" y="106431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68" name="SCHEM_path-0166"/>
              <p:cNvSpPr/>
              <p:nvPr/>
            </p:nvSpPr>
            <p:spPr>
              <a:xfrm>
                <a:off x="5931686" y="4750849"/>
                <a:ext cx="202251" cy="213355"/>
              </a:xfrm>
              <a:custGeom>
                <a:avLst/>
                <a:gdLst/>
                <a:ahLst/>
                <a:cxnLst/>
                <a:rect l="0" t="0" r="r" b="b"/>
                <a:pathLst>
                  <a:path w="202251" h="213355">
                    <a:moveTo>
                      <a:pt x="199564" y="104132"/>
                    </a:moveTo>
                    <a:cubicBezTo>
                      <a:pt x="196877" y="123512"/>
                      <a:pt x="186480" y="141700"/>
                      <a:pt x="175604" y="156112"/>
                    </a:cubicBezTo>
                    <a:cubicBezTo>
                      <a:pt x="164728" y="170524"/>
                      <a:pt x="151045" y="181769"/>
                      <a:pt x="134308" y="190602"/>
                    </a:cubicBezTo>
                    <a:cubicBezTo>
                      <a:pt x="117572" y="199435"/>
                      <a:pt x="92936" y="213355"/>
                      <a:pt x="75184" y="209111"/>
                    </a:cubicBezTo>
                    <a:cubicBezTo>
                      <a:pt x="57432" y="204867"/>
                      <a:pt x="40050" y="182634"/>
                      <a:pt x="27797" y="165137"/>
                    </a:cubicBezTo>
                    <a:cubicBezTo>
                      <a:pt x="15545" y="147641"/>
                      <a:pt x="0" y="123189"/>
                      <a:pt x="1671" y="104132"/>
                    </a:cubicBezTo>
                    <a:cubicBezTo>
                      <a:pt x="3342" y="85074"/>
                      <a:pt x="24560" y="65008"/>
                      <a:pt x="37825" y="50791"/>
                    </a:cubicBezTo>
                    <a:cubicBezTo>
                      <a:pt x="51090" y="36575"/>
                      <a:pt x="64453" y="26715"/>
                      <a:pt x="81262" y="18833"/>
                    </a:cubicBezTo>
                    <a:cubicBezTo>
                      <a:pt x="98072" y="10951"/>
                      <a:pt x="120271" y="0"/>
                      <a:pt x="138682" y="3499"/>
                    </a:cubicBezTo>
                    <a:cubicBezTo>
                      <a:pt x="157093" y="6998"/>
                      <a:pt x="181579" y="23056"/>
                      <a:pt x="191726" y="39828"/>
                    </a:cubicBezTo>
                    <a:cubicBezTo>
                      <a:pt x="201873" y="56600"/>
                      <a:pt x="202251" y="84751"/>
                      <a:pt x="199564" y="104132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69" name="SCHEM_path-0167"/>
              <p:cNvSpPr/>
              <p:nvPr/>
            </p:nvSpPr>
            <p:spPr>
              <a:xfrm>
                <a:off x="300946" y="4407459"/>
                <a:ext cx="284214" cy="237228"/>
              </a:xfrm>
              <a:custGeom>
                <a:avLst/>
                <a:gdLst/>
                <a:ahLst/>
                <a:cxnLst/>
                <a:rect l="0" t="0" r="r" b="b"/>
                <a:pathLst>
                  <a:path w="284214" h="237228">
                    <a:moveTo>
                      <a:pt x="277905" y="117484"/>
                    </a:moveTo>
                    <a:cubicBezTo>
                      <a:pt x="280592" y="140067"/>
                      <a:pt x="284214" y="170855"/>
                      <a:pt x="269958" y="189952"/>
                    </a:cubicBezTo>
                    <a:cubicBezTo>
                      <a:pt x="255702" y="209049"/>
                      <a:pt x="219955" y="226901"/>
                      <a:pt x="192370" y="232065"/>
                    </a:cubicBezTo>
                    <a:cubicBezTo>
                      <a:pt x="164785" y="237228"/>
                      <a:pt x="131664" y="228605"/>
                      <a:pt x="104447" y="220933"/>
                    </a:cubicBezTo>
                    <a:cubicBezTo>
                      <a:pt x="77229" y="213261"/>
                      <a:pt x="45936" y="203273"/>
                      <a:pt x="29066" y="186032"/>
                    </a:cubicBezTo>
                    <a:cubicBezTo>
                      <a:pt x="12197" y="168790"/>
                      <a:pt x="5304" y="141547"/>
                      <a:pt x="3230" y="117484"/>
                    </a:cubicBezTo>
                    <a:cubicBezTo>
                      <a:pt x="1156" y="93420"/>
                      <a:pt x="0" y="59503"/>
                      <a:pt x="16623" y="41651"/>
                    </a:cubicBezTo>
                    <a:cubicBezTo>
                      <a:pt x="33246" y="23799"/>
                      <a:pt x="73976" y="16088"/>
                      <a:pt x="102969" y="10370"/>
                    </a:cubicBezTo>
                    <a:cubicBezTo>
                      <a:pt x="131961" y="4653"/>
                      <a:pt x="165433" y="0"/>
                      <a:pt x="190578" y="7347"/>
                    </a:cubicBezTo>
                    <a:cubicBezTo>
                      <a:pt x="215723" y="14693"/>
                      <a:pt x="239285" y="36094"/>
                      <a:pt x="253840" y="54451"/>
                    </a:cubicBezTo>
                    <a:cubicBezTo>
                      <a:pt x="268394" y="72807"/>
                      <a:pt x="275219" y="94900"/>
                      <a:pt x="277905" y="117484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70" name="SCHEM_path-0168"/>
              <p:cNvSpPr/>
              <p:nvPr/>
            </p:nvSpPr>
            <p:spPr>
              <a:xfrm>
                <a:off x="1146986" y="4009208"/>
                <a:ext cx="2584625" cy="967166"/>
              </a:xfrm>
              <a:custGeom>
                <a:avLst/>
                <a:gdLst/>
                <a:ahLst/>
                <a:cxnLst/>
                <a:rect l="0" t="0" r="r" b="b"/>
                <a:pathLst>
                  <a:path w="2584625" h="967166">
                    <a:moveTo>
                      <a:pt x="0" y="627439"/>
                    </a:moveTo>
                    <a:cubicBezTo>
                      <a:pt x="852926" y="967166"/>
                      <a:pt x="1705853" y="650424"/>
                      <a:pt x="2584625" y="0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171" name="SCHEM_path-0169"/>
              <p:cNvSpPr/>
              <p:nvPr/>
            </p:nvSpPr>
            <p:spPr>
              <a:xfrm>
                <a:off x="1146986" y="4009208"/>
                <a:ext cx="2584625" cy="967166"/>
              </a:xfrm>
              <a:custGeom>
                <a:avLst/>
                <a:gdLst/>
                <a:ahLst/>
                <a:cxnLst/>
                <a:rect l="0" t="0" r="r" b="b"/>
                <a:pathLst>
                  <a:path w="2584625" h="967166">
                    <a:moveTo>
                      <a:pt x="0" y="627439"/>
                    </a:moveTo>
                    <a:cubicBezTo>
                      <a:pt x="852926" y="967166"/>
                      <a:pt x="1705853" y="650424"/>
                      <a:pt x="2584625" y="0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172" name="SCHEM_path-0170"/>
              <p:cNvSpPr/>
              <p:nvPr/>
            </p:nvSpPr>
            <p:spPr>
              <a:xfrm>
                <a:off x="3289364" y="4072885"/>
                <a:ext cx="2009782" cy="353978"/>
              </a:xfrm>
              <a:custGeom>
                <a:avLst/>
                <a:gdLst/>
                <a:ahLst/>
                <a:cxnLst/>
                <a:rect l="0" t="0" r="r" b="b"/>
                <a:pathLst>
                  <a:path w="2009782" h="353978">
                    <a:moveTo>
                      <a:pt x="0" y="0"/>
                    </a:moveTo>
                    <a:cubicBezTo>
                      <a:pt x="663228" y="220246"/>
                      <a:pt x="1326456" y="54881"/>
                      <a:pt x="2009782" y="353978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173" name="SCHEM_path-0171"/>
              <p:cNvSpPr/>
              <p:nvPr/>
            </p:nvSpPr>
            <p:spPr>
              <a:xfrm>
                <a:off x="3289364" y="4072885"/>
                <a:ext cx="2009782" cy="353978"/>
              </a:xfrm>
              <a:custGeom>
                <a:avLst/>
                <a:gdLst/>
                <a:ahLst/>
                <a:cxnLst/>
                <a:rect l="0" t="0" r="r" b="b"/>
                <a:pathLst>
                  <a:path w="2009782" h="353978">
                    <a:moveTo>
                      <a:pt x="0" y="0"/>
                    </a:moveTo>
                    <a:cubicBezTo>
                      <a:pt x="663228" y="220246"/>
                      <a:pt x="1326456" y="54881"/>
                      <a:pt x="2009782" y="353978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174" name="SCHEM_path-0172"/>
              <p:cNvSpPr/>
              <p:nvPr/>
            </p:nvSpPr>
            <p:spPr>
              <a:xfrm>
                <a:off x="4265014" y="4417978"/>
                <a:ext cx="2535944" cy="585711"/>
              </a:xfrm>
              <a:custGeom>
                <a:avLst/>
                <a:gdLst/>
                <a:ahLst/>
                <a:cxnLst/>
                <a:rect l="0" t="0" r="r" b="b"/>
                <a:pathLst>
                  <a:path w="2535944" h="585711">
                    <a:moveTo>
                      <a:pt x="0" y="569443"/>
                    </a:moveTo>
                    <a:cubicBezTo>
                      <a:pt x="836862" y="0"/>
                      <a:pt x="1673723" y="311714"/>
                      <a:pt x="2535944" y="585711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175" name="SCHEM_path-0173"/>
              <p:cNvSpPr/>
              <p:nvPr/>
            </p:nvSpPr>
            <p:spPr>
              <a:xfrm>
                <a:off x="4265014" y="4417978"/>
                <a:ext cx="2535944" cy="585711"/>
              </a:xfrm>
              <a:custGeom>
                <a:avLst/>
                <a:gdLst/>
                <a:ahLst/>
                <a:cxnLst/>
                <a:rect l="0" t="0" r="r" b="b"/>
                <a:pathLst>
                  <a:path w="2535944" h="585711">
                    <a:moveTo>
                      <a:pt x="0" y="569443"/>
                    </a:moveTo>
                    <a:cubicBezTo>
                      <a:pt x="836862" y="0"/>
                      <a:pt x="1673723" y="311714"/>
                      <a:pt x="2535944" y="585711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176" name="SCHEM_path-0174"/>
              <p:cNvSpPr/>
              <p:nvPr/>
            </p:nvSpPr>
            <p:spPr>
              <a:xfrm>
                <a:off x="2565433" y="3889866"/>
                <a:ext cx="2157803" cy="1128572"/>
              </a:xfrm>
              <a:custGeom>
                <a:avLst/>
                <a:gdLst/>
                <a:ahLst/>
                <a:cxnLst/>
                <a:rect l="0" t="0" r="r" b="b"/>
                <a:pathLst>
                  <a:path w="2157803" h="1128572">
                    <a:moveTo>
                      <a:pt x="0" y="651315"/>
                    </a:moveTo>
                    <a:cubicBezTo>
                      <a:pt x="712075" y="0"/>
                      <a:pt x="1424150" y="524431"/>
                      <a:pt x="2157803" y="1128572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177" name="SCHEM_path-0175"/>
              <p:cNvSpPr/>
              <p:nvPr/>
            </p:nvSpPr>
            <p:spPr>
              <a:xfrm>
                <a:off x="2565433" y="3889866"/>
                <a:ext cx="2157803" cy="1128572"/>
              </a:xfrm>
              <a:custGeom>
                <a:avLst/>
                <a:gdLst/>
                <a:ahLst/>
                <a:cxnLst/>
                <a:rect l="0" t="0" r="r" b="b"/>
                <a:pathLst>
                  <a:path w="2157803" h="1128572">
                    <a:moveTo>
                      <a:pt x="0" y="651315"/>
                    </a:moveTo>
                    <a:cubicBezTo>
                      <a:pt x="712075" y="0"/>
                      <a:pt x="1424150" y="524431"/>
                      <a:pt x="2157803" y="1128572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178" name="SCHEM_path-0176"/>
              <p:cNvSpPr/>
              <p:nvPr/>
            </p:nvSpPr>
            <p:spPr>
              <a:xfrm>
                <a:off x="2323316" y="3936959"/>
                <a:ext cx="2772828" cy="1046049"/>
              </a:xfrm>
              <a:custGeom>
                <a:avLst/>
                <a:gdLst/>
                <a:ahLst/>
                <a:cxnLst/>
                <a:rect l="0" t="0" r="r" b="b"/>
                <a:pathLst>
                  <a:path w="2772828" h="1046049">
                    <a:moveTo>
                      <a:pt x="0" y="1046049"/>
                    </a:moveTo>
                    <a:cubicBezTo>
                      <a:pt x="915033" y="0"/>
                      <a:pt x="1830066" y="641016"/>
                      <a:pt x="2772828" y="494853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179" name="SCHEM_path-0177"/>
              <p:cNvSpPr/>
              <p:nvPr/>
            </p:nvSpPr>
            <p:spPr>
              <a:xfrm>
                <a:off x="2323316" y="3936959"/>
                <a:ext cx="2772828" cy="1046049"/>
              </a:xfrm>
              <a:custGeom>
                <a:avLst/>
                <a:gdLst/>
                <a:ahLst/>
                <a:cxnLst/>
                <a:rect l="0" t="0" r="r" b="b"/>
                <a:pathLst>
                  <a:path w="2772828" h="1046049">
                    <a:moveTo>
                      <a:pt x="0" y="1046049"/>
                    </a:moveTo>
                    <a:cubicBezTo>
                      <a:pt x="915033" y="0"/>
                      <a:pt x="1830066" y="641016"/>
                      <a:pt x="2772828" y="494853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180" name="SCHEM_path-0178"/>
              <p:cNvSpPr/>
              <p:nvPr/>
            </p:nvSpPr>
            <p:spPr>
              <a:xfrm>
                <a:off x="3896272" y="4421713"/>
                <a:ext cx="2567428" cy="371711"/>
              </a:xfrm>
              <a:custGeom>
                <a:avLst/>
                <a:gdLst/>
                <a:ahLst/>
                <a:cxnLst/>
                <a:rect l="0" t="0" r="r" b="b"/>
                <a:pathLst>
                  <a:path w="2567428" h="371711">
                    <a:moveTo>
                      <a:pt x="0" y="360928"/>
                    </a:moveTo>
                    <a:cubicBezTo>
                      <a:pt x="847251" y="100097"/>
                      <a:pt x="1694503" y="371711"/>
                      <a:pt x="2567428" y="0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181" name="SCHEM_path-0179"/>
              <p:cNvSpPr/>
              <p:nvPr/>
            </p:nvSpPr>
            <p:spPr>
              <a:xfrm>
                <a:off x="3896272" y="4421713"/>
                <a:ext cx="2567428" cy="371711"/>
              </a:xfrm>
              <a:custGeom>
                <a:avLst/>
                <a:gdLst/>
                <a:ahLst/>
                <a:cxnLst/>
                <a:rect l="0" t="0" r="r" b="b"/>
                <a:pathLst>
                  <a:path w="2567428" h="371711">
                    <a:moveTo>
                      <a:pt x="0" y="360928"/>
                    </a:moveTo>
                    <a:cubicBezTo>
                      <a:pt x="847251" y="100097"/>
                      <a:pt x="1694503" y="371711"/>
                      <a:pt x="2567428" y="0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182" name="SCHEM_path-0180"/>
              <p:cNvSpPr/>
              <p:nvPr/>
            </p:nvSpPr>
            <p:spPr>
              <a:xfrm>
                <a:off x="387663" y="4188589"/>
                <a:ext cx="1837513" cy="825647"/>
              </a:xfrm>
              <a:custGeom>
                <a:avLst/>
                <a:gdLst/>
                <a:ahLst/>
                <a:cxnLst/>
                <a:rect l="0" t="0" r="r" b="b"/>
                <a:pathLst>
                  <a:path w="1837513" h="825647">
                    <a:moveTo>
                      <a:pt x="0" y="491571"/>
                    </a:moveTo>
                    <a:cubicBezTo>
                      <a:pt x="606379" y="823958"/>
                      <a:pt x="1212758" y="0"/>
                      <a:pt x="1837513" y="825647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183" name="SCHEM_path-0181"/>
              <p:cNvSpPr/>
              <p:nvPr/>
            </p:nvSpPr>
            <p:spPr>
              <a:xfrm>
                <a:off x="387663" y="4188589"/>
                <a:ext cx="1837513" cy="825647"/>
              </a:xfrm>
              <a:custGeom>
                <a:avLst/>
                <a:gdLst/>
                <a:ahLst/>
                <a:cxnLst/>
                <a:rect l="0" t="0" r="r" b="b"/>
                <a:pathLst>
                  <a:path w="1837513" h="825647">
                    <a:moveTo>
                      <a:pt x="0" y="491571"/>
                    </a:moveTo>
                    <a:cubicBezTo>
                      <a:pt x="606379" y="823958"/>
                      <a:pt x="1212758" y="0"/>
                      <a:pt x="1837513" y="825647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184" name="SCHEM_path-0182"/>
              <p:cNvSpPr/>
              <p:nvPr/>
            </p:nvSpPr>
            <p:spPr>
              <a:xfrm>
                <a:off x="6305747" y="4070938"/>
                <a:ext cx="1902046" cy="517340"/>
              </a:xfrm>
              <a:custGeom>
                <a:avLst/>
                <a:gdLst/>
                <a:ahLst/>
                <a:cxnLst/>
                <a:rect l="0" t="0" r="r" b="b"/>
                <a:pathLst>
                  <a:path w="1902046" h="517340">
                    <a:moveTo>
                      <a:pt x="0" y="338652"/>
                    </a:moveTo>
                    <a:cubicBezTo>
                      <a:pt x="627675" y="517340"/>
                      <a:pt x="1255350" y="254597"/>
                      <a:pt x="1902046" y="0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185" name="SCHEM_path-0183"/>
              <p:cNvSpPr/>
              <p:nvPr/>
            </p:nvSpPr>
            <p:spPr>
              <a:xfrm>
                <a:off x="6305747" y="4070938"/>
                <a:ext cx="1902046" cy="517340"/>
              </a:xfrm>
              <a:custGeom>
                <a:avLst/>
                <a:gdLst/>
                <a:ahLst/>
                <a:cxnLst/>
                <a:rect l="0" t="0" r="r" b="b"/>
                <a:pathLst>
                  <a:path w="1902046" h="517340">
                    <a:moveTo>
                      <a:pt x="0" y="338652"/>
                    </a:moveTo>
                    <a:cubicBezTo>
                      <a:pt x="627675" y="517340"/>
                      <a:pt x="1255350" y="254597"/>
                      <a:pt x="1902046" y="0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186" name="SCHEM_path-0184"/>
              <p:cNvSpPr/>
              <p:nvPr/>
            </p:nvSpPr>
            <p:spPr>
              <a:xfrm>
                <a:off x="4507354" y="4035210"/>
                <a:ext cx="3025007" cy="610106"/>
              </a:xfrm>
              <a:custGeom>
                <a:avLst/>
                <a:gdLst/>
                <a:ahLst/>
                <a:cxnLst/>
                <a:rect l="0" t="0" r="r" b="b"/>
                <a:pathLst>
                  <a:path w="3025007" h="610106">
                    <a:moveTo>
                      <a:pt x="0" y="0"/>
                    </a:moveTo>
                    <a:cubicBezTo>
                      <a:pt x="998252" y="551767"/>
                      <a:pt x="1996505" y="143951"/>
                      <a:pt x="3025007" y="610106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187" name="SCHEM_path-0185"/>
              <p:cNvSpPr/>
              <p:nvPr/>
            </p:nvSpPr>
            <p:spPr>
              <a:xfrm>
                <a:off x="4507354" y="4035210"/>
                <a:ext cx="3025007" cy="610106"/>
              </a:xfrm>
              <a:custGeom>
                <a:avLst/>
                <a:gdLst/>
                <a:ahLst/>
                <a:cxnLst/>
                <a:rect l="0" t="0" r="r" b="b"/>
                <a:pathLst>
                  <a:path w="3025007" h="610106">
                    <a:moveTo>
                      <a:pt x="0" y="0"/>
                    </a:moveTo>
                    <a:cubicBezTo>
                      <a:pt x="998252" y="551767"/>
                      <a:pt x="1996505" y="143951"/>
                      <a:pt x="3025007" y="610106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188" name="SCHEM_path-0186"/>
              <p:cNvSpPr/>
              <p:nvPr/>
            </p:nvSpPr>
            <p:spPr>
              <a:xfrm>
                <a:off x="436574" y="3965161"/>
                <a:ext cx="2994997" cy="993366"/>
              </a:xfrm>
              <a:custGeom>
                <a:avLst/>
                <a:gdLst/>
                <a:ahLst/>
                <a:cxnLst/>
                <a:rect l="0" t="0" r="r" b="b"/>
                <a:pathLst>
                  <a:path w="2994997" h="993366">
                    <a:moveTo>
                      <a:pt x="0" y="723649"/>
                    </a:moveTo>
                    <a:cubicBezTo>
                      <a:pt x="988349" y="0"/>
                      <a:pt x="1976698" y="993366"/>
                      <a:pt x="2994997" y="643074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189" name="SCHEM_path-0187"/>
              <p:cNvSpPr/>
              <p:nvPr/>
            </p:nvSpPr>
            <p:spPr>
              <a:xfrm>
                <a:off x="436574" y="3965161"/>
                <a:ext cx="2994997" cy="993366"/>
              </a:xfrm>
              <a:custGeom>
                <a:avLst/>
                <a:gdLst/>
                <a:ahLst/>
                <a:cxnLst/>
                <a:rect l="0" t="0" r="r" b="b"/>
                <a:pathLst>
                  <a:path w="2994997" h="993366">
                    <a:moveTo>
                      <a:pt x="0" y="723649"/>
                    </a:moveTo>
                    <a:cubicBezTo>
                      <a:pt x="988349" y="0"/>
                      <a:pt x="1976698" y="993366"/>
                      <a:pt x="2994997" y="643074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190" name="SCHEM_path-0188"/>
              <p:cNvSpPr/>
              <p:nvPr/>
            </p:nvSpPr>
            <p:spPr>
              <a:xfrm>
                <a:off x="2715559" y="4401813"/>
                <a:ext cx="2210375" cy="623541"/>
              </a:xfrm>
              <a:custGeom>
                <a:avLst/>
                <a:gdLst/>
                <a:ahLst/>
                <a:cxnLst/>
                <a:rect l="0" t="0" r="r" b="b"/>
                <a:pathLst>
                  <a:path w="2210375" h="623541">
                    <a:moveTo>
                      <a:pt x="0" y="127062"/>
                    </a:moveTo>
                    <a:cubicBezTo>
                      <a:pt x="729424" y="623541"/>
                      <a:pt x="1458847" y="17970"/>
                      <a:pt x="2210375" y="0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191" name="SCHEM_path-0189"/>
              <p:cNvSpPr/>
              <p:nvPr/>
            </p:nvSpPr>
            <p:spPr>
              <a:xfrm>
                <a:off x="2715559" y="4401813"/>
                <a:ext cx="2210375" cy="623541"/>
              </a:xfrm>
              <a:custGeom>
                <a:avLst/>
                <a:gdLst/>
                <a:ahLst/>
                <a:cxnLst/>
                <a:rect l="0" t="0" r="r" b="b"/>
                <a:pathLst>
                  <a:path w="2210375" h="623541">
                    <a:moveTo>
                      <a:pt x="0" y="127062"/>
                    </a:moveTo>
                    <a:cubicBezTo>
                      <a:pt x="729424" y="623541"/>
                      <a:pt x="1458847" y="17970"/>
                      <a:pt x="2210375" y="0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192" name="SCHEM_path-0190"/>
              <p:cNvSpPr/>
              <p:nvPr/>
            </p:nvSpPr>
            <p:spPr>
              <a:xfrm>
                <a:off x="4460131" y="4084256"/>
                <a:ext cx="2719820" cy="936610"/>
              </a:xfrm>
              <a:custGeom>
                <a:avLst/>
                <a:gdLst/>
                <a:ahLst/>
                <a:cxnLst/>
                <a:rect l="0" t="0" r="r" b="b"/>
                <a:pathLst>
                  <a:path w="2719820" h="936610">
                    <a:moveTo>
                      <a:pt x="0" y="878424"/>
                    </a:moveTo>
                    <a:cubicBezTo>
                      <a:pt x="897541" y="176413"/>
                      <a:pt x="1795081" y="936610"/>
                      <a:pt x="2719820" y="0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193" name="SCHEM_path-0191"/>
              <p:cNvSpPr/>
              <p:nvPr/>
            </p:nvSpPr>
            <p:spPr>
              <a:xfrm>
                <a:off x="4460131" y="4084256"/>
                <a:ext cx="2719820" cy="936610"/>
              </a:xfrm>
              <a:custGeom>
                <a:avLst/>
                <a:gdLst/>
                <a:ahLst/>
                <a:cxnLst/>
                <a:rect l="0" t="0" r="r" b="b"/>
                <a:pathLst>
                  <a:path w="2719820" h="936610">
                    <a:moveTo>
                      <a:pt x="0" y="878424"/>
                    </a:moveTo>
                    <a:cubicBezTo>
                      <a:pt x="897541" y="176413"/>
                      <a:pt x="1795081" y="936610"/>
                      <a:pt x="2719820" y="0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194" name="SCHEM_path-0192"/>
              <p:cNvSpPr/>
              <p:nvPr/>
            </p:nvSpPr>
            <p:spPr>
              <a:xfrm>
                <a:off x="4012682" y="3923724"/>
                <a:ext cx="2057016" cy="979635"/>
              </a:xfrm>
              <a:custGeom>
                <a:avLst/>
                <a:gdLst/>
                <a:ahLst/>
                <a:cxnLst/>
                <a:rect l="0" t="0" r="r" b="b"/>
                <a:pathLst>
                  <a:path w="2057016" h="979635">
                    <a:moveTo>
                      <a:pt x="0" y="979635"/>
                    </a:moveTo>
                    <a:cubicBezTo>
                      <a:pt x="678815" y="229358"/>
                      <a:pt x="1357631" y="0"/>
                      <a:pt x="2057016" y="101051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195" name="SCHEM_path-0193"/>
              <p:cNvSpPr/>
              <p:nvPr/>
            </p:nvSpPr>
            <p:spPr>
              <a:xfrm>
                <a:off x="4012682" y="3923724"/>
                <a:ext cx="2057016" cy="979635"/>
              </a:xfrm>
              <a:custGeom>
                <a:avLst/>
                <a:gdLst/>
                <a:ahLst/>
                <a:cxnLst/>
                <a:rect l="0" t="0" r="r" b="b"/>
                <a:pathLst>
                  <a:path w="2057016" h="979635">
                    <a:moveTo>
                      <a:pt x="0" y="979635"/>
                    </a:moveTo>
                    <a:cubicBezTo>
                      <a:pt x="678815" y="229358"/>
                      <a:pt x="1357631" y="0"/>
                      <a:pt x="2057016" y="101051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196" name="SCHEM_path-0194"/>
              <p:cNvSpPr/>
              <p:nvPr/>
            </p:nvSpPr>
            <p:spPr>
              <a:xfrm>
                <a:off x="4416262" y="4153094"/>
                <a:ext cx="2246041" cy="567903"/>
              </a:xfrm>
              <a:custGeom>
                <a:avLst/>
                <a:gdLst/>
                <a:ahLst/>
                <a:cxnLst/>
                <a:rect l="0" t="0" r="r" b="b"/>
                <a:pathLst>
                  <a:path w="2246041" h="567903">
                    <a:moveTo>
                      <a:pt x="0" y="85612"/>
                    </a:moveTo>
                    <a:cubicBezTo>
                      <a:pt x="741194" y="0"/>
                      <a:pt x="1482387" y="567903"/>
                      <a:pt x="2246041" y="241224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197" name="SCHEM_path-0195"/>
              <p:cNvSpPr/>
              <p:nvPr/>
            </p:nvSpPr>
            <p:spPr>
              <a:xfrm>
                <a:off x="4416262" y="4153094"/>
                <a:ext cx="2246041" cy="567903"/>
              </a:xfrm>
              <a:custGeom>
                <a:avLst/>
                <a:gdLst/>
                <a:ahLst/>
                <a:cxnLst/>
                <a:rect l="0" t="0" r="r" b="b"/>
                <a:pathLst>
                  <a:path w="2246041" h="567903">
                    <a:moveTo>
                      <a:pt x="0" y="85612"/>
                    </a:moveTo>
                    <a:cubicBezTo>
                      <a:pt x="741194" y="0"/>
                      <a:pt x="1482387" y="567903"/>
                      <a:pt x="2246041" y="241224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198" name="SCHEM_path-0196"/>
              <p:cNvSpPr/>
              <p:nvPr/>
            </p:nvSpPr>
            <p:spPr>
              <a:xfrm>
                <a:off x="4974679" y="3939546"/>
                <a:ext cx="2071883" cy="949186"/>
              </a:xfrm>
              <a:custGeom>
                <a:avLst/>
                <a:gdLst/>
                <a:ahLst/>
                <a:cxnLst/>
                <a:rect l="0" t="0" r="r" b="b"/>
                <a:pathLst>
                  <a:path w="2071883" h="949186">
                    <a:moveTo>
                      <a:pt x="0" y="949186"/>
                    </a:moveTo>
                    <a:cubicBezTo>
                      <a:pt x="683721" y="602664"/>
                      <a:pt x="1367443" y="89206"/>
                      <a:pt x="2071883" y="0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199" name="SCHEM_path-0197"/>
              <p:cNvSpPr/>
              <p:nvPr/>
            </p:nvSpPr>
            <p:spPr>
              <a:xfrm>
                <a:off x="4974679" y="3939546"/>
                <a:ext cx="2071883" cy="949186"/>
              </a:xfrm>
              <a:custGeom>
                <a:avLst/>
                <a:gdLst/>
                <a:ahLst/>
                <a:cxnLst/>
                <a:rect l="0" t="0" r="r" b="b"/>
                <a:pathLst>
                  <a:path w="2071883" h="949186">
                    <a:moveTo>
                      <a:pt x="0" y="949186"/>
                    </a:moveTo>
                    <a:cubicBezTo>
                      <a:pt x="683721" y="602664"/>
                      <a:pt x="1367443" y="89206"/>
                      <a:pt x="2071883" y="0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00" name="SCHEM_path-0198"/>
              <p:cNvSpPr/>
              <p:nvPr/>
            </p:nvSpPr>
            <p:spPr>
              <a:xfrm>
                <a:off x="951408" y="3973516"/>
                <a:ext cx="2364509" cy="333049"/>
              </a:xfrm>
              <a:custGeom>
                <a:avLst/>
                <a:gdLst/>
                <a:ahLst/>
                <a:cxnLst/>
                <a:rect l="0" t="0" r="r" b="b"/>
                <a:pathLst>
                  <a:path w="2364509" h="333049">
                    <a:moveTo>
                      <a:pt x="0" y="14690"/>
                    </a:moveTo>
                    <a:cubicBezTo>
                      <a:pt x="780288" y="31117"/>
                      <a:pt x="1560576" y="333049"/>
                      <a:pt x="2364509" y="0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01" name="SCHEM_path-0199"/>
              <p:cNvSpPr/>
              <p:nvPr/>
            </p:nvSpPr>
            <p:spPr>
              <a:xfrm>
                <a:off x="951408" y="3973516"/>
                <a:ext cx="2364509" cy="333049"/>
              </a:xfrm>
              <a:custGeom>
                <a:avLst/>
                <a:gdLst/>
                <a:ahLst/>
                <a:cxnLst/>
                <a:rect l="0" t="0" r="r" b="b"/>
                <a:pathLst>
                  <a:path w="2364509" h="333049">
                    <a:moveTo>
                      <a:pt x="0" y="14690"/>
                    </a:moveTo>
                    <a:cubicBezTo>
                      <a:pt x="780288" y="31117"/>
                      <a:pt x="1560576" y="333049"/>
                      <a:pt x="2364509" y="0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02" name="SCHEM_path-0200"/>
              <p:cNvSpPr/>
              <p:nvPr/>
            </p:nvSpPr>
            <p:spPr>
              <a:xfrm>
                <a:off x="5417010" y="4028874"/>
                <a:ext cx="1918626" cy="1049507"/>
              </a:xfrm>
              <a:custGeom>
                <a:avLst/>
                <a:gdLst/>
                <a:ahLst/>
                <a:cxnLst/>
                <a:rect l="0" t="0" r="r" b="b"/>
                <a:pathLst>
                  <a:path w="1918626" h="1049507">
                    <a:moveTo>
                      <a:pt x="0" y="0"/>
                    </a:moveTo>
                    <a:cubicBezTo>
                      <a:pt x="633147" y="826548"/>
                      <a:pt x="1266293" y="1049507"/>
                      <a:pt x="1918626" y="743440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03" name="SCHEM_path-0201"/>
              <p:cNvSpPr/>
              <p:nvPr/>
            </p:nvSpPr>
            <p:spPr>
              <a:xfrm>
                <a:off x="5417010" y="4028874"/>
                <a:ext cx="1918626" cy="1049507"/>
              </a:xfrm>
              <a:custGeom>
                <a:avLst/>
                <a:gdLst/>
                <a:ahLst/>
                <a:cxnLst/>
                <a:rect l="0" t="0" r="r" b="b"/>
                <a:pathLst>
                  <a:path w="1918626" h="1049507">
                    <a:moveTo>
                      <a:pt x="0" y="0"/>
                    </a:moveTo>
                    <a:cubicBezTo>
                      <a:pt x="633147" y="826548"/>
                      <a:pt x="1266293" y="1049507"/>
                      <a:pt x="1918626" y="743440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04" name="SCHEM_path-0202"/>
              <p:cNvSpPr/>
              <p:nvPr/>
            </p:nvSpPr>
            <p:spPr>
              <a:xfrm>
                <a:off x="523800" y="4387467"/>
                <a:ext cx="1713312" cy="642571"/>
              </a:xfrm>
              <a:custGeom>
                <a:avLst/>
                <a:gdLst/>
                <a:ahLst/>
                <a:cxnLst/>
                <a:rect l="0" t="0" r="r" b="b"/>
                <a:pathLst>
                  <a:path w="1713312" h="642571">
                    <a:moveTo>
                      <a:pt x="0" y="0"/>
                    </a:moveTo>
                    <a:cubicBezTo>
                      <a:pt x="565393" y="122481"/>
                      <a:pt x="1130786" y="550704"/>
                      <a:pt x="1713312" y="642571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05" name="SCHEM_path-0203"/>
              <p:cNvSpPr/>
              <p:nvPr/>
            </p:nvSpPr>
            <p:spPr>
              <a:xfrm>
                <a:off x="523800" y="4387467"/>
                <a:ext cx="1713312" cy="642571"/>
              </a:xfrm>
              <a:custGeom>
                <a:avLst/>
                <a:gdLst/>
                <a:ahLst/>
                <a:cxnLst/>
                <a:rect l="0" t="0" r="r" b="b"/>
                <a:pathLst>
                  <a:path w="1713312" h="642571">
                    <a:moveTo>
                      <a:pt x="0" y="0"/>
                    </a:moveTo>
                    <a:cubicBezTo>
                      <a:pt x="565393" y="122481"/>
                      <a:pt x="1130786" y="550704"/>
                      <a:pt x="1713312" y="642571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06" name="SCHEM_path-0204"/>
              <p:cNvSpPr/>
              <p:nvPr/>
            </p:nvSpPr>
            <p:spPr>
              <a:xfrm>
                <a:off x="1620516" y="4149043"/>
                <a:ext cx="2219427" cy="716152"/>
              </a:xfrm>
              <a:custGeom>
                <a:avLst/>
                <a:gdLst/>
                <a:ahLst/>
                <a:cxnLst/>
                <a:rect l="0" t="0" r="r" b="b"/>
                <a:pathLst>
                  <a:path w="2219427" h="716152">
                    <a:moveTo>
                      <a:pt x="0" y="530193"/>
                    </a:moveTo>
                    <a:cubicBezTo>
                      <a:pt x="732411" y="339206"/>
                      <a:pt x="1464822" y="716152"/>
                      <a:pt x="2219427" y="0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07" name="SCHEM_path-0205"/>
              <p:cNvSpPr/>
              <p:nvPr/>
            </p:nvSpPr>
            <p:spPr>
              <a:xfrm>
                <a:off x="1620516" y="4149043"/>
                <a:ext cx="2219427" cy="716152"/>
              </a:xfrm>
              <a:custGeom>
                <a:avLst/>
                <a:gdLst/>
                <a:ahLst/>
                <a:cxnLst/>
                <a:rect l="0" t="0" r="r" b="b"/>
                <a:pathLst>
                  <a:path w="2219427" h="716152">
                    <a:moveTo>
                      <a:pt x="0" y="530193"/>
                    </a:moveTo>
                    <a:cubicBezTo>
                      <a:pt x="732411" y="339206"/>
                      <a:pt x="1464822" y="716152"/>
                      <a:pt x="2219427" y="0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08" name="SCHEM_path-0206"/>
              <p:cNvSpPr/>
              <p:nvPr/>
            </p:nvSpPr>
            <p:spPr>
              <a:xfrm>
                <a:off x="5325190" y="4147962"/>
                <a:ext cx="2593656" cy="887425"/>
              </a:xfrm>
              <a:custGeom>
                <a:avLst/>
                <a:gdLst/>
                <a:ahLst/>
                <a:cxnLst/>
                <a:rect l="0" t="0" r="r" b="b"/>
                <a:pathLst>
                  <a:path w="2593656" h="887425">
                    <a:moveTo>
                      <a:pt x="0" y="694875"/>
                    </a:moveTo>
                    <a:cubicBezTo>
                      <a:pt x="855906" y="443269"/>
                      <a:pt x="1711813" y="0"/>
                      <a:pt x="2593656" y="887425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09" name="SCHEM_path-0207"/>
              <p:cNvSpPr/>
              <p:nvPr/>
            </p:nvSpPr>
            <p:spPr>
              <a:xfrm>
                <a:off x="5325190" y="4147962"/>
                <a:ext cx="2593656" cy="887425"/>
              </a:xfrm>
              <a:custGeom>
                <a:avLst/>
                <a:gdLst/>
                <a:ahLst/>
                <a:cxnLst/>
                <a:rect l="0" t="0" r="r" b="b"/>
                <a:pathLst>
                  <a:path w="2593656" h="887425">
                    <a:moveTo>
                      <a:pt x="0" y="694875"/>
                    </a:moveTo>
                    <a:cubicBezTo>
                      <a:pt x="855906" y="443269"/>
                      <a:pt x="1711813" y="0"/>
                      <a:pt x="2593656" y="887425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10" name="SCHEM_path-0208"/>
              <p:cNvSpPr/>
              <p:nvPr/>
            </p:nvSpPr>
            <p:spPr>
              <a:xfrm>
                <a:off x="1606532" y="4546222"/>
                <a:ext cx="1533642" cy="400249"/>
              </a:xfrm>
              <a:custGeom>
                <a:avLst/>
                <a:gdLst/>
                <a:ahLst/>
                <a:cxnLst/>
                <a:rect l="0" t="0" r="r" b="b"/>
                <a:pathLst>
                  <a:path w="1533642" h="400249">
                    <a:moveTo>
                      <a:pt x="0" y="400249"/>
                    </a:moveTo>
                    <a:cubicBezTo>
                      <a:pt x="506102" y="42231"/>
                      <a:pt x="1012204" y="378466"/>
                      <a:pt x="1533642" y="0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11" name="SCHEM_path-0209"/>
              <p:cNvSpPr/>
              <p:nvPr/>
            </p:nvSpPr>
            <p:spPr>
              <a:xfrm>
                <a:off x="1606532" y="4546222"/>
                <a:ext cx="1533642" cy="400249"/>
              </a:xfrm>
              <a:custGeom>
                <a:avLst/>
                <a:gdLst/>
                <a:ahLst/>
                <a:cxnLst/>
                <a:rect l="0" t="0" r="r" b="b"/>
                <a:pathLst>
                  <a:path w="1533642" h="400249">
                    <a:moveTo>
                      <a:pt x="0" y="400249"/>
                    </a:moveTo>
                    <a:cubicBezTo>
                      <a:pt x="506102" y="42231"/>
                      <a:pt x="1012204" y="378466"/>
                      <a:pt x="1533642" y="0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12" name="SCHEM_path-0210"/>
              <p:cNvSpPr/>
              <p:nvPr/>
            </p:nvSpPr>
            <p:spPr>
              <a:xfrm>
                <a:off x="4543259" y="3982655"/>
                <a:ext cx="2089653" cy="580031"/>
              </a:xfrm>
              <a:custGeom>
                <a:avLst/>
                <a:gdLst/>
                <a:ahLst/>
                <a:cxnLst/>
                <a:rect l="0" t="0" r="r" b="b"/>
                <a:pathLst>
                  <a:path w="2089653" h="580031">
                    <a:moveTo>
                      <a:pt x="0" y="580031"/>
                    </a:moveTo>
                    <a:cubicBezTo>
                      <a:pt x="689585" y="170493"/>
                      <a:pt x="1379171" y="282820"/>
                      <a:pt x="2089653" y="0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13" name="SCHEM_path-0211"/>
              <p:cNvSpPr/>
              <p:nvPr/>
            </p:nvSpPr>
            <p:spPr>
              <a:xfrm>
                <a:off x="4543259" y="3982655"/>
                <a:ext cx="2089653" cy="580031"/>
              </a:xfrm>
              <a:custGeom>
                <a:avLst/>
                <a:gdLst/>
                <a:ahLst/>
                <a:cxnLst/>
                <a:rect l="0" t="0" r="r" b="b"/>
                <a:pathLst>
                  <a:path w="2089653" h="580031">
                    <a:moveTo>
                      <a:pt x="0" y="580031"/>
                    </a:moveTo>
                    <a:cubicBezTo>
                      <a:pt x="689585" y="170493"/>
                      <a:pt x="1379171" y="282820"/>
                      <a:pt x="2089653" y="0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14" name="SCHEM_path-0212"/>
              <p:cNvSpPr/>
              <p:nvPr/>
            </p:nvSpPr>
            <p:spPr>
              <a:xfrm>
                <a:off x="5193655" y="4275726"/>
                <a:ext cx="2535330" cy="307915"/>
              </a:xfrm>
              <a:custGeom>
                <a:avLst/>
                <a:gdLst/>
                <a:ahLst/>
                <a:cxnLst/>
                <a:rect l="0" t="0" r="r" b="b"/>
                <a:pathLst>
                  <a:path w="2535330" h="307915">
                    <a:moveTo>
                      <a:pt x="0" y="307915"/>
                    </a:moveTo>
                    <a:cubicBezTo>
                      <a:pt x="836659" y="0"/>
                      <a:pt x="1673318" y="40966"/>
                      <a:pt x="2535330" y="67392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15" name="SCHEM_path-0213"/>
              <p:cNvSpPr/>
              <p:nvPr/>
            </p:nvSpPr>
            <p:spPr>
              <a:xfrm>
                <a:off x="5193655" y="4275726"/>
                <a:ext cx="2535330" cy="307915"/>
              </a:xfrm>
              <a:custGeom>
                <a:avLst/>
                <a:gdLst/>
                <a:ahLst/>
                <a:cxnLst/>
                <a:rect l="0" t="0" r="r" b="b"/>
                <a:pathLst>
                  <a:path w="2535330" h="307915">
                    <a:moveTo>
                      <a:pt x="0" y="307915"/>
                    </a:moveTo>
                    <a:cubicBezTo>
                      <a:pt x="836659" y="0"/>
                      <a:pt x="1673318" y="40966"/>
                      <a:pt x="2535330" y="67392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16" name="SCHEM_path-0214"/>
              <p:cNvSpPr/>
              <p:nvPr/>
            </p:nvSpPr>
            <p:spPr>
              <a:xfrm>
                <a:off x="529619" y="4147938"/>
                <a:ext cx="2037155" cy="787605"/>
              </a:xfrm>
              <a:custGeom>
                <a:avLst/>
                <a:gdLst/>
                <a:ahLst/>
                <a:cxnLst/>
                <a:rect l="0" t="0" r="r" b="b"/>
                <a:pathLst>
                  <a:path w="2037155" h="787605">
                    <a:moveTo>
                      <a:pt x="0" y="787605"/>
                    </a:moveTo>
                    <a:cubicBezTo>
                      <a:pt x="672261" y="0"/>
                      <a:pt x="1344522" y="310842"/>
                      <a:pt x="2037155" y="679097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17" name="SCHEM_path-0215"/>
              <p:cNvSpPr/>
              <p:nvPr/>
            </p:nvSpPr>
            <p:spPr>
              <a:xfrm>
                <a:off x="529619" y="4147938"/>
                <a:ext cx="2037155" cy="787605"/>
              </a:xfrm>
              <a:custGeom>
                <a:avLst/>
                <a:gdLst/>
                <a:ahLst/>
                <a:cxnLst/>
                <a:rect l="0" t="0" r="r" b="b"/>
                <a:pathLst>
                  <a:path w="2037155" h="787605">
                    <a:moveTo>
                      <a:pt x="0" y="787605"/>
                    </a:moveTo>
                    <a:cubicBezTo>
                      <a:pt x="672261" y="0"/>
                      <a:pt x="1344522" y="310842"/>
                      <a:pt x="2037155" y="679097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18" name="SCHEM_path-0216"/>
              <p:cNvSpPr/>
              <p:nvPr/>
            </p:nvSpPr>
            <p:spPr>
              <a:xfrm>
                <a:off x="4880385" y="4071516"/>
                <a:ext cx="1771458" cy="898929"/>
              </a:xfrm>
              <a:custGeom>
                <a:avLst/>
                <a:gdLst/>
                <a:ahLst/>
                <a:cxnLst/>
                <a:rect l="0" t="0" r="r" b="b"/>
                <a:pathLst>
                  <a:path w="1771458" h="898929">
                    <a:moveTo>
                      <a:pt x="0" y="226826"/>
                    </a:moveTo>
                    <a:cubicBezTo>
                      <a:pt x="584581" y="0"/>
                      <a:pt x="1169163" y="898929"/>
                      <a:pt x="1771458" y="492096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19" name="SCHEM_path-0217"/>
              <p:cNvSpPr/>
              <p:nvPr/>
            </p:nvSpPr>
            <p:spPr>
              <a:xfrm>
                <a:off x="4880385" y="4071516"/>
                <a:ext cx="1771458" cy="898929"/>
              </a:xfrm>
              <a:custGeom>
                <a:avLst/>
                <a:gdLst/>
                <a:ahLst/>
                <a:cxnLst/>
                <a:rect l="0" t="0" r="r" b="b"/>
                <a:pathLst>
                  <a:path w="1771458" h="898929">
                    <a:moveTo>
                      <a:pt x="0" y="226826"/>
                    </a:moveTo>
                    <a:cubicBezTo>
                      <a:pt x="584581" y="0"/>
                      <a:pt x="1169163" y="898929"/>
                      <a:pt x="1771458" y="492096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20" name="SCHEM_path-0218"/>
              <p:cNvSpPr/>
              <p:nvPr/>
            </p:nvSpPr>
            <p:spPr>
              <a:xfrm>
                <a:off x="334778" y="4196781"/>
                <a:ext cx="2898923" cy="722399"/>
              </a:xfrm>
              <a:custGeom>
                <a:avLst/>
                <a:gdLst/>
                <a:ahLst/>
                <a:cxnLst/>
                <a:rect l="0" t="0" r="r" b="b"/>
                <a:pathLst>
                  <a:path w="2898923" h="722399">
                    <a:moveTo>
                      <a:pt x="0" y="462100"/>
                    </a:moveTo>
                    <a:cubicBezTo>
                      <a:pt x="956644" y="0"/>
                      <a:pt x="1913289" y="722399"/>
                      <a:pt x="2898923" y="149052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21" name="SCHEM_path-0219"/>
              <p:cNvSpPr/>
              <p:nvPr/>
            </p:nvSpPr>
            <p:spPr>
              <a:xfrm>
                <a:off x="334778" y="4196781"/>
                <a:ext cx="2898923" cy="722399"/>
              </a:xfrm>
              <a:custGeom>
                <a:avLst/>
                <a:gdLst/>
                <a:ahLst/>
                <a:cxnLst/>
                <a:rect l="0" t="0" r="r" b="b"/>
                <a:pathLst>
                  <a:path w="2898923" h="722399">
                    <a:moveTo>
                      <a:pt x="0" y="462100"/>
                    </a:moveTo>
                    <a:cubicBezTo>
                      <a:pt x="956644" y="0"/>
                      <a:pt x="1913289" y="722399"/>
                      <a:pt x="2898923" y="149052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22" name="SCHEM_path-0220"/>
              <p:cNvSpPr/>
              <p:nvPr/>
            </p:nvSpPr>
            <p:spPr>
              <a:xfrm>
                <a:off x="4673195" y="3995275"/>
                <a:ext cx="1788590" cy="625417"/>
              </a:xfrm>
              <a:custGeom>
                <a:avLst/>
                <a:gdLst/>
                <a:ahLst/>
                <a:cxnLst/>
                <a:rect l="0" t="0" r="r" b="b"/>
                <a:pathLst>
                  <a:path w="1788590" h="625417">
                    <a:moveTo>
                      <a:pt x="0" y="258366"/>
                    </a:moveTo>
                    <a:cubicBezTo>
                      <a:pt x="590235" y="625417"/>
                      <a:pt x="1180469" y="370074"/>
                      <a:pt x="1788590" y="0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23" name="SCHEM_path-0221"/>
              <p:cNvSpPr/>
              <p:nvPr/>
            </p:nvSpPr>
            <p:spPr>
              <a:xfrm>
                <a:off x="4673195" y="3995275"/>
                <a:ext cx="1788590" cy="625417"/>
              </a:xfrm>
              <a:custGeom>
                <a:avLst/>
                <a:gdLst/>
                <a:ahLst/>
                <a:cxnLst/>
                <a:rect l="0" t="0" r="r" b="b"/>
                <a:pathLst>
                  <a:path w="1788590" h="625417">
                    <a:moveTo>
                      <a:pt x="0" y="258366"/>
                    </a:moveTo>
                    <a:cubicBezTo>
                      <a:pt x="590235" y="625417"/>
                      <a:pt x="1180469" y="370074"/>
                      <a:pt x="1788590" y="0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24" name="SCHEM_path-0222"/>
              <p:cNvSpPr/>
              <p:nvPr/>
            </p:nvSpPr>
            <p:spPr>
              <a:xfrm>
                <a:off x="2206194" y="4051370"/>
                <a:ext cx="2605685" cy="890822"/>
              </a:xfrm>
              <a:custGeom>
                <a:avLst/>
                <a:gdLst/>
                <a:ahLst/>
                <a:cxnLst/>
                <a:rect l="0" t="0" r="r" b="b"/>
                <a:pathLst>
                  <a:path w="2605685" h="890822">
                    <a:moveTo>
                      <a:pt x="0" y="129372"/>
                    </a:moveTo>
                    <a:cubicBezTo>
                      <a:pt x="859876" y="777713"/>
                      <a:pt x="1719752" y="890822"/>
                      <a:pt x="2605685" y="0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25" name="SCHEM_path-0223"/>
              <p:cNvSpPr/>
              <p:nvPr/>
            </p:nvSpPr>
            <p:spPr>
              <a:xfrm>
                <a:off x="2206194" y="4051370"/>
                <a:ext cx="2605685" cy="890822"/>
              </a:xfrm>
              <a:custGeom>
                <a:avLst/>
                <a:gdLst/>
                <a:ahLst/>
                <a:cxnLst/>
                <a:rect l="0" t="0" r="r" b="b"/>
                <a:pathLst>
                  <a:path w="2605685" h="890822">
                    <a:moveTo>
                      <a:pt x="0" y="129372"/>
                    </a:moveTo>
                    <a:cubicBezTo>
                      <a:pt x="859876" y="777713"/>
                      <a:pt x="1719752" y="890822"/>
                      <a:pt x="2605685" y="0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26" name="SCHEM_path-0224"/>
              <p:cNvSpPr/>
              <p:nvPr/>
            </p:nvSpPr>
            <p:spPr>
              <a:xfrm>
                <a:off x="5272738" y="3885942"/>
                <a:ext cx="2365108" cy="996369"/>
              </a:xfrm>
              <a:custGeom>
                <a:avLst/>
                <a:gdLst/>
                <a:ahLst/>
                <a:cxnLst/>
                <a:rect l="0" t="0" r="r" b="b"/>
                <a:pathLst>
                  <a:path w="2365108" h="996369">
                    <a:moveTo>
                      <a:pt x="0" y="828284"/>
                    </a:moveTo>
                    <a:cubicBezTo>
                      <a:pt x="780486" y="0"/>
                      <a:pt x="1560971" y="324509"/>
                      <a:pt x="2365108" y="996369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27" name="SCHEM_path-0225"/>
              <p:cNvSpPr/>
              <p:nvPr/>
            </p:nvSpPr>
            <p:spPr>
              <a:xfrm>
                <a:off x="5272738" y="3885942"/>
                <a:ext cx="2365108" cy="996369"/>
              </a:xfrm>
              <a:custGeom>
                <a:avLst/>
                <a:gdLst/>
                <a:ahLst/>
                <a:cxnLst/>
                <a:rect l="0" t="0" r="r" b="b"/>
                <a:pathLst>
                  <a:path w="2365108" h="996369">
                    <a:moveTo>
                      <a:pt x="0" y="828284"/>
                    </a:moveTo>
                    <a:cubicBezTo>
                      <a:pt x="780486" y="0"/>
                      <a:pt x="1560971" y="324509"/>
                      <a:pt x="2365108" y="996369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28" name="SCHEM_path-0226"/>
              <p:cNvSpPr/>
              <p:nvPr/>
            </p:nvSpPr>
            <p:spPr>
              <a:xfrm>
                <a:off x="2442835" y="4158230"/>
                <a:ext cx="2654365" cy="858181"/>
              </a:xfrm>
              <a:custGeom>
                <a:avLst/>
                <a:gdLst/>
                <a:ahLst/>
                <a:cxnLst/>
                <a:rect l="0" t="0" r="r" b="b"/>
                <a:pathLst>
                  <a:path w="2654365" h="858181">
                    <a:moveTo>
                      <a:pt x="0" y="116874"/>
                    </a:moveTo>
                    <a:cubicBezTo>
                      <a:pt x="875940" y="0"/>
                      <a:pt x="1751881" y="858181"/>
                      <a:pt x="2654365" y="609840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29" name="SCHEM_path-0227"/>
              <p:cNvSpPr/>
              <p:nvPr/>
            </p:nvSpPr>
            <p:spPr>
              <a:xfrm>
                <a:off x="2442835" y="4158230"/>
                <a:ext cx="2654365" cy="858181"/>
              </a:xfrm>
              <a:custGeom>
                <a:avLst/>
                <a:gdLst/>
                <a:ahLst/>
                <a:cxnLst/>
                <a:rect l="0" t="0" r="r" b="b"/>
                <a:pathLst>
                  <a:path w="2654365" h="858181">
                    <a:moveTo>
                      <a:pt x="0" y="116874"/>
                    </a:moveTo>
                    <a:cubicBezTo>
                      <a:pt x="875940" y="0"/>
                      <a:pt x="1751881" y="858181"/>
                      <a:pt x="2654365" y="609840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30" name="SCHEM_path-0228"/>
              <p:cNvSpPr/>
              <p:nvPr/>
            </p:nvSpPr>
            <p:spPr>
              <a:xfrm>
                <a:off x="2942624" y="4101134"/>
                <a:ext cx="2417854" cy="733391"/>
              </a:xfrm>
              <a:custGeom>
                <a:avLst/>
                <a:gdLst/>
                <a:ahLst/>
                <a:cxnLst/>
                <a:rect l="0" t="0" r="r" b="b"/>
                <a:pathLst>
                  <a:path w="2417854" h="733391">
                    <a:moveTo>
                      <a:pt x="0" y="510803"/>
                    </a:moveTo>
                    <a:cubicBezTo>
                      <a:pt x="797892" y="438431"/>
                      <a:pt x="1595784" y="0"/>
                      <a:pt x="2417854" y="733391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31" name="SCHEM_path-0229"/>
              <p:cNvSpPr/>
              <p:nvPr/>
            </p:nvSpPr>
            <p:spPr>
              <a:xfrm>
                <a:off x="2942624" y="4101134"/>
                <a:ext cx="2417854" cy="733391"/>
              </a:xfrm>
              <a:custGeom>
                <a:avLst/>
                <a:gdLst/>
                <a:ahLst/>
                <a:cxnLst/>
                <a:rect l="0" t="0" r="r" b="b"/>
                <a:pathLst>
                  <a:path w="2417854" h="733391">
                    <a:moveTo>
                      <a:pt x="0" y="510803"/>
                    </a:moveTo>
                    <a:cubicBezTo>
                      <a:pt x="797892" y="438431"/>
                      <a:pt x="1595784" y="0"/>
                      <a:pt x="2417854" y="733391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32" name="SCHEM_path-0230"/>
              <p:cNvSpPr/>
              <p:nvPr/>
            </p:nvSpPr>
            <p:spPr>
              <a:xfrm>
                <a:off x="2976433" y="3971514"/>
                <a:ext cx="2371795" cy="1012716"/>
              </a:xfrm>
              <a:custGeom>
                <a:avLst/>
                <a:gdLst/>
                <a:ahLst/>
                <a:cxnLst/>
                <a:rect l="0" t="0" r="r" b="b"/>
                <a:pathLst>
                  <a:path w="2371795" h="1012716">
                    <a:moveTo>
                      <a:pt x="0" y="0"/>
                    </a:moveTo>
                    <a:cubicBezTo>
                      <a:pt x="782692" y="248971"/>
                      <a:pt x="1565385" y="1012716"/>
                      <a:pt x="2371795" y="871547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33" name="SCHEM_path-0231"/>
              <p:cNvSpPr/>
              <p:nvPr/>
            </p:nvSpPr>
            <p:spPr>
              <a:xfrm>
                <a:off x="2976433" y="3971514"/>
                <a:ext cx="2371795" cy="1012716"/>
              </a:xfrm>
              <a:custGeom>
                <a:avLst/>
                <a:gdLst/>
                <a:ahLst/>
                <a:cxnLst/>
                <a:rect l="0" t="0" r="r" b="b"/>
                <a:pathLst>
                  <a:path w="2371795" h="1012716">
                    <a:moveTo>
                      <a:pt x="0" y="0"/>
                    </a:moveTo>
                    <a:cubicBezTo>
                      <a:pt x="782692" y="248971"/>
                      <a:pt x="1565385" y="1012716"/>
                      <a:pt x="2371795" y="871547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34" name="SCHEM_path-0232"/>
              <p:cNvSpPr/>
              <p:nvPr/>
            </p:nvSpPr>
            <p:spPr>
              <a:xfrm>
                <a:off x="2545961" y="3837931"/>
                <a:ext cx="3014931" cy="881780"/>
              </a:xfrm>
              <a:custGeom>
                <a:avLst/>
                <a:gdLst/>
                <a:ahLst/>
                <a:cxnLst/>
                <a:rect l="0" t="0" r="r" b="b"/>
                <a:pathLst>
                  <a:path w="3014931" h="881780">
                    <a:moveTo>
                      <a:pt x="0" y="881780"/>
                    </a:moveTo>
                    <a:cubicBezTo>
                      <a:pt x="994927" y="873259"/>
                      <a:pt x="1989854" y="0"/>
                      <a:pt x="3014931" y="502930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35" name="SCHEM_path-0233"/>
              <p:cNvSpPr/>
              <p:nvPr/>
            </p:nvSpPr>
            <p:spPr>
              <a:xfrm>
                <a:off x="2545961" y="3837931"/>
                <a:ext cx="3014931" cy="881780"/>
              </a:xfrm>
              <a:custGeom>
                <a:avLst/>
                <a:gdLst/>
                <a:ahLst/>
                <a:cxnLst/>
                <a:rect l="0" t="0" r="r" b="b"/>
                <a:pathLst>
                  <a:path w="3014931" h="881780">
                    <a:moveTo>
                      <a:pt x="0" y="881780"/>
                    </a:moveTo>
                    <a:cubicBezTo>
                      <a:pt x="994927" y="873259"/>
                      <a:pt x="1989854" y="0"/>
                      <a:pt x="3014931" y="502930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36" name="SCHEM_path-0234"/>
              <p:cNvSpPr/>
              <p:nvPr/>
            </p:nvSpPr>
            <p:spPr>
              <a:xfrm>
                <a:off x="216000" y="3852000"/>
                <a:ext cx="589304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589304" h="1224000">
                    <a:moveTo>
                      <a:pt x="13304" y="0"/>
                    </a:moveTo>
                    <a:cubicBezTo>
                      <a:pt x="589304" y="216000"/>
                      <a:pt x="0" y="835200"/>
                      <a:pt x="192947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37" name="SCHEM_path-0235"/>
              <p:cNvSpPr/>
              <p:nvPr/>
            </p:nvSpPr>
            <p:spPr>
              <a:xfrm>
                <a:off x="216000" y="3852000"/>
                <a:ext cx="589304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589304" h="1224000">
                    <a:moveTo>
                      <a:pt x="13304" y="0"/>
                    </a:moveTo>
                    <a:cubicBezTo>
                      <a:pt x="589304" y="216000"/>
                      <a:pt x="0" y="835200"/>
                      <a:pt x="192947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38" name="SCHEM_path-0236"/>
              <p:cNvSpPr/>
              <p:nvPr/>
            </p:nvSpPr>
            <p:spPr>
              <a:xfrm>
                <a:off x="216000" y="3852000"/>
                <a:ext cx="994149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994149" h="1224000">
                    <a:moveTo>
                      <a:pt x="418149" y="0"/>
                    </a:moveTo>
                    <a:cubicBezTo>
                      <a:pt x="994149" y="216000"/>
                      <a:pt x="0" y="835200"/>
                      <a:pt x="216948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39" name="SCHEM_path-0237"/>
              <p:cNvSpPr/>
              <p:nvPr/>
            </p:nvSpPr>
            <p:spPr>
              <a:xfrm>
                <a:off x="216000" y="3852000"/>
                <a:ext cx="994149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994149" h="1224000">
                    <a:moveTo>
                      <a:pt x="418149" y="0"/>
                    </a:moveTo>
                    <a:cubicBezTo>
                      <a:pt x="994149" y="216000"/>
                      <a:pt x="0" y="835200"/>
                      <a:pt x="216948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40" name="SCHEM_path-0238"/>
              <p:cNvSpPr/>
              <p:nvPr/>
            </p:nvSpPr>
            <p:spPr>
              <a:xfrm>
                <a:off x="381674" y="3852000"/>
                <a:ext cx="1245896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245896" h="1224000">
                    <a:moveTo>
                      <a:pt x="669896" y="0"/>
                    </a:moveTo>
                    <a:cubicBezTo>
                      <a:pt x="1245896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41" name="SCHEM_path-0239"/>
              <p:cNvSpPr/>
              <p:nvPr/>
            </p:nvSpPr>
            <p:spPr>
              <a:xfrm>
                <a:off x="381674" y="3852000"/>
                <a:ext cx="1245896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245896" h="1224000">
                    <a:moveTo>
                      <a:pt x="669896" y="0"/>
                    </a:moveTo>
                    <a:cubicBezTo>
                      <a:pt x="1245896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42" name="SCHEM_path-0240"/>
              <p:cNvSpPr/>
              <p:nvPr/>
            </p:nvSpPr>
            <p:spPr>
              <a:xfrm>
                <a:off x="1344266" y="3852000"/>
                <a:ext cx="665419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665419" h="1224000">
                    <a:moveTo>
                      <a:pt x="89419" y="0"/>
                    </a:moveTo>
                    <a:cubicBezTo>
                      <a:pt x="665419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43" name="SCHEM_path-0241"/>
              <p:cNvSpPr/>
              <p:nvPr/>
            </p:nvSpPr>
            <p:spPr>
              <a:xfrm>
                <a:off x="1344266" y="3852000"/>
                <a:ext cx="665419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665419" h="1224000">
                    <a:moveTo>
                      <a:pt x="89419" y="0"/>
                    </a:moveTo>
                    <a:cubicBezTo>
                      <a:pt x="665419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44" name="SCHEM_path-0242"/>
              <p:cNvSpPr/>
              <p:nvPr/>
            </p:nvSpPr>
            <p:spPr>
              <a:xfrm>
                <a:off x="375016" y="3852000"/>
                <a:ext cx="2039541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2039541" h="1224000">
                    <a:moveTo>
                      <a:pt x="1463541" y="0"/>
                    </a:moveTo>
                    <a:cubicBezTo>
                      <a:pt x="2039541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45" name="SCHEM_path-0243"/>
              <p:cNvSpPr/>
              <p:nvPr/>
            </p:nvSpPr>
            <p:spPr>
              <a:xfrm>
                <a:off x="375016" y="3852000"/>
                <a:ext cx="2039541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2039541" h="1224000">
                    <a:moveTo>
                      <a:pt x="1463541" y="0"/>
                    </a:moveTo>
                    <a:cubicBezTo>
                      <a:pt x="2039541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46" name="SCHEM_path-0244"/>
              <p:cNvSpPr/>
              <p:nvPr/>
            </p:nvSpPr>
            <p:spPr>
              <a:xfrm>
                <a:off x="2140083" y="3852000"/>
                <a:ext cx="662777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662777" h="1224000">
                    <a:moveTo>
                      <a:pt x="86777" y="0"/>
                    </a:moveTo>
                    <a:cubicBezTo>
                      <a:pt x="662777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47" name="SCHEM_path-0245"/>
              <p:cNvSpPr/>
              <p:nvPr/>
            </p:nvSpPr>
            <p:spPr>
              <a:xfrm>
                <a:off x="2140083" y="3852000"/>
                <a:ext cx="662777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662777" h="1224000">
                    <a:moveTo>
                      <a:pt x="86777" y="0"/>
                    </a:moveTo>
                    <a:cubicBezTo>
                      <a:pt x="662777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48" name="SCHEM_path-0246"/>
              <p:cNvSpPr/>
              <p:nvPr/>
            </p:nvSpPr>
            <p:spPr>
              <a:xfrm>
                <a:off x="1061776" y="3852000"/>
                <a:ext cx="2086578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2086578" h="1224000">
                    <a:moveTo>
                      <a:pt x="1510578" y="0"/>
                    </a:moveTo>
                    <a:cubicBezTo>
                      <a:pt x="2086578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49" name="SCHEM_path-0247"/>
              <p:cNvSpPr/>
              <p:nvPr/>
            </p:nvSpPr>
            <p:spPr>
              <a:xfrm>
                <a:off x="1061776" y="3852000"/>
                <a:ext cx="2086578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2086578" h="1224000">
                    <a:moveTo>
                      <a:pt x="1510578" y="0"/>
                    </a:moveTo>
                    <a:cubicBezTo>
                      <a:pt x="2086578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50" name="SCHEM_path-0248"/>
              <p:cNvSpPr/>
              <p:nvPr/>
            </p:nvSpPr>
            <p:spPr>
              <a:xfrm>
                <a:off x="1459841" y="3852000"/>
                <a:ext cx="2074867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2074867" h="1224000">
                    <a:moveTo>
                      <a:pt x="1498867" y="0"/>
                    </a:moveTo>
                    <a:cubicBezTo>
                      <a:pt x="2074867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51" name="SCHEM_path-0249"/>
              <p:cNvSpPr/>
              <p:nvPr/>
            </p:nvSpPr>
            <p:spPr>
              <a:xfrm>
                <a:off x="1459841" y="3852000"/>
                <a:ext cx="2074867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2074867" h="1224000">
                    <a:moveTo>
                      <a:pt x="1498867" y="0"/>
                    </a:moveTo>
                    <a:cubicBezTo>
                      <a:pt x="2074867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52" name="SCHEM_path-0250"/>
              <p:cNvSpPr/>
              <p:nvPr/>
            </p:nvSpPr>
            <p:spPr>
              <a:xfrm>
                <a:off x="3374668" y="3852000"/>
                <a:ext cx="1069619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069619" h="1224000">
                    <a:moveTo>
                      <a:pt x="0" y="0"/>
                    </a:moveTo>
                    <a:cubicBezTo>
                      <a:pt x="576000" y="216000"/>
                      <a:pt x="457619" y="835200"/>
                      <a:pt x="1069619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53" name="SCHEM_path-0251"/>
              <p:cNvSpPr/>
              <p:nvPr/>
            </p:nvSpPr>
            <p:spPr>
              <a:xfrm>
                <a:off x="3374668" y="3852000"/>
                <a:ext cx="1069619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069619" h="1224000">
                    <a:moveTo>
                      <a:pt x="0" y="0"/>
                    </a:moveTo>
                    <a:cubicBezTo>
                      <a:pt x="576000" y="216000"/>
                      <a:pt x="457619" y="835200"/>
                      <a:pt x="1069619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54" name="SCHEM_path-0252"/>
              <p:cNvSpPr/>
              <p:nvPr/>
            </p:nvSpPr>
            <p:spPr>
              <a:xfrm>
                <a:off x="2661605" y="3852000"/>
                <a:ext cx="1671783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671783" h="1224000">
                    <a:moveTo>
                      <a:pt x="1095783" y="0"/>
                    </a:moveTo>
                    <a:cubicBezTo>
                      <a:pt x="1671783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55" name="SCHEM_path-0253"/>
              <p:cNvSpPr/>
              <p:nvPr/>
            </p:nvSpPr>
            <p:spPr>
              <a:xfrm>
                <a:off x="2661605" y="3852000"/>
                <a:ext cx="1671783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671783" h="1224000">
                    <a:moveTo>
                      <a:pt x="1095783" y="0"/>
                    </a:moveTo>
                    <a:cubicBezTo>
                      <a:pt x="1671783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56" name="SCHEM_path-0254"/>
              <p:cNvSpPr/>
              <p:nvPr/>
            </p:nvSpPr>
            <p:spPr>
              <a:xfrm>
                <a:off x="4123466" y="3852000"/>
                <a:ext cx="1021210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021210" h="1224000">
                    <a:moveTo>
                      <a:pt x="0" y="0"/>
                    </a:moveTo>
                    <a:cubicBezTo>
                      <a:pt x="576000" y="216000"/>
                      <a:pt x="409210" y="835200"/>
                      <a:pt x="102121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57" name="SCHEM_path-0255"/>
              <p:cNvSpPr/>
              <p:nvPr/>
            </p:nvSpPr>
            <p:spPr>
              <a:xfrm>
                <a:off x="4123466" y="3852000"/>
                <a:ext cx="1021210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021210" h="1224000">
                    <a:moveTo>
                      <a:pt x="0" y="0"/>
                    </a:moveTo>
                    <a:cubicBezTo>
                      <a:pt x="576000" y="216000"/>
                      <a:pt x="409210" y="835200"/>
                      <a:pt x="102121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58" name="SCHEM_path-0256"/>
              <p:cNvSpPr/>
              <p:nvPr/>
            </p:nvSpPr>
            <p:spPr>
              <a:xfrm>
                <a:off x="3362119" y="3852000"/>
                <a:ext cx="1753230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753230" h="1224000">
                    <a:moveTo>
                      <a:pt x="1177230" y="0"/>
                    </a:moveTo>
                    <a:cubicBezTo>
                      <a:pt x="1753230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59" name="SCHEM_path-0257"/>
              <p:cNvSpPr/>
              <p:nvPr/>
            </p:nvSpPr>
            <p:spPr>
              <a:xfrm>
                <a:off x="3362119" y="3852000"/>
                <a:ext cx="1753230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753230" h="1224000">
                    <a:moveTo>
                      <a:pt x="1177230" y="0"/>
                    </a:moveTo>
                    <a:cubicBezTo>
                      <a:pt x="1753230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60" name="SCHEM_path-0258"/>
              <p:cNvSpPr/>
              <p:nvPr/>
            </p:nvSpPr>
            <p:spPr>
              <a:xfrm>
                <a:off x="4165779" y="3852000"/>
                <a:ext cx="1364606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364606" h="1224000">
                    <a:moveTo>
                      <a:pt x="788606" y="0"/>
                    </a:moveTo>
                    <a:cubicBezTo>
                      <a:pt x="1364606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61" name="SCHEM_path-0259"/>
              <p:cNvSpPr/>
              <p:nvPr/>
            </p:nvSpPr>
            <p:spPr>
              <a:xfrm>
                <a:off x="4165779" y="3852000"/>
                <a:ext cx="1364606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364606" h="1224000">
                    <a:moveTo>
                      <a:pt x="788606" y="0"/>
                    </a:moveTo>
                    <a:cubicBezTo>
                      <a:pt x="1364606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62" name="SCHEM_path-0260"/>
              <p:cNvSpPr/>
              <p:nvPr/>
            </p:nvSpPr>
            <p:spPr>
              <a:xfrm>
                <a:off x="4760256" y="3852000"/>
                <a:ext cx="1164242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164242" h="1224000">
                    <a:moveTo>
                      <a:pt x="588242" y="0"/>
                    </a:moveTo>
                    <a:cubicBezTo>
                      <a:pt x="1164242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63" name="SCHEM_path-0261"/>
              <p:cNvSpPr/>
              <p:nvPr/>
            </p:nvSpPr>
            <p:spPr>
              <a:xfrm>
                <a:off x="4760256" y="3852000"/>
                <a:ext cx="1164242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164242" h="1224000">
                    <a:moveTo>
                      <a:pt x="588242" y="0"/>
                    </a:moveTo>
                    <a:cubicBezTo>
                      <a:pt x="1164242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64" name="SCHEM_path-0262"/>
              <p:cNvSpPr/>
              <p:nvPr/>
            </p:nvSpPr>
            <p:spPr>
              <a:xfrm>
                <a:off x="4395697" y="3852000"/>
                <a:ext cx="1864966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864966" h="1224000">
                    <a:moveTo>
                      <a:pt x="1288966" y="0"/>
                    </a:moveTo>
                    <a:cubicBezTo>
                      <a:pt x="1864966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65" name="SCHEM_path-0263"/>
              <p:cNvSpPr/>
              <p:nvPr/>
            </p:nvSpPr>
            <p:spPr>
              <a:xfrm>
                <a:off x="4395697" y="3852000"/>
                <a:ext cx="1864966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864966" h="1224000">
                    <a:moveTo>
                      <a:pt x="1288966" y="0"/>
                    </a:moveTo>
                    <a:cubicBezTo>
                      <a:pt x="1864966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66" name="SCHEM_path-0264"/>
              <p:cNvSpPr/>
              <p:nvPr/>
            </p:nvSpPr>
            <p:spPr>
              <a:xfrm>
                <a:off x="6056389" y="3852000"/>
                <a:ext cx="678747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678747" h="1224000">
                    <a:moveTo>
                      <a:pt x="0" y="0"/>
                    </a:moveTo>
                    <a:cubicBezTo>
                      <a:pt x="576000" y="216000"/>
                      <a:pt x="66747" y="835200"/>
                      <a:pt x="678747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67" name="SCHEM_path-0265"/>
              <p:cNvSpPr/>
              <p:nvPr/>
            </p:nvSpPr>
            <p:spPr>
              <a:xfrm>
                <a:off x="6056389" y="3852000"/>
                <a:ext cx="678747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678747" h="1224000">
                    <a:moveTo>
                      <a:pt x="0" y="0"/>
                    </a:moveTo>
                    <a:cubicBezTo>
                      <a:pt x="576000" y="216000"/>
                      <a:pt x="66747" y="835200"/>
                      <a:pt x="678747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68" name="SCHEM_path-0266"/>
              <p:cNvSpPr/>
              <p:nvPr/>
            </p:nvSpPr>
            <p:spPr>
              <a:xfrm>
                <a:off x="6348942" y="3852000"/>
                <a:ext cx="694652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694652" h="1224000">
                    <a:moveTo>
                      <a:pt x="118652" y="0"/>
                    </a:moveTo>
                    <a:cubicBezTo>
                      <a:pt x="694652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69" name="SCHEM_path-0267"/>
              <p:cNvSpPr/>
              <p:nvPr/>
            </p:nvSpPr>
            <p:spPr>
              <a:xfrm>
                <a:off x="6348942" y="3852000"/>
                <a:ext cx="694652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694652" h="1224000">
                    <a:moveTo>
                      <a:pt x="118652" y="0"/>
                    </a:moveTo>
                    <a:cubicBezTo>
                      <a:pt x="694652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70" name="SCHEM_path-0268"/>
              <p:cNvSpPr/>
              <p:nvPr/>
            </p:nvSpPr>
            <p:spPr>
              <a:xfrm>
                <a:off x="6070336" y="3852000"/>
                <a:ext cx="1399056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399056" h="1224000">
                    <a:moveTo>
                      <a:pt x="823056" y="0"/>
                    </a:moveTo>
                    <a:cubicBezTo>
                      <a:pt x="1399056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71" name="SCHEM_path-0269"/>
              <p:cNvSpPr/>
              <p:nvPr/>
            </p:nvSpPr>
            <p:spPr>
              <a:xfrm>
                <a:off x="6070336" y="3852000"/>
                <a:ext cx="1399056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399056" h="1224000">
                    <a:moveTo>
                      <a:pt x="823056" y="0"/>
                    </a:moveTo>
                    <a:cubicBezTo>
                      <a:pt x="1399056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72" name="SCHEM_path-0270"/>
              <p:cNvSpPr/>
              <p:nvPr/>
            </p:nvSpPr>
            <p:spPr>
              <a:xfrm>
                <a:off x="7124898" y="3852000"/>
                <a:ext cx="709462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709462" h="1224000">
                    <a:moveTo>
                      <a:pt x="133462" y="0"/>
                    </a:moveTo>
                    <a:cubicBezTo>
                      <a:pt x="709462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73" name="SCHEM_path-0271"/>
              <p:cNvSpPr/>
              <p:nvPr/>
            </p:nvSpPr>
            <p:spPr>
              <a:xfrm>
                <a:off x="7124898" y="3852000"/>
                <a:ext cx="709462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709462" h="1224000">
                    <a:moveTo>
                      <a:pt x="133462" y="0"/>
                    </a:moveTo>
                    <a:cubicBezTo>
                      <a:pt x="709462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74" name="SCHEM_path-0272"/>
              <p:cNvSpPr/>
              <p:nvPr/>
            </p:nvSpPr>
            <p:spPr>
              <a:xfrm>
                <a:off x="6748672" y="3852000"/>
                <a:ext cx="1483992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483992" h="1224000">
                    <a:moveTo>
                      <a:pt x="907992" y="0"/>
                    </a:moveTo>
                    <a:cubicBezTo>
                      <a:pt x="1483992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75" name="SCHEM_path-0273"/>
              <p:cNvSpPr/>
              <p:nvPr/>
            </p:nvSpPr>
            <p:spPr>
              <a:xfrm>
                <a:off x="6748672" y="3852000"/>
                <a:ext cx="1483992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483992" h="1224000">
                    <a:moveTo>
                      <a:pt x="907992" y="0"/>
                    </a:moveTo>
                    <a:cubicBezTo>
                      <a:pt x="1483992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76" name="SCHEM_path-0274"/>
              <p:cNvSpPr/>
              <p:nvPr/>
            </p:nvSpPr>
            <p:spPr>
              <a:xfrm>
                <a:off x="6937373" y="3852000"/>
                <a:ext cx="1465027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465027" h="1224000">
                    <a:moveTo>
                      <a:pt x="1076105" y="0"/>
                    </a:moveTo>
                    <a:cubicBezTo>
                      <a:pt x="1465027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77" name="SCHEM_path-0275"/>
              <p:cNvSpPr/>
              <p:nvPr/>
            </p:nvSpPr>
            <p:spPr>
              <a:xfrm>
                <a:off x="6937373" y="3852000"/>
                <a:ext cx="1465027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465027" h="1224000">
                    <a:moveTo>
                      <a:pt x="1076105" y="0"/>
                    </a:moveTo>
                    <a:cubicBezTo>
                      <a:pt x="1465027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78" name="SCHEM_rect-0276"/>
              <p:cNvSpPr/>
              <p:nvPr/>
            </p:nvSpPr>
            <p:spPr>
              <a:xfrm>
                <a:off x="208800" y="5097600"/>
                <a:ext cx="8200800" cy="187200"/>
              </a:xfrm>
              <a:prstGeom prst="rect">
                <a:avLst/>
              </a:prstGeom>
              <a:solidFill>
                <a:srgbClr val="C0C0BE"/>
              </a:solidFill>
              <a:ln w="8640" cap="flat">
                <a:solidFill>
                  <a:srgbClr val="656565"/>
                </a:solidFill>
              </a:ln>
              <a:effectLst/>
            </p:spPr>
          </p:sp>
        </p:grpSp>
        <p:cxnSp>
          <p:nvCxnSpPr>
            <p:cNvPr id="279" name="SCHEM_line-0277"/>
            <p:cNvCxnSpPr/>
            <p:nvPr/>
          </p:nvCxnSpPr>
          <p:spPr>
            <a:xfrm>
              <a:off x="489600" y="1519200"/>
              <a:ext cx="1209600" cy="2289600"/>
            </a:xfrm>
            <a:prstGeom prst="line">
              <a:avLst/>
            </a:prstGeom>
            <a:noFill/>
            <a:ln w="21600" cap="flat">
              <a:solidFill>
                <a:srgbClr val="F0B32D"/>
              </a:solidFill>
              <a:tailEnd type="triangle" w="med" len="med"/>
            </a:ln>
            <a:effectLst/>
          </p:spPr>
        </p:cxnSp>
        <p:cxnSp>
          <p:nvCxnSpPr>
            <p:cNvPr id="280" name="SCHEM_line-0278"/>
            <p:cNvCxnSpPr/>
            <p:nvPr/>
          </p:nvCxnSpPr>
          <p:spPr>
            <a:xfrm>
              <a:off x="784800" y="1519200"/>
              <a:ext cx="1216800" cy="2289600"/>
            </a:xfrm>
            <a:prstGeom prst="line">
              <a:avLst/>
            </a:prstGeom>
            <a:noFill/>
            <a:ln w="21600" cap="flat">
              <a:solidFill>
                <a:srgbClr val="F0B32D"/>
              </a:solidFill>
              <a:tailEnd type="triangle" w="med" len="med"/>
            </a:ln>
            <a:effectLst/>
          </p:spPr>
        </p:cxnSp>
        <p:cxnSp>
          <p:nvCxnSpPr>
            <p:cNvPr id="281" name="SCHEM_line-0279"/>
            <p:cNvCxnSpPr/>
            <p:nvPr/>
          </p:nvCxnSpPr>
          <p:spPr>
            <a:xfrm>
              <a:off x="1080000" y="1519200"/>
              <a:ext cx="1231200" cy="2289600"/>
            </a:xfrm>
            <a:prstGeom prst="line">
              <a:avLst/>
            </a:prstGeom>
            <a:noFill/>
            <a:ln w="21600" cap="flat">
              <a:solidFill>
                <a:srgbClr val="F0B32D"/>
              </a:solidFill>
              <a:tailEnd type="triangle" w="med" len="med"/>
            </a:ln>
            <a:effectLst/>
          </p:spPr>
        </p:cxnSp>
        <p:cxnSp>
          <p:nvCxnSpPr>
            <p:cNvPr id="282" name="SCHEM_line-0280"/>
            <p:cNvCxnSpPr/>
            <p:nvPr/>
          </p:nvCxnSpPr>
          <p:spPr>
            <a:xfrm>
              <a:off x="1368000" y="1519200"/>
              <a:ext cx="1252800" cy="2289600"/>
            </a:xfrm>
            <a:prstGeom prst="line">
              <a:avLst/>
            </a:prstGeom>
            <a:noFill/>
            <a:ln w="21600" cap="flat">
              <a:solidFill>
                <a:srgbClr val="F0B32D"/>
              </a:solidFill>
              <a:tailEnd type="triangle" w="med" len="med"/>
            </a:ln>
            <a:effectLst/>
          </p:spPr>
        </p:cxnSp>
        <p:cxnSp>
          <p:nvCxnSpPr>
            <p:cNvPr id="283" name="SCHEM_line-0281"/>
            <p:cNvCxnSpPr/>
            <p:nvPr/>
          </p:nvCxnSpPr>
          <p:spPr>
            <a:xfrm flipV="1">
              <a:off x="2044800" y="2016000"/>
              <a:ext cx="871200" cy="1814400"/>
            </a:xfrm>
            <a:prstGeom prst="line">
              <a:avLst/>
            </a:prstGeom>
            <a:noFill/>
            <a:ln w="15120" cap="flat">
              <a:solidFill>
                <a:srgbClr val="F0B32D"/>
              </a:solidFill>
              <a:prstDash val="dash"/>
              <a:tailEnd type="triangle" w="med" len="med"/>
            </a:ln>
            <a:effectLst/>
          </p:spPr>
        </p:cxnSp>
        <p:cxnSp>
          <p:nvCxnSpPr>
            <p:cNvPr id="284" name="SCHEM_line-0282"/>
            <p:cNvCxnSpPr/>
            <p:nvPr/>
          </p:nvCxnSpPr>
          <p:spPr>
            <a:xfrm flipV="1">
              <a:off x="2376000" y="2016000"/>
              <a:ext cx="864000" cy="1814400"/>
            </a:xfrm>
            <a:prstGeom prst="line">
              <a:avLst/>
            </a:prstGeom>
            <a:noFill/>
            <a:ln w="15120" cap="flat">
              <a:solidFill>
                <a:srgbClr val="F0B32D"/>
              </a:solidFill>
              <a:prstDash val="dash"/>
              <a:tailEnd type="triangle" w="med" len="med"/>
            </a:ln>
            <a:effectLst/>
          </p:spPr>
        </p:cxnSp>
        <p:cxnSp>
          <p:nvCxnSpPr>
            <p:cNvPr id="285" name="SCHEM_line-0283"/>
            <p:cNvCxnSpPr/>
            <p:nvPr/>
          </p:nvCxnSpPr>
          <p:spPr>
            <a:xfrm flipV="1">
              <a:off x="2692800" y="2016000"/>
              <a:ext cx="871200" cy="1814400"/>
            </a:xfrm>
            <a:prstGeom prst="line">
              <a:avLst/>
            </a:prstGeom>
            <a:noFill/>
            <a:ln w="15120" cap="flat">
              <a:solidFill>
                <a:srgbClr val="F0B32D"/>
              </a:solidFill>
              <a:prstDash val="dash"/>
              <a:tailEnd type="triangle" w="med" len="med"/>
            </a:ln>
            <a:effectLst/>
          </p:spPr>
        </p:cxnSp>
        <p:sp>
          <p:nvSpPr>
            <p:cNvPr id="286" name="SCHEM_path-0284"/>
            <p:cNvSpPr/>
            <p:nvPr/>
          </p:nvSpPr>
          <p:spPr>
            <a:xfrm>
              <a:off x="4968000" y="1929600"/>
              <a:ext cx="201600" cy="1900800"/>
            </a:xfrm>
            <a:custGeom>
              <a:avLst/>
              <a:gdLst/>
              <a:ahLst/>
              <a:cxnLst/>
              <a:rect l="0" t="0" r="r" b="b"/>
              <a:pathLst>
                <a:path w="201600" h="1900800">
                  <a:moveTo>
                    <a:pt x="100800" y="1900800"/>
                  </a:moveTo>
                  <a:cubicBezTo>
                    <a:pt x="201600" y="1758240"/>
                    <a:pt x="201600" y="1568160"/>
                    <a:pt x="100800" y="1425600"/>
                  </a:cubicBezTo>
                  <a:cubicBezTo>
                    <a:pt x="0" y="1283040"/>
                    <a:pt x="0" y="1092960"/>
                    <a:pt x="100800" y="950400"/>
                  </a:cubicBezTo>
                  <a:cubicBezTo>
                    <a:pt x="201600" y="807840"/>
                    <a:pt x="201600" y="617760"/>
                    <a:pt x="100800" y="475200"/>
                  </a:cubicBezTo>
                  <a:cubicBezTo>
                    <a:pt x="0" y="332640"/>
                    <a:pt x="0" y="142560"/>
                    <a:pt x="100800" y="0"/>
                  </a:cubicBezTo>
                </a:path>
              </a:pathLst>
            </a:custGeom>
            <a:noFill/>
            <a:ln w="28800" cap="flat">
              <a:solidFill>
                <a:srgbClr val="DE6F70"/>
              </a:solidFill>
            </a:ln>
            <a:effectLst/>
          </p:spPr>
        </p:sp>
        <p:cxnSp>
          <p:nvCxnSpPr>
            <p:cNvPr id="287" name="SCHEM_line-0285"/>
            <p:cNvCxnSpPr/>
            <p:nvPr/>
          </p:nvCxnSpPr>
          <p:spPr>
            <a:xfrm flipV="1">
              <a:off x="5068800" y="1864800"/>
              <a:ext cx="1" cy="79200"/>
            </a:xfrm>
            <a:prstGeom prst="line">
              <a:avLst/>
            </a:prstGeom>
            <a:noFill/>
            <a:ln w="28800" cap="flat">
              <a:solidFill>
                <a:srgbClr val="DE6F70"/>
              </a:solidFill>
              <a:tailEnd type="triangle" w="med" len="med"/>
            </a:ln>
            <a:effectLst/>
          </p:spPr>
        </p:cxnSp>
        <p:sp>
          <p:nvSpPr>
            <p:cNvPr id="288" name="SCHEM_path-0286"/>
            <p:cNvSpPr/>
            <p:nvPr/>
          </p:nvSpPr>
          <p:spPr>
            <a:xfrm>
              <a:off x="5320800" y="1929600"/>
              <a:ext cx="201600" cy="1900800"/>
            </a:xfrm>
            <a:custGeom>
              <a:avLst/>
              <a:gdLst/>
              <a:ahLst/>
              <a:cxnLst/>
              <a:rect l="0" t="0" r="r" b="b"/>
              <a:pathLst>
                <a:path w="201600" h="1900800">
                  <a:moveTo>
                    <a:pt x="100800" y="1900800"/>
                  </a:moveTo>
                  <a:cubicBezTo>
                    <a:pt x="201600" y="1758240"/>
                    <a:pt x="201600" y="1568160"/>
                    <a:pt x="100800" y="1425600"/>
                  </a:cubicBezTo>
                  <a:cubicBezTo>
                    <a:pt x="0" y="1283040"/>
                    <a:pt x="0" y="1092960"/>
                    <a:pt x="100800" y="950400"/>
                  </a:cubicBezTo>
                  <a:cubicBezTo>
                    <a:pt x="201600" y="807840"/>
                    <a:pt x="201600" y="617760"/>
                    <a:pt x="100800" y="475200"/>
                  </a:cubicBezTo>
                  <a:cubicBezTo>
                    <a:pt x="0" y="332640"/>
                    <a:pt x="0" y="142560"/>
                    <a:pt x="100800" y="0"/>
                  </a:cubicBezTo>
                </a:path>
              </a:pathLst>
            </a:custGeom>
            <a:noFill/>
            <a:ln w="28800" cap="flat">
              <a:solidFill>
                <a:srgbClr val="DE6F70"/>
              </a:solidFill>
            </a:ln>
            <a:effectLst/>
          </p:spPr>
        </p:sp>
        <p:cxnSp>
          <p:nvCxnSpPr>
            <p:cNvPr id="289" name="SCHEM_line-0287"/>
            <p:cNvCxnSpPr/>
            <p:nvPr/>
          </p:nvCxnSpPr>
          <p:spPr>
            <a:xfrm flipV="1">
              <a:off x="5421600" y="1864800"/>
              <a:ext cx="1" cy="79200"/>
            </a:xfrm>
            <a:prstGeom prst="line">
              <a:avLst/>
            </a:prstGeom>
            <a:noFill/>
            <a:ln w="28800" cap="flat">
              <a:solidFill>
                <a:srgbClr val="DE6F70"/>
              </a:solidFill>
              <a:tailEnd type="triangle" w="med" len="med"/>
            </a:ln>
            <a:effectLst/>
          </p:spPr>
        </p:cxnSp>
        <p:sp>
          <p:nvSpPr>
            <p:cNvPr id="290" name="SCHEM_path-0288"/>
            <p:cNvSpPr/>
            <p:nvPr/>
          </p:nvSpPr>
          <p:spPr>
            <a:xfrm>
              <a:off x="5673600" y="1929600"/>
              <a:ext cx="201600" cy="1900800"/>
            </a:xfrm>
            <a:custGeom>
              <a:avLst/>
              <a:gdLst/>
              <a:ahLst/>
              <a:cxnLst/>
              <a:rect l="0" t="0" r="r" b="b"/>
              <a:pathLst>
                <a:path w="201600" h="1900800">
                  <a:moveTo>
                    <a:pt x="100800" y="1900800"/>
                  </a:moveTo>
                  <a:cubicBezTo>
                    <a:pt x="201600" y="1758240"/>
                    <a:pt x="201600" y="1568160"/>
                    <a:pt x="100800" y="1425600"/>
                  </a:cubicBezTo>
                  <a:cubicBezTo>
                    <a:pt x="0" y="1283040"/>
                    <a:pt x="0" y="1092960"/>
                    <a:pt x="100800" y="950400"/>
                  </a:cubicBezTo>
                  <a:cubicBezTo>
                    <a:pt x="201600" y="807840"/>
                    <a:pt x="201600" y="617760"/>
                    <a:pt x="100800" y="475200"/>
                  </a:cubicBezTo>
                  <a:cubicBezTo>
                    <a:pt x="0" y="332640"/>
                    <a:pt x="0" y="142560"/>
                    <a:pt x="100800" y="0"/>
                  </a:cubicBezTo>
                </a:path>
              </a:pathLst>
            </a:custGeom>
            <a:noFill/>
            <a:ln w="28800" cap="flat">
              <a:solidFill>
                <a:srgbClr val="DE6F70"/>
              </a:solidFill>
            </a:ln>
            <a:effectLst/>
          </p:spPr>
        </p:sp>
        <p:cxnSp>
          <p:nvCxnSpPr>
            <p:cNvPr id="291" name="SCHEM_line-0289"/>
            <p:cNvCxnSpPr/>
            <p:nvPr/>
          </p:nvCxnSpPr>
          <p:spPr>
            <a:xfrm flipV="1">
              <a:off x="5774400" y="1864800"/>
              <a:ext cx="1" cy="79200"/>
            </a:xfrm>
            <a:prstGeom prst="line">
              <a:avLst/>
            </a:prstGeom>
            <a:noFill/>
            <a:ln w="28800" cap="flat">
              <a:solidFill>
                <a:srgbClr val="DE6F70"/>
              </a:solidFill>
              <a:tailEnd type="triangle" w="med" len="med"/>
            </a:ln>
            <a:effectLst/>
          </p:spPr>
        </p:cxnSp>
        <p:sp>
          <p:nvSpPr>
            <p:cNvPr id="292" name="SCHEM_path-0290"/>
            <p:cNvSpPr/>
            <p:nvPr/>
          </p:nvSpPr>
          <p:spPr>
            <a:xfrm>
              <a:off x="7437600" y="2044800"/>
              <a:ext cx="201600" cy="1785600"/>
            </a:xfrm>
            <a:custGeom>
              <a:avLst/>
              <a:gdLst/>
              <a:ahLst/>
              <a:cxnLst/>
              <a:rect l="0" t="0" r="r" b="b"/>
              <a:pathLst>
                <a:path w="201600" h="1785600">
                  <a:moveTo>
                    <a:pt x="100800" y="1785600"/>
                  </a:moveTo>
                  <a:cubicBezTo>
                    <a:pt x="201600" y="1651680"/>
                    <a:pt x="201600" y="1473120"/>
                    <a:pt x="100800" y="1339200"/>
                  </a:cubicBezTo>
                  <a:cubicBezTo>
                    <a:pt x="0" y="1205280"/>
                    <a:pt x="0" y="1026720"/>
                    <a:pt x="100800" y="892800"/>
                  </a:cubicBezTo>
                  <a:cubicBezTo>
                    <a:pt x="201600" y="758880"/>
                    <a:pt x="201600" y="580320"/>
                    <a:pt x="100800" y="446400"/>
                  </a:cubicBezTo>
                  <a:cubicBezTo>
                    <a:pt x="0" y="312480"/>
                    <a:pt x="0" y="133920"/>
                    <a:pt x="100800" y="0"/>
                  </a:cubicBezTo>
                </a:path>
              </a:pathLst>
            </a:custGeom>
            <a:noFill/>
            <a:ln w="28800" cap="flat">
              <a:solidFill>
                <a:srgbClr val="DE6F70"/>
              </a:solidFill>
            </a:ln>
            <a:effectLst/>
          </p:spPr>
        </p:sp>
        <p:cxnSp>
          <p:nvCxnSpPr>
            <p:cNvPr id="293" name="SCHEM_line-0291"/>
            <p:cNvCxnSpPr/>
            <p:nvPr/>
          </p:nvCxnSpPr>
          <p:spPr>
            <a:xfrm flipV="1">
              <a:off x="7538400" y="1980000"/>
              <a:ext cx="1" cy="79200"/>
            </a:xfrm>
            <a:prstGeom prst="line">
              <a:avLst/>
            </a:prstGeom>
            <a:noFill/>
            <a:ln w="28800" cap="flat">
              <a:solidFill>
                <a:srgbClr val="DE6F70"/>
              </a:solidFill>
              <a:tailEnd type="triangle" w="med" len="med"/>
            </a:ln>
            <a:effectLst/>
          </p:spPr>
        </p:cxnSp>
        <p:sp>
          <p:nvSpPr>
            <p:cNvPr id="294" name="SCHEM_path-0292"/>
            <p:cNvSpPr/>
            <p:nvPr/>
          </p:nvSpPr>
          <p:spPr>
            <a:xfrm>
              <a:off x="7747200" y="2044800"/>
              <a:ext cx="201600" cy="1785600"/>
            </a:xfrm>
            <a:custGeom>
              <a:avLst/>
              <a:gdLst/>
              <a:ahLst/>
              <a:cxnLst/>
              <a:rect l="0" t="0" r="r" b="b"/>
              <a:pathLst>
                <a:path w="201600" h="1785600">
                  <a:moveTo>
                    <a:pt x="100800" y="1785600"/>
                  </a:moveTo>
                  <a:cubicBezTo>
                    <a:pt x="201600" y="1651680"/>
                    <a:pt x="201600" y="1473120"/>
                    <a:pt x="100800" y="1339200"/>
                  </a:cubicBezTo>
                  <a:cubicBezTo>
                    <a:pt x="0" y="1205280"/>
                    <a:pt x="0" y="1026720"/>
                    <a:pt x="100800" y="892800"/>
                  </a:cubicBezTo>
                  <a:cubicBezTo>
                    <a:pt x="201600" y="758880"/>
                    <a:pt x="201600" y="580320"/>
                    <a:pt x="100800" y="446400"/>
                  </a:cubicBezTo>
                  <a:cubicBezTo>
                    <a:pt x="0" y="312480"/>
                    <a:pt x="0" y="133920"/>
                    <a:pt x="100800" y="0"/>
                  </a:cubicBezTo>
                </a:path>
              </a:pathLst>
            </a:custGeom>
            <a:noFill/>
            <a:ln w="28800" cap="flat">
              <a:solidFill>
                <a:srgbClr val="DE6F70"/>
              </a:solidFill>
            </a:ln>
            <a:effectLst/>
          </p:spPr>
        </p:sp>
        <p:cxnSp>
          <p:nvCxnSpPr>
            <p:cNvPr id="295" name="SCHEM_line-0293"/>
            <p:cNvCxnSpPr/>
            <p:nvPr/>
          </p:nvCxnSpPr>
          <p:spPr>
            <a:xfrm flipV="1">
              <a:off x="7848000" y="1980000"/>
              <a:ext cx="1" cy="79200"/>
            </a:xfrm>
            <a:prstGeom prst="line">
              <a:avLst/>
            </a:prstGeom>
            <a:noFill/>
            <a:ln w="28800" cap="flat">
              <a:solidFill>
                <a:srgbClr val="DE6F70"/>
              </a:solidFill>
              <a:tailEnd type="triangle" w="med" len="med"/>
            </a:ln>
            <a:effectLst/>
          </p:spPr>
        </p:cxnSp>
        <p:sp>
          <p:nvSpPr>
            <p:cNvPr id="296" name="SCHEM_path-0294"/>
            <p:cNvSpPr/>
            <p:nvPr/>
          </p:nvSpPr>
          <p:spPr>
            <a:xfrm>
              <a:off x="8064000" y="2044800"/>
              <a:ext cx="201600" cy="1785600"/>
            </a:xfrm>
            <a:custGeom>
              <a:avLst/>
              <a:gdLst/>
              <a:ahLst/>
              <a:cxnLst/>
              <a:rect l="0" t="0" r="r" b="b"/>
              <a:pathLst>
                <a:path w="201600" h="1785600">
                  <a:moveTo>
                    <a:pt x="100800" y="1785600"/>
                  </a:moveTo>
                  <a:cubicBezTo>
                    <a:pt x="201600" y="1651680"/>
                    <a:pt x="201600" y="1473120"/>
                    <a:pt x="100800" y="1339200"/>
                  </a:cubicBezTo>
                  <a:cubicBezTo>
                    <a:pt x="0" y="1205280"/>
                    <a:pt x="0" y="1026720"/>
                    <a:pt x="100800" y="892800"/>
                  </a:cubicBezTo>
                  <a:cubicBezTo>
                    <a:pt x="201600" y="758880"/>
                    <a:pt x="201600" y="580320"/>
                    <a:pt x="100800" y="446400"/>
                  </a:cubicBezTo>
                  <a:cubicBezTo>
                    <a:pt x="0" y="312480"/>
                    <a:pt x="0" y="133920"/>
                    <a:pt x="100800" y="0"/>
                  </a:cubicBezTo>
                </a:path>
              </a:pathLst>
            </a:custGeom>
            <a:noFill/>
            <a:ln w="28800" cap="flat">
              <a:solidFill>
                <a:srgbClr val="DE6F70"/>
              </a:solidFill>
            </a:ln>
            <a:effectLst/>
          </p:spPr>
        </p:sp>
        <p:cxnSp>
          <p:nvCxnSpPr>
            <p:cNvPr id="297" name="SCHEM_line-0295"/>
            <p:cNvCxnSpPr/>
            <p:nvPr/>
          </p:nvCxnSpPr>
          <p:spPr>
            <a:xfrm flipV="1">
              <a:off x="8164800" y="1980000"/>
              <a:ext cx="1" cy="79200"/>
            </a:xfrm>
            <a:prstGeom prst="line">
              <a:avLst/>
            </a:prstGeom>
            <a:noFill/>
            <a:ln w="28800" cap="flat">
              <a:solidFill>
                <a:srgbClr val="DE6F70"/>
              </a:solidFill>
              <a:tailEnd type="triangle" w="med" len="med"/>
            </a:ln>
            <a:effectLst/>
          </p:spPr>
        </p:cxnSp>
        <p:grpSp>
          <p:nvGrpSpPr>
            <p:cNvPr id="298" name="SCHEM_fiber-particle-inset"/>
            <p:cNvGrpSpPr/>
            <p:nvPr/>
          </p:nvGrpSpPr>
          <p:grpSpPr>
            <a:xfrm>
              <a:off x="8877600" y="3837600"/>
              <a:ext cx="2420131" cy="1519200"/>
              <a:chOff x="8877600" y="3837600"/>
              <a:chExt cx="2420131" cy="1519200"/>
            </a:xfrm>
          </p:grpSpPr>
          <p:sp>
            <p:nvSpPr>
              <p:cNvPr id="299" name="SCHEM_rect-0297"/>
              <p:cNvSpPr/>
              <p:nvPr/>
            </p:nvSpPr>
            <p:spPr>
              <a:xfrm>
                <a:off x="8877600" y="3837600"/>
                <a:ext cx="2412000" cy="1519200"/>
              </a:xfrm>
              <a:prstGeom prst="rect">
                <a:avLst/>
              </a:prstGeom>
              <a:solidFill>
                <a:srgbClr val="F4F5F1"/>
              </a:solidFill>
              <a:ln w="10800" cap="flat">
                <a:solidFill>
                  <a:srgbClr val="333333"/>
                </a:solidFill>
                <a:prstDash val="dash"/>
              </a:ln>
              <a:effectLst/>
            </p:spPr>
          </p:sp>
          <p:sp>
            <p:nvSpPr>
              <p:cNvPr id="300" name="SCHEM_path-0298"/>
              <p:cNvSpPr/>
              <p:nvPr/>
            </p:nvSpPr>
            <p:spPr>
              <a:xfrm>
                <a:off x="8899501" y="4197385"/>
                <a:ext cx="510050" cy="573116"/>
              </a:xfrm>
              <a:custGeom>
                <a:avLst/>
                <a:gdLst/>
                <a:ahLst/>
                <a:cxnLst/>
                <a:rect l="0" t="0" r="r" b="b"/>
                <a:pathLst>
                  <a:path w="510050" h="573116">
                    <a:moveTo>
                      <a:pt x="506976" y="288215"/>
                    </a:moveTo>
                    <a:cubicBezTo>
                      <a:pt x="504842" y="340710"/>
                      <a:pt x="497795" y="396371"/>
                      <a:pt x="472544" y="440799"/>
                    </a:cubicBezTo>
                    <a:cubicBezTo>
                      <a:pt x="447293" y="485227"/>
                      <a:pt x="402169" y="536445"/>
                      <a:pt x="355470" y="554781"/>
                    </a:cubicBezTo>
                    <a:cubicBezTo>
                      <a:pt x="308772" y="573116"/>
                      <a:pt x="236644" y="571808"/>
                      <a:pt x="192352" y="550811"/>
                    </a:cubicBezTo>
                    <a:cubicBezTo>
                      <a:pt x="148061" y="529815"/>
                      <a:pt x="120696" y="472567"/>
                      <a:pt x="89722" y="428801"/>
                    </a:cubicBezTo>
                    <a:cubicBezTo>
                      <a:pt x="58747" y="385035"/>
                      <a:pt x="13010" y="340058"/>
                      <a:pt x="6505" y="288215"/>
                    </a:cubicBezTo>
                    <a:cubicBezTo>
                      <a:pt x="0" y="236371"/>
                      <a:pt x="17966" y="155819"/>
                      <a:pt x="50693" y="117739"/>
                    </a:cubicBezTo>
                    <a:cubicBezTo>
                      <a:pt x="83421" y="79660"/>
                      <a:pt x="151527" y="77526"/>
                      <a:pt x="202870" y="59738"/>
                    </a:cubicBezTo>
                    <a:cubicBezTo>
                      <a:pt x="254212" y="41951"/>
                      <a:pt x="311669" y="0"/>
                      <a:pt x="358748" y="11015"/>
                    </a:cubicBezTo>
                    <a:cubicBezTo>
                      <a:pt x="405828" y="22029"/>
                      <a:pt x="460641" y="79626"/>
                      <a:pt x="485346" y="125826"/>
                    </a:cubicBezTo>
                    <a:cubicBezTo>
                      <a:pt x="510050" y="172026"/>
                      <a:pt x="509110" y="235719"/>
                      <a:pt x="506976" y="288215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301" name="SCHEM_path-0299"/>
              <p:cNvSpPr/>
              <p:nvPr/>
            </p:nvSpPr>
            <p:spPr>
              <a:xfrm>
                <a:off x="9520303" y="3912677"/>
                <a:ext cx="551607" cy="405553"/>
              </a:xfrm>
              <a:custGeom>
                <a:avLst/>
                <a:gdLst/>
                <a:ahLst/>
                <a:cxnLst/>
                <a:rect l="0" t="0" r="r" b="b"/>
                <a:pathLst>
                  <a:path w="551607" h="405553">
                    <a:moveTo>
                      <a:pt x="551102" y="191323"/>
                    </a:moveTo>
                    <a:cubicBezTo>
                      <a:pt x="551607" y="226584"/>
                      <a:pt x="523409" y="263992"/>
                      <a:pt x="495640" y="297905"/>
                    </a:cubicBezTo>
                    <a:cubicBezTo>
                      <a:pt x="467871" y="331819"/>
                      <a:pt x="430993" y="384055"/>
                      <a:pt x="384490" y="394804"/>
                    </a:cubicBezTo>
                    <a:cubicBezTo>
                      <a:pt x="337988" y="405553"/>
                      <a:pt x="269232" y="376610"/>
                      <a:pt x="216626" y="362400"/>
                    </a:cubicBezTo>
                    <a:cubicBezTo>
                      <a:pt x="164020" y="348190"/>
                      <a:pt x="104843" y="338059"/>
                      <a:pt x="68854" y="309546"/>
                    </a:cubicBezTo>
                    <a:cubicBezTo>
                      <a:pt x="32864" y="281034"/>
                      <a:pt x="0" y="230368"/>
                      <a:pt x="689" y="191323"/>
                    </a:cubicBezTo>
                    <a:cubicBezTo>
                      <a:pt x="1377" y="152277"/>
                      <a:pt x="37825" y="105639"/>
                      <a:pt x="72985" y="75275"/>
                    </a:cubicBezTo>
                    <a:cubicBezTo>
                      <a:pt x="108145" y="44910"/>
                      <a:pt x="162166" y="18269"/>
                      <a:pt x="211646" y="9134"/>
                    </a:cubicBezTo>
                    <a:cubicBezTo>
                      <a:pt x="261127" y="0"/>
                      <a:pt x="323040" y="7601"/>
                      <a:pt x="369868" y="20468"/>
                    </a:cubicBezTo>
                    <a:cubicBezTo>
                      <a:pt x="416695" y="33335"/>
                      <a:pt x="462405" y="57860"/>
                      <a:pt x="492610" y="86335"/>
                    </a:cubicBezTo>
                    <a:cubicBezTo>
                      <a:pt x="522816" y="114811"/>
                      <a:pt x="550597" y="156061"/>
                      <a:pt x="551102" y="191323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302" name="SCHEM_path-0300"/>
              <p:cNvSpPr/>
              <p:nvPr/>
            </p:nvSpPr>
            <p:spPr>
              <a:xfrm>
                <a:off x="9985235" y="4554933"/>
                <a:ext cx="765221" cy="546812"/>
              </a:xfrm>
              <a:custGeom>
                <a:avLst/>
                <a:gdLst/>
                <a:ahLst/>
                <a:cxnLst/>
                <a:rect l="0" t="0" r="r" b="b"/>
                <a:pathLst>
                  <a:path w="765221" h="546812">
                    <a:moveTo>
                      <a:pt x="740717" y="261867"/>
                    </a:moveTo>
                    <a:cubicBezTo>
                      <a:pt x="738772" y="317948"/>
                      <a:pt x="750272" y="381502"/>
                      <a:pt x="712096" y="427183"/>
                    </a:cubicBezTo>
                    <a:cubicBezTo>
                      <a:pt x="673919" y="472863"/>
                      <a:pt x="584614" y="525082"/>
                      <a:pt x="511659" y="535947"/>
                    </a:cubicBezTo>
                    <a:cubicBezTo>
                      <a:pt x="438703" y="546812"/>
                      <a:pt x="348073" y="511835"/>
                      <a:pt x="274363" y="492372"/>
                    </a:cubicBezTo>
                    <a:cubicBezTo>
                      <a:pt x="200653" y="472909"/>
                      <a:pt x="109541" y="457586"/>
                      <a:pt x="69398" y="419169"/>
                    </a:cubicBezTo>
                    <a:cubicBezTo>
                      <a:pt x="29256" y="380751"/>
                      <a:pt x="38665" y="316889"/>
                      <a:pt x="33508" y="261867"/>
                    </a:cubicBezTo>
                    <a:cubicBezTo>
                      <a:pt x="28352" y="206844"/>
                      <a:pt x="0" y="131029"/>
                      <a:pt x="38460" y="89035"/>
                    </a:cubicBezTo>
                    <a:cubicBezTo>
                      <a:pt x="76921" y="47040"/>
                      <a:pt x="188684" y="19801"/>
                      <a:pt x="264270" y="9900"/>
                    </a:cubicBezTo>
                    <a:cubicBezTo>
                      <a:pt x="339857" y="0"/>
                      <a:pt x="415397" y="16167"/>
                      <a:pt x="491979" y="29632"/>
                    </a:cubicBezTo>
                    <a:cubicBezTo>
                      <a:pt x="568562" y="43098"/>
                      <a:pt x="682309" y="51987"/>
                      <a:pt x="723765" y="90693"/>
                    </a:cubicBezTo>
                    <a:cubicBezTo>
                      <a:pt x="765221" y="129399"/>
                      <a:pt x="742662" y="205785"/>
                      <a:pt x="740717" y="261867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303" name="SCHEM_path-0301"/>
              <p:cNvSpPr/>
              <p:nvPr/>
            </p:nvSpPr>
            <p:spPr>
              <a:xfrm>
                <a:off x="10654957" y="3988111"/>
                <a:ext cx="407741" cy="448336"/>
              </a:xfrm>
              <a:custGeom>
                <a:avLst/>
                <a:gdLst/>
                <a:ahLst/>
                <a:cxnLst/>
                <a:rect l="0" t="0" r="r" b="b"/>
                <a:pathLst>
                  <a:path w="407741" h="448336">
                    <a:moveTo>
                      <a:pt x="406880" y="231089"/>
                    </a:moveTo>
                    <a:cubicBezTo>
                      <a:pt x="407741" y="270161"/>
                      <a:pt x="391384" y="315823"/>
                      <a:pt x="370205" y="350316"/>
                    </a:cubicBezTo>
                    <a:cubicBezTo>
                      <a:pt x="349025" y="384809"/>
                      <a:pt x="314478" y="427762"/>
                      <a:pt x="279805" y="438049"/>
                    </a:cubicBezTo>
                    <a:cubicBezTo>
                      <a:pt x="245133" y="448336"/>
                      <a:pt x="198473" y="426413"/>
                      <a:pt x="162169" y="412037"/>
                    </a:cubicBezTo>
                    <a:cubicBezTo>
                      <a:pt x="125865" y="397662"/>
                      <a:pt x="88678" y="381953"/>
                      <a:pt x="61982" y="351795"/>
                    </a:cubicBezTo>
                    <a:cubicBezTo>
                      <a:pt x="35286" y="321637"/>
                      <a:pt x="0" y="269773"/>
                      <a:pt x="1993" y="231089"/>
                    </a:cubicBezTo>
                    <a:cubicBezTo>
                      <a:pt x="3986" y="192406"/>
                      <a:pt x="49096" y="155956"/>
                      <a:pt x="73940" y="119692"/>
                    </a:cubicBezTo>
                    <a:cubicBezTo>
                      <a:pt x="98784" y="83428"/>
                      <a:pt x="117482" y="27010"/>
                      <a:pt x="151059" y="13505"/>
                    </a:cubicBezTo>
                    <a:cubicBezTo>
                      <a:pt x="184635" y="0"/>
                      <a:pt x="239735" y="21598"/>
                      <a:pt x="275398" y="38661"/>
                    </a:cubicBezTo>
                    <a:cubicBezTo>
                      <a:pt x="311062" y="55725"/>
                      <a:pt x="343124" y="83813"/>
                      <a:pt x="365038" y="115884"/>
                    </a:cubicBezTo>
                    <a:cubicBezTo>
                      <a:pt x="386952" y="147956"/>
                      <a:pt x="406019" y="192017"/>
                      <a:pt x="406880" y="231089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304" name="SCHEM_path-0302"/>
              <p:cNvSpPr/>
              <p:nvPr/>
            </p:nvSpPr>
            <p:spPr>
              <a:xfrm>
                <a:off x="9148794" y="4884523"/>
                <a:ext cx="399168" cy="425033"/>
              </a:xfrm>
              <a:custGeom>
                <a:avLst/>
                <a:gdLst/>
                <a:ahLst/>
                <a:cxnLst/>
                <a:rect l="0" t="0" r="r" b="b"/>
                <a:pathLst>
                  <a:path w="399168" h="425033">
                    <a:moveTo>
                      <a:pt x="396989" y="198677"/>
                    </a:moveTo>
                    <a:cubicBezTo>
                      <a:pt x="394810" y="239688"/>
                      <a:pt x="355997" y="280583"/>
                      <a:pt x="332298" y="316049"/>
                    </a:cubicBezTo>
                    <a:cubicBezTo>
                      <a:pt x="308599" y="351514"/>
                      <a:pt x="286404" y="397909"/>
                      <a:pt x="254795" y="411471"/>
                    </a:cubicBezTo>
                    <a:cubicBezTo>
                      <a:pt x="223186" y="425033"/>
                      <a:pt x="179304" y="409504"/>
                      <a:pt x="142645" y="397423"/>
                    </a:cubicBezTo>
                    <a:cubicBezTo>
                      <a:pt x="105985" y="385341"/>
                      <a:pt x="58005" y="372108"/>
                      <a:pt x="34837" y="338983"/>
                    </a:cubicBezTo>
                    <a:cubicBezTo>
                      <a:pt x="11670" y="305859"/>
                      <a:pt x="0" y="242295"/>
                      <a:pt x="3637" y="198677"/>
                    </a:cubicBezTo>
                    <a:cubicBezTo>
                      <a:pt x="7275" y="155059"/>
                      <a:pt x="33025" y="108679"/>
                      <a:pt x="56662" y="77275"/>
                    </a:cubicBezTo>
                    <a:cubicBezTo>
                      <a:pt x="80298" y="45871"/>
                      <a:pt x="113792" y="20507"/>
                      <a:pt x="145458" y="10254"/>
                    </a:cubicBezTo>
                    <a:cubicBezTo>
                      <a:pt x="177123" y="0"/>
                      <a:pt x="213335" y="5800"/>
                      <a:pt x="246655" y="15754"/>
                    </a:cubicBezTo>
                    <a:cubicBezTo>
                      <a:pt x="279974" y="25708"/>
                      <a:pt x="320317" y="39491"/>
                      <a:pt x="345373" y="69978"/>
                    </a:cubicBezTo>
                    <a:cubicBezTo>
                      <a:pt x="370429" y="100465"/>
                      <a:pt x="399168" y="157665"/>
                      <a:pt x="396989" y="198677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305" name="SCHEM_path-0303"/>
              <p:cNvSpPr/>
              <p:nvPr/>
            </p:nvSpPr>
            <p:spPr>
              <a:xfrm>
                <a:off x="11059446" y="4492591"/>
                <a:ext cx="238285" cy="378669"/>
              </a:xfrm>
              <a:custGeom>
                <a:avLst/>
                <a:gdLst/>
                <a:ahLst/>
                <a:cxnLst/>
                <a:rect l="0" t="0" r="r" b="b"/>
                <a:pathLst>
                  <a:path w="238285" h="378669">
                    <a:moveTo>
                      <a:pt x="236450" y="194609"/>
                    </a:moveTo>
                    <a:cubicBezTo>
                      <a:pt x="238285" y="228236"/>
                      <a:pt x="226853" y="275478"/>
                      <a:pt x="213104" y="301988"/>
                    </a:cubicBezTo>
                    <a:cubicBezTo>
                      <a:pt x="199356" y="328499"/>
                      <a:pt x="175002" y="342138"/>
                      <a:pt x="153958" y="353673"/>
                    </a:cubicBezTo>
                    <a:cubicBezTo>
                      <a:pt x="132915" y="365208"/>
                      <a:pt x="108272" y="378669"/>
                      <a:pt x="86844" y="371198"/>
                    </a:cubicBezTo>
                    <a:cubicBezTo>
                      <a:pt x="65417" y="363728"/>
                      <a:pt x="39388" y="338281"/>
                      <a:pt x="25391" y="308850"/>
                    </a:cubicBezTo>
                    <a:cubicBezTo>
                      <a:pt x="11395" y="279418"/>
                      <a:pt x="0" y="229306"/>
                      <a:pt x="2865" y="194609"/>
                    </a:cubicBezTo>
                    <a:cubicBezTo>
                      <a:pt x="5731" y="159912"/>
                      <a:pt x="28760" y="130965"/>
                      <a:pt x="42584" y="100666"/>
                    </a:cubicBezTo>
                    <a:cubicBezTo>
                      <a:pt x="56407" y="70368"/>
                      <a:pt x="66849" y="25636"/>
                      <a:pt x="85804" y="12818"/>
                    </a:cubicBezTo>
                    <a:cubicBezTo>
                      <a:pt x="104760" y="0"/>
                      <a:pt x="136933" y="9190"/>
                      <a:pt x="156315" y="23758"/>
                    </a:cubicBezTo>
                    <a:cubicBezTo>
                      <a:pt x="175697" y="38326"/>
                      <a:pt x="188740" y="71752"/>
                      <a:pt x="202095" y="100227"/>
                    </a:cubicBezTo>
                    <a:cubicBezTo>
                      <a:pt x="215451" y="128702"/>
                      <a:pt x="234615" y="160982"/>
                      <a:pt x="236450" y="194609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306" name="SCHEM_path-0304"/>
              <p:cNvSpPr/>
              <p:nvPr/>
            </p:nvSpPr>
            <p:spPr>
              <a:xfrm>
                <a:off x="8928000" y="3909600"/>
                <a:ext cx="2289600" cy="1368000"/>
              </a:xfrm>
              <a:custGeom>
                <a:avLst/>
                <a:gdLst/>
                <a:ahLst/>
                <a:cxnLst/>
                <a:rect l="0" t="0" r="r" b="b"/>
                <a:pathLst>
                  <a:path w="2289600" h="1368000">
                    <a:moveTo>
                      <a:pt x="0" y="0"/>
                    </a:moveTo>
                    <a:cubicBezTo>
                      <a:pt x="864000" y="230400"/>
                      <a:pt x="1368000" y="1058400"/>
                      <a:pt x="2289600" y="1368000"/>
                    </a:cubicBezTo>
                  </a:path>
                </a:pathLst>
              </a:custGeom>
              <a:noFill/>
              <a:ln w="172800" cap="flat">
                <a:solidFill>
                  <a:srgbClr val="8C8C8C"/>
                </a:solidFill>
              </a:ln>
              <a:effectLst/>
            </p:spPr>
          </p:sp>
          <p:sp>
            <p:nvSpPr>
              <p:cNvPr id="307" name="SCHEM_path-0305"/>
              <p:cNvSpPr/>
              <p:nvPr/>
            </p:nvSpPr>
            <p:spPr>
              <a:xfrm>
                <a:off x="8928000" y="3909600"/>
                <a:ext cx="2289600" cy="1368000"/>
              </a:xfrm>
              <a:custGeom>
                <a:avLst/>
                <a:gdLst/>
                <a:ahLst/>
                <a:cxnLst/>
                <a:rect l="0" t="0" r="r" b="b"/>
                <a:pathLst>
                  <a:path w="2289600" h="1368000">
                    <a:moveTo>
                      <a:pt x="0" y="0"/>
                    </a:moveTo>
                    <a:cubicBezTo>
                      <a:pt x="864000" y="230400"/>
                      <a:pt x="1368000" y="1058400"/>
                      <a:pt x="2289600" y="1368000"/>
                    </a:cubicBezTo>
                  </a:path>
                </a:pathLst>
              </a:custGeom>
              <a:noFill/>
              <a:ln w="144000" cap="flat">
                <a:solidFill>
                  <a:srgbClr val="FFFFFF"/>
                </a:solidFill>
              </a:ln>
              <a:effectLst/>
            </p:spPr>
          </p:sp>
          <p:sp>
            <p:nvSpPr>
              <p:cNvPr id="308" name="SCHEM_path-0306"/>
              <p:cNvSpPr/>
              <p:nvPr/>
            </p:nvSpPr>
            <p:spPr>
              <a:xfrm>
                <a:off x="8920800" y="4039200"/>
                <a:ext cx="2332800" cy="1137600"/>
              </a:xfrm>
              <a:custGeom>
                <a:avLst/>
                <a:gdLst/>
                <a:ahLst/>
                <a:cxnLst/>
                <a:rect l="0" t="0" r="r" b="b"/>
                <a:pathLst>
                  <a:path w="2332800" h="1137600">
                    <a:moveTo>
                      <a:pt x="0" y="1101600"/>
                    </a:moveTo>
                    <a:cubicBezTo>
                      <a:pt x="871200" y="561600"/>
                      <a:pt x="1591200" y="1137600"/>
                      <a:pt x="2332800" y="0"/>
                    </a:cubicBezTo>
                  </a:path>
                </a:pathLst>
              </a:custGeom>
              <a:noFill/>
              <a:ln w="172800" cap="flat">
                <a:solidFill>
                  <a:srgbClr val="8C8C8C"/>
                </a:solidFill>
              </a:ln>
              <a:effectLst/>
            </p:spPr>
          </p:sp>
          <p:sp>
            <p:nvSpPr>
              <p:cNvPr id="309" name="SCHEM_path-0307"/>
              <p:cNvSpPr/>
              <p:nvPr/>
            </p:nvSpPr>
            <p:spPr>
              <a:xfrm>
                <a:off x="8920800" y="4039200"/>
                <a:ext cx="2332800" cy="1137600"/>
              </a:xfrm>
              <a:custGeom>
                <a:avLst/>
                <a:gdLst/>
                <a:ahLst/>
                <a:cxnLst/>
                <a:rect l="0" t="0" r="r" b="b"/>
                <a:pathLst>
                  <a:path w="2332800" h="1137600">
                    <a:moveTo>
                      <a:pt x="0" y="1101600"/>
                    </a:moveTo>
                    <a:cubicBezTo>
                      <a:pt x="871200" y="561600"/>
                      <a:pt x="1591200" y="1137600"/>
                      <a:pt x="2332800" y="0"/>
                    </a:cubicBezTo>
                  </a:path>
                </a:pathLst>
              </a:custGeom>
              <a:noFill/>
              <a:ln w="144000" cap="flat">
                <a:solidFill>
                  <a:srgbClr val="FFFFFF"/>
                </a:solidFill>
              </a:ln>
              <a:effectLst/>
            </p:spPr>
          </p:sp>
          <p:sp>
            <p:nvSpPr>
              <p:cNvPr id="310" name="SCHEM_path-0308"/>
              <p:cNvSpPr/>
              <p:nvPr/>
            </p:nvSpPr>
            <p:spPr>
              <a:xfrm>
                <a:off x="9504000" y="3859200"/>
                <a:ext cx="828000" cy="1476000"/>
              </a:xfrm>
              <a:custGeom>
                <a:avLst/>
                <a:gdLst/>
                <a:ahLst/>
                <a:cxnLst/>
                <a:rect l="0" t="0" r="r" b="b"/>
                <a:pathLst>
                  <a:path w="828000" h="1476000">
                    <a:moveTo>
                      <a:pt x="828000" y="0"/>
                    </a:moveTo>
                    <a:cubicBezTo>
                      <a:pt x="792000" y="532800"/>
                      <a:pt x="453600" y="1000800"/>
                      <a:pt x="0" y="1476000"/>
                    </a:cubicBezTo>
                  </a:path>
                </a:pathLst>
              </a:custGeom>
              <a:noFill/>
              <a:ln w="172800" cap="flat">
                <a:solidFill>
                  <a:srgbClr val="8C8C8C"/>
                </a:solidFill>
              </a:ln>
              <a:effectLst/>
            </p:spPr>
          </p:sp>
          <p:sp>
            <p:nvSpPr>
              <p:cNvPr id="311" name="SCHEM_path-0309"/>
              <p:cNvSpPr/>
              <p:nvPr/>
            </p:nvSpPr>
            <p:spPr>
              <a:xfrm>
                <a:off x="9504000" y="3859200"/>
                <a:ext cx="828000" cy="1476000"/>
              </a:xfrm>
              <a:custGeom>
                <a:avLst/>
                <a:gdLst/>
                <a:ahLst/>
                <a:cxnLst/>
                <a:rect l="0" t="0" r="r" b="b"/>
                <a:pathLst>
                  <a:path w="828000" h="1476000">
                    <a:moveTo>
                      <a:pt x="828000" y="0"/>
                    </a:moveTo>
                    <a:cubicBezTo>
                      <a:pt x="792000" y="532800"/>
                      <a:pt x="453600" y="1000800"/>
                      <a:pt x="0" y="1476000"/>
                    </a:cubicBezTo>
                  </a:path>
                </a:pathLst>
              </a:custGeom>
              <a:noFill/>
              <a:ln w="144000" cap="flat">
                <a:solidFill>
                  <a:srgbClr val="FFFFFF"/>
                </a:solidFill>
              </a:ln>
              <a:effectLst/>
            </p:spPr>
          </p:sp>
          <p:sp>
            <p:nvSpPr>
              <p:cNvPr id="312" name="SCHEM_path-0310"/>
              <p:cNvSpPr/>
              <p:nvPr/>
            </p:nvSpPr>
            <p:spPr>
              <a:xfrm>
                <a:off x="8906400" y="4118400"/>
                <a:ext cx="2347200" cy="345600"/>
              </a:xfrm>
              <a:custGeom>
                <a:avLst/>
                <a:gdLst/>
                <a:ahLst/>
                <a:cxnLst/>
                <a:rect l="0" t="0" r="r" b="b"/>
                <a:pathLst>
                  <a:path w="2347200" h="345600">
                    <a:moveTo>
                      <a:pt x="0" y="43200"/>
                    </a:moveTo>
                    <a:cubicBezTo>
                      <a:pt x="1029600" y="0"/>
                      <a:pt x="1706400" y="187200"/>
                      <a:pt x="2347200" y="345600"/>
                    </a:cubicBezTo>
                  </a:path>
                </a:pathLst>
              </a:custGeom>
              <a:noFill/>
              <a:ln w="172800" cap="flat">
                <a:solidFill>
                  <a:srgbClr val="8C8C8C"/>
                </a:solidFill>
              </a:ln>
              <a:effectLst/>
            </p:spPr>
          </p:sp>
          <p:sp>
            <p:nvSpPr>
              <p:cNvPr id="313" name="SCHEM_path-0311"/>
              <p:cNvSpPr/>
              <p:nvPr/>
            </p:nvSpPr>
            <p:spPr>
              <a:xfrm>
                <a:off x="8906400" y="4118400"/>
                <a:ext cx="2347200" cy="345600"/>
              </a:xfrm>
              <a:custGeom>
                <a:avLst/>
                <a:gdLst/>
                <a:ahLst/>
                <a:cxnLst/>
                <a:rect l="0" t="0" r="r" b="b"/>
                <a:pathLst>
                  <a:path w="2347200" h="345600">
                    <a:moveTo>
                      <a:pt x="0" y="43200"/>
                    </a:moveTo>
                    <a:cubicBezTo>
                      <a:pt x="1029600" y="0"/>
                      <a:pt x="1706400" y="187200"/>
                      <a:pt x="2347200" y="345600"/>
                    </a:cubicBezTo>
                  </a:path>
                </a:pathLst>
              </a:custGeom>
              <a:noFill/>
              <a:ln w="144000" cap="flat">
                <a:solidFill>
                  <a:srgbClr val="FFFFFF"/>
                </a:solidFill>
              </a:ln>
              <a:effectLst/>
            </p:spPr>
          </p:sp>
          <p:sp>
            <p:nvSpPr>
              <p:cNvPr id="314" name="SCHEM_path-0312"/>
              <p:cNvSpPr/>
              <p:nvPr/>
            </p:nvSpPr>
            <p:spPr>
              <a:xfrm>
                <a:off x="8928000" y="3873600"/>
                <a:ext cx="2304000" cy="950400"/>
              </a:xfrm>
              <a:custGeom>
                <a:avLst/>
                <a:gdLst/>
                <a:ahLst/>
                <a:cxnLst/>
                <a:rect l="0" t="0" r="r" b="b"/>
                <a:pathLst>
                  <a:path w="2304000" h="950400">
                    <a:moveTo>
                      <a:pt x="0" y="806400"/>
                    </a:moveTo>
                    <a:cubicBezTo>
                      <a:pt x="972000" y="950400"/>
                      <a:pt x="1512000" y="86400"/>
                      <a:pt x="2304000" y="0"/>
                    </a:cubicBezTo>
                  </a:path>
                </a:pathLst>
              </a:custGeom>
              <a:noFill/>
              <a:ln w="172800" cap="flat">
                <a:solidFill>
                  <a:srgbClr val="8C8C8C"/>
                </a:solidFill>
              </a:ln>
              <a:effectLst/>
            </p:spPr>
          </p:sp>
          <p:sp>
            <p:nvSpPr>
              <p:cNvPr id="315" name="SCHEM_path-0313"/>
              <p:cNvSpPr/>
              <p:nvPr/>
            </p:nvSpPr>
            <p:spPr>
              <a:xfrm>
                <a:off x="8928000" y="3873600"/>
                <a:ext cx="2304000" cy="950400"/>
              </a:xfrm>
              <a:custGeom>
                <a:avLst/>
                <a:gdLst/>
                <a:ahLst/>
                <a:cxnLst/>
                <a:rect l="0" t="0" r="r" b="b"/>
                <a:pathLst>
                  <a:path w="2304000" h="950400">
                    <a:moveTo>
                      <a:pt x="0" y="806400"/>
                    </a:moveTo>
                    <a:cubicBezTo>
                      <a:pt x="972000" y="950400"/>
                      <a:pt x="1512000" y="86400"/>
                      <a:pt x="2304000" y="0"/>
                    </a:cubicBezTo>
                  </a:path>
                </a:pathLst>
              </a:custGeom>
              <a:noFill/>
              <a:ln w="144000" cap="flat">
                <a:solidFill>
                  <a:srgbClr val="FFFFFF"/>
                </a:solidFill>
              </a:ln>
              <a:effectLst/>
            </p:spPr>
          </p:sp>
        </p:grpSp>
        <p:sp>
          <p:nvSpPr>
            <p:cNvPr id="316" name="SCHEM_rect-0314"/>
            <p:cNvSpPr/>
            <p:nvPr/>
          </p:nvSpPr>
          <p:spPr>
            <a:xfrm>
              <a:off x="7200000" y="4442400"/>
              <a:ext cx="540000" cy="504000"/>
            </a:xfrm>
            <a:prstGeom prst="rect">
              <a:avLst/>
            </a:prstGeom>
            <a:noFill/>
            <a:ln w="10800" cap="flat">
              <a:solidFill>
                <a:srgbClr val="292929"/>
              </a:solidFill>
              <a:prstDash val="dash"/>
            </a:ln>
            <a:effectLst/>
          </p:spPr>
        </p:sp>
        <p:cxnSp>
          <p:nvCxnSpPr>
            <p:cNvPr id="317" name="SCHEM_line-0315"/>
            <p:cNvCxnSpPr/>
            <p:nvPr/>
          </p:nvCxnSpPr>
          <p:spPr>
            <a:xfrm flipV="1">
              <a:off x="7740000" y="3837600"/>
              <a:ext cx="1137600" cy="604800"/>
            </a:xfrm>
            <a:prstGeom prst="line">
              <a:avLst/>
            </a:prstGeom>
            <a:noFill/>
            <a:ln w="10800" cap="flat">
              <a:solidFill>
                <a:srgbClr val="292929"/>
              </a:solidFill>
              <a:prstDash val="dash"/>
            </a:ln>
            <a:effectLst/>
          </p:spPr>
        </p:cxnSp>
        <p:cxnSp>
          <p:nvCxnSpPr>
            <p:cNvPr id="318" name="SCHEM_line-0316"/>
            <p:cNvCxnSpPr/>
            <p:nvPr/>
          </p:nvCxnSpPr>
          <p:spPr>
            <a:xfrm>
              <a:off x="7740000" y="4946400"/>
              <a:ext cx="1137600" cy="410400"/>
            </a:xfrm>
            <a:prstGeom prst="line">
              <a:avLst/>
            </a:prstGeom>
            <a:noFill/>
            <a:ln w="10800" cap="flat">
              <a:solidFill>
                <a:srgbClr val="292929"/>
              </a:solidFill>
              <a:prstDash val="dash"/>
            </a:ln>
            <a:effectLst/>
          </p:spPr>
        </p:cxnSp>
        <p:cxnSp>
          <p:nvCxnSpPr>
            <p:cNvPr id="319" name="SCHEM_line-0317"/>
            <p:cNvCxnSpPr/>
            <p:nvPr/>
          </p:nvCxnSpPr>
          <p:spPr>
            <a:xfrm flipV="1">
              <a:off x="705600" y="4788000"/>
              <a:ext cx="331200" cy="6696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320" name="SCHEM_ellipse-0318"/>
            <p:cNvSpPr/>
            <p:nvPr/>
          </p:nvSpPr>
          <p:spPr>
            <a:xfrm>
              <a:off x="1015200" y="47664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321" name="SCHEM_text-0319"/>
            <p:cNvSpPr txBox="1"/>
            <p:nvPr/>
          </p:nvSpPr>
          <p:spPr>
            <a:xfrm>
              <a:off x="302400" y="5493600"/>
              <a:ext cx="2124000" cy="522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POM fibers</a:t>
              </a:r>
              <a:endParaRPr lang="en-US" sz="1417"/>
            </a:p>
            <a:p>
              <a:pPr algn="ctr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(polyoxymethylene)</a:t>
              </a:r>
              <a:endParaRPr lang="en-US" sz="1417"/>
            </a:p>
          </p:txBody>
        </p:sp>
        <p:cxnSp>
          <p:nvCxnSpPr>
            <p:cNvPr id="322" name="SCHEM_line-0320"/>
            <p:cNvCxnSpPr/>
            <p:nvPr/>
          </p:nvCxnSpPr>
          <p:spPr>
            <a:xfrm flipV="1">
              <a:off x="3571200" y="4975200"/>
              <a:ext cx="244800" cy="4752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323" name="SCHEM_ellipse-0321"/>
            <p:cNvSpPr/>
            <p:nvPr/>
          </p:nvSpPr>
          <p:spPr>
            <a:xfrm>
              <a:off x="3794400" y="49536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324" name="SCHEM_text-0322"/>
            <p:cNvSpPr txBox="1"/>
            <p:nvPr/>
          </p:nvSpPr>
          <p:spPr>
            <a:xfrm>
              <a:off x="2786400" y="5493600"/>
              <a:ext cx="2376000" cy="522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PTFE particles</a:t>
              </a:r>
              <a:endParaRPr lang="en-US" sz="1417"/>
            </a:p>
            <a:p>
              <a:pPr algn="ctr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(polytetrafluoroethylene)</a:t>
              </a:r>
              <a:endParaRPr lang="en-US" sz="1417"/>
            </a:p>
          </p:txBody>
        </p:sp>
        <p:cxnSp>
          <p:nvCxnSpPr>
            <p:cNvPr id="325" name="SCHEM_line-0323"/>
            <p:cNvCxnSpPr/>
            <p:nvPr/>
          </p:nvCxnSpPr>
          <p:spPr>
            <a:xfrm flipH="1" flipV="1">
              <a:off x="5673600" y="5191200"/>
              <a:ext cx="280800" cy="2808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326" name="SCHEM_ellipse-0324"/>
            <p:cNvSpPr/>
            <p:nvPr/>
          </p:nvSpPr>
          <p:spPr>
            <a:xfrm>
              <a:off x="5652000" y="51696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327" name="SCHEM_text-0325"/>
            <p:cNvSpPr txBox="1"/>
            <p:nvPr/>
          </p:nvSpPr>
          <p:spPr>
            <a:xfrm>
              <a:off x="5306400" y="5508000"/>
              <a:ext cx="1944000" cy="522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Aluminum reflector</a:t>
              </a:r>
              <a:endParaRPr lang="en-US" sz="1417"/>
            </a:p>
            <a:p>
              <a:pPr algn="ctr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(foil)</a:t>
              </a:r>
              <a:endParaRPr lang="en-US" sz="1417"/>
            </a:p>
          </p:txBody>
        </p:sp>
        <p:cxnSp>
          <p:nvCxnSpPr>
            <p:cNvPr id="328" name="SCHEM_line-0326"/>
            <p:cNvCxnSpPr/>
            <p:nvPr/>
          </p:nvCxnSpPr>
          <p:spPr>
            <a:xfrm flipV="1">
              <a:off x="9273600" y="4874400"/>
              <a:ext cx="201600" cy="6264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329" name="SCHEM_ellipse-0327"/>
            <p:cNvSpPr/>
            <p:nvPr/>
          </p:nvSpPr>
          <p:spPr>
            <a:xfrm>
              <a:off x="9453600" y="48528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330" name="SCHEM_text-0328"/>
            <p:cNvSpPr txBox="1"/>
            <p:nvPr/>
          </p:nvSpPr>
          <p:spPr>
            <a:xfrm>
              <a:off x="8812800" y="5515200"/>
              <a:ext cx="1404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POM fiber</a:t>
              </a:r>
              <a:endParaRPr lang="en-US" sz="1361"/>
            </a:p>
          </p:txBody>
        </p:sp>
        <p:cxnSp>
          <p:nvCxnSpPr>
            <p:cNvPr id="331" name="SCHEM_line-0329"/>
            <p:cNvCxnSpPr/>
            <p:nvPr/>
          </p:nvCxnSpPr>
          <p:spPr>
            <a:xfrm flipV="1">
              <a:off x="10533600" y="4845600"/>
              <a:ext cx="100800" cy="6552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332" name="SCHEM_ellipse-0330"/>
            <p:cNvSpPr/>
            <p:nvPr/>
          </p:nvSpPr>
          <p:spPr>
            <a:xfrm>
              <a:off x="10612800" y="48240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333" name="SCHEM_text-0331"/>
            <p:cNvSpPr txBox="1"/>
            <p:nvPr/>
          </p:nvSpPr>
          <p:spPr>
            <a:xfrm>
              <a:off x="10152000" y="5515200"/>
              <a:ext cx="1296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PTFE particle</a:t>
              </a:r>
              <a:endParaRPr lang="en-US" sz="1361"/>
            </a:p>
          </p:txBody>
        </p:sp>
        <p:sp>
          <p:nvSpPr>
            <p:cNvPr id="334" name="SCHEM_text-0332"/>
            <p:cNvSpPr txBox="1"/>
            <p:nvPr/>
          </p:nvSpPr>
          <p:spPr>
            <a:xfrm>
              <a:off x="180000" y="6228000"/>
              <a:ext cx="2016000" cy="2304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Not to scale.</a:t>
              </a:r>
              <a:endParaRPr lang="en-US" sz="1134"/>
            </a:p>
          </p:txBody>
        </p:sp>
        <p:sp>
          <p:nvSpPr>
            <p:cNvPr id="335" name="SCHEM_text-0333"/>
            <p:cNvSpPr txBox="1"/>
            <p:nvPr/>
          </p:nvSpPr>
          <p:spPr>
            <a:xfrm>
              <a:off x="5904000" y="6256800"/>
              <a:ext cx="5436000" cy="2109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r">
                <a:buNone/>
              </a:pPr>
              <a:r>
                <a:rPr lang="en-US" sz="1020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Wu et al., Nature Communications (2024), doi:10.1038/s41467-024-45095-4.</a:t>
              </a:r>
              <a:endParaRPr lang="en-US" sz="102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cientific">
  <a:themeElements>
    <a:clrScheme name="Scientific">
      <a:dk1>
        <a:srgbClr val="202020"/>
      </a:dk1>
      <a:lt1>
        <a:srgbClr val="FFFFFF"/>
      </a:lt1>
      <a:dk2>
        <a:srgbClr val="505050"/>
      </a:dk2>
      <a:lt2>
        <a:srgbClr val="EEEEEE"/>
      </a:lt2>
      <a:accent1>
        <a:srgbClr val="159DDD"/>
      </a:accent1>
      <a:accent2>
        <a:srgbClr val="E04746"/>
      </a:accent2>
      <a:accent3>
        <a:srgbClr val="AAB568"/>
      </a:accent3>
      <a:accent4>
        <a:srgbClr val="DDE5C8"/>
      </a:accent4>
      <a:accent5>
        <a:srgbClr val="999999"/>
      </a:accent5>
      <a:accent6>
        <a:srgbClr val="777777"/>
      </a:accent6>
      <a:hlink>
        <a:srgbClr val="0563C1"/>
      </a:hlink>
      <a:folHlink>
        <a:srgbClr val="954F72"/>
      </a:folHlink>
    </a:clrScheme>
    <a:fontScheme name="Scientific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Scientif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