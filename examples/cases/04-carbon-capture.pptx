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22400" y="57600"/>
            <a:ext cx="11383200" cy="6417720"/>
            <a:chOff x="122400" y="57600"/>
            <a:chExt cx="11383200" cy="6417720"/>
          </a:xfrm>
        </p:grpSpPr>
        <p:grpSp>
          <p:nvGrpSpPr>
            <p:cNvPr id="3" name="SCHEM_liquid-flow-cycle"/>
            <p:cNvGrpSpPr/>
            <p:nvPr/>
          </p:nvGrpSpPr>
          <p:grpSpPr>
            <a:xfrm>
              <a:off x="1058400" y="612000"/>
              <a:ext cx="7437600" cy="5256000"/>
              <a:chOff x="1058400" y="612000"/>
              <a:chExt cx="7437600" cy="5256000"/>
            </a:xfrm>
          </p:grpSpPr>
          <p:sp>
            <p:nvSpPr>
              <p:cNvPr id="4" name="SCHEM_path-0002"/>
              <p:cNvSpPr/>
              <p:nvPr/>
            </p:nvSpPr>
            <p:spPr>
              <a:xfrm>
                <a:off x="2966400" y="1483200"/>
                <a:ext cx="2793600" cy="1519200"/>
              </a:xfrm>
              <a:custGeom>
                <a:avLst/>
                <a:gdLst/>
                <a:ahLst/>
                <a:cxnLst/>
                <a:rect l="0" t="0" r="r" b="b"/>
                <a:pathLst>
                  <a:path w="2793600" h="1519200">
                    <a:moveTo>
                      <a:pt x="0" y="0"/>
                    </a:moveTo>
                    <a:lnTo>
                      <a:pt x="2692800" y="0"/>
                    </a:lnTo>
                    <a:cubicBezTo>
                      <a:pt x="2779200" y="0"/>
                      <a:pt x="2793600" y="57600"/>
                      <a:pt x="2793600" y="144000"/>
                    </a:cubicBezTo>
                    <a:lnTo>
                      <a:pt x="2793600" y="151920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" name="SCHEM_path-0003"/>
              <p:cNvSpPr/>
              <p:nvPr/>
            </p:nvSpPr>
            <p:spPr>
              <a:xfrm>
                <a:off x="2966400" y="1483200"/>
                <a:ext cx="2793600" cy="1519200"/>
              </a:xfrm>
              <a:custGeom>
                <a:avLst/>
                <a:gdLst/>
                <a:ahLst/>
                <a:cxnLst/>
                <a:rect l="0" t="0" r="r" b="b"/>
                <a:pathLst>
                  <a:path w="2793600" h="1519200">
                    <a:moveTo>
                      <a:pt x="0" y="0"/>
                    </a:moveTo>
                    <a:lnTo>
                      <a:pt x="2692800" y="0"/>
                    </a:lnTo>
                    <a:cubicBezTo>
                      <a:pt x="2779200" y="0"/>
                      <a:pt x="2793600" y="57600"/>
                      <a:pt x="2793600" y="144000"/>
                    </a:cubicBezTo>
                    <a:lnTo>
                      <a:pt x="2793600" y="1519200"/>
                    </a:lnTo>
                  </a:path>
                </a:pathLst>
              </a:custGeom>
              <a:noFill/>
              <a:ln w="64800" cap="flat">
                <a:solidFill>
                  <a:srgbClr val="B2C991"/>
                </a:solidFill>
              </a:ln>
              <a:effectLst/>
            </p:spPr>
          </p:sp>
          <p:sp>
            <p:nvSpPr>
              <p:cNvPr id="6" name="SCHEM_path-0004"/>
              <p:cNvSpPr/>
              <p:nvPr/>
            </p:nvSpPr>
            <p:spPr>
              <a:xfrm>
                <a:off x="1288800" y="1785600"/>
                <a:ext cx="1828800" cy="1699200"/>
              </a:xfrm>
              <a:custGeom>
                <a:avLst/>
                <a:gdLst/>
                <a:ahLst/>
                <a:cxnLst/>
                <a:rect l="0" t="0" r="r" b="b"/>
                <a:pathLst>
                  <a:path w="1828800" h="1699200">
                    <a:moveTo>
                      <a:pt x="1828800" y="1699200"/>
                    </a:moveTo>
                    <a:lnTo>
                      <a:pt x="93600" y="1699200"/>
                    </a:lnTo>
                    <a:cubicBezTo>
                      <a:pt x="7200" y="1699200"/>
                      <a:pt x="0" y="1663200"/>
                      <a:pt x="0" y="1584000"/>
                    </a:cubicBezTo>
                    <a:lnTo>
                      <a:pt x="0" y="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path-0005"/>
              <p:cNvSpPr/>
              <p:nvPr/>
            </p:nvSpPr>
            <p:spPr>
              <a:xfrm>
                <a:off x="1288800" y="1785600"/>
                <a:ext cx="1828800" cy="1699200"/>
              </a:xfrm>
              <a:custGeom>
                <a:avLst/>
                <a:gdLst/>
                <a:ahLst/>
                <a:cxnLst/>
                <a:rect l="0" t="0" r="r" b="b"/>
                <a:pathLst>
                  <a:path w="1828800" h="1699200">
                    <a:moveTo>
                      <a:pt x="1828800" y="1699200"/>
                    </a:moveTo>
                    <a:lnTo>
                      <a:pt x="93600" y="1699200"/>
                    </a:lnTo>
                    <a:cubicBezTo>
                      <a:pt x="7200" y="1699200"/>
                      <a:pt x="0" y="1663200"/>
                      <a:pt x="0" y="1584000"/>
                    </a:cubicBez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80C4E9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5882400" y="3240000"/>
                <a:ext cx="1368000" cy="964800"/>
              </a:xfrm>
              <a:custGeom>
                <a:avLst/>
                <a:gdLst/>
                <a:ahLst/>
                <a:cxnLst/>
                <a:rect l="0" t="0" r="r" b="b"/>
                <a:pathLst>
                  <a:path w="1368000" h="964800">
                    <a:moveTo>
                      <a:pt x="0" y="0"/>
                    </a:moveTo>
                    <a:lnTo>
                      <a:pt x="1245600" y="0"/>
                    </a:lnTo>
                    <a:cubicBezTo>
                      <a:pt x="1339200" y="0"/>
                      <a:pt x="1368000" y="64800"/>
                      <a:pt x="1368000" y="136800"/>
                    </a:cubicBezTo>
                    <a:lnTo>
                      <a:pt x="1368000" y="96480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path-0007"/>
              <p:cNvSpPr/>
              <p:nvPr/>
            </p:nvSpPr>
            <p:spPr>
              <a:xfrm>
                <a:off x="5882400" y="3240000"/>
                <a:ext cx="1368000" cy="964800"/>
              </a:xfrm>
              <a:custGeom>
                <a:avLst/>
                <a:gdLst/>
                <a:ahLst/>
                <a:cxnLst/>
                <a:rect l="0" t="0" r="r" b="b"/>
                <a:pathLst>
                  <a:path w="1368000" h="964800">
                    <a:moveTo>
                      <a:pt x="0" y="0"/>
                    </a:moveTo>
                    <a:lnTo>
                      <a:pt x="1245600" y="0"/>
                    </a:lnTo>
                    <a:cubicBezTo>
                      <a:pt x="1339200" y="0"/>
                      <a:pt x="1368000" y="64800"/>
                      <a:pt x="1368000" y="136800"/>
                    </a:cubicBezTo>
                    <a:lnTo>
                      <a:pt x="1368000" y="964800"/>
                    </a:lnTo>
                  </a:path>
                </a:pathLst>
              </a:custGeom>
              <a:noFill/>
              <a:ln w="64800" cap="flat">
                <a:solidFill>
                  <a:srgbClr val="EAA8A0"/>
                </a:solidFill>
              </a:ln>
              <a:effectLst/>
            </p:spPr>
          </p:sp>
          <p:sp>
            <p:nvSpPr>
              <p:cNvPr id="10" name="SCHEM_path-0008"/>
              <p:cNvSpPr/>
              <p:nvPr/>
            </p:nvSpPr>
            <p:spPr>
              <a:xfrm>
                <a:off x="3484800" y="4874400"/>
                <a:ext cx="3664800" cy="842400"/>
              </a:xfrm>
              <a:custGeom>
                <a:avLst/>
                <a:gdLst/>
                <a:ahLst/>
                <a:cxnLst/>
                <a:rect l="0" t="0" r="r" b="b"/>
                <a:pathLst>
                  <a:path w="3664800" h="842400">
                    <a:moveTo>
                      <a:pt x="3664800" y="532800"/>
                    </a:moveTo>
                    <a:lnTo>
                      <a:pt x="3664800" y="720000"/>
                    </a:lnTo>
                    <a:cubicBezTo>
                      <a:pt x="3664800" y="806400"/>
                      <a:pt x="3628800" y="842400"/>
                      <a:pt x="3542400" y="842400"/>
                    </a:cubicBezTo>
                    <a:lnTo>
                      <a:pt x="0" y="842400"/>
                    </a:lnTo>
                    <a:lnTo>
                      <a:pt x="0" y="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path-0009"/>
              <p:cNvSpPr/>
              <p:nvPr/>
            </p:nvSpPr>
            <p:spPr>
              <a:xfrm>
                <a:off x="3484800" y="4874400"/>
                <a:ext cx="3664800" cy="842400"/>
              </a:xfrm>
              <a:custGeom>
                <a:avLst/>
                <a:gdLst/>
                <a:ahLst/>
                <a:cxnLst/>
                <a:rect l="0" t="0" r="r" b="b"/>
                <a:pathLst>
                  <a:path w="3664800" h="842400">
                    <a:moveTo>
                      <a:pt x="3664800" y="532800"/>
                    </a:moveTo>
                    <a:lnTo>
                      <a:pt x="3664800" y="720000"/>
                    </a:lnTo>
                    <a:cubicBezTo>
                      <a:pt x="3664800" y="806400"/>
                      <a:pt x="3628800" y="842400"/>
                      <a:pt x="3542400" y="842400"/>
                    </a:cubicBezTo>
                    <a:lnTo>
                      <a:pt x="0" y="842400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EAA8A0"/>
                </a:solidFill>
              </a:ln>
              <a:effectLst/>
            </p:spPr>
          </p:sp>
          <p:sp>
            <p:nvSpPr>
              <p:cNvPr id="12" name="SCHEM_path-0010"/>
              <p:cNvSpPr/>
              <p:nvPr/>
            </p:nvSpPr>
            <p:spPr>
              <a:xfrm>
                <a:off x="3484800" y="4874400"/>
                <a:ext cx="1951200" cy="842400"/>
              </a:xfrm>
              <a:custGeom>
                <a:avLst/>
                <a:gdLst/>
                <a:ahLst/>
                <a:cxnLst/>
                <a:rect l="0" t="0" r="r" b="b"/>
                <a:pathLst>
                  <a:path w="1951200" h="842400">
                    <a:moveTo>
                      <a:pt x="1951200" y="842400"/>
                    </a:moveTo>
                    <a:lnTo>
                      <a:pt x="115200" y="842400"/>
                    </a:lnTo>
                    <a:cubicBezTo>
                      <a:pt x="21600" y="842400"/>
                      <a:pt x="0" y="806400"/>
                      <a:pt x="0" y="712800"/>
                    </a:cubicBez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80C4E9"/>
                </a:solidFill>
              </a:ln>
              <a:effectLst/>
            </p:spPr>
          </p:sp>
          <p:sp>
            <p:nvSpPr>
              <p:cNvPr id="13" name="SCHEM_path-0011"/>
              <p:cNvSpPr/>
              <p:nvPr/>
            </p:nvSpPr>
            <p:spPr>
              <a:xfrm>
                <a:off x="1058400" y="799200"/>
                <a:ext cx="1908000" cy="1130400"/>
              </a:xfrm>
              <a:custGeom>
                <a:avLst/>
                <a:gdLst/>
                <a:ahLst/>
                <a:cxnLst/>
                <a:rect l="0" t="0" r="r" b="b"/>
                <a:pathLst>
                  <a:path w="1908000" h="1130400">
                    <a:moveTo>
                      <a:pt x="0" y="194400"/>
                    </a:moveTo>
                    <a:lnTo>
                      <a:pt x="0" y="914400"/>
                    </a:lnTo>
                    <a:cubicBezTo>
                      <a:pt x="0" y="1130400"/>
                      <a:pt x="1908000" y="1130400"/>
                      <a:pt x="1908000" y="914400"/>
                    </a:cubicBezTo>
                    <a:lnTo>
                      <a:pt x="1908000" y="194400"/>
                    </a:lnTo>
                    <a:cubicBezTo>
                      <a:pt x="1908000" y="0"/>
                      <a:pt x="0" y="0"/>
                      <a:pt x="0" y="194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" name="SCHEM_path-0012"/>
              <p:cNvSpPr/>
              <p:nvPr/>
            </p:nvSpPr>
            <p:spPr>
              <a:xfrm>
                <a:off x="1072800" y="1015200"/>
                <a:ext cx="1879200" cy="885600"/>
              </a:xfrm>
              <a:custGeom>
                <a:avLst/>
                <a:gdLst/>
                <a:ahLst/>
                <a:cxnLst/>
                <a:rect l="0" t="0" r="r" b="b"/>
                <a:pathLst>
                  <a:path w="1879200" h="885600">
                    <a:moveTo>
                      <a:pt x="0" y="36000"/>
                    </a:moveTo>
                    <a:cubicBezTo>
                      <a:pt x="519840" y="0"/>
                      <a:pt x="1206720" y="86400"/>
                      <a:pt x="1879200" y="36000"/>
                    </a:cubicBezTo>
                    <a:lnTo>
                      <a:pt x="1879200" y="698400"/>
                    </a:lnTo>
                    <a:cubicBezTo>
                      <a:pt x="1872000" y="885600"/>
                      <a:pt x="7200" y="885600"/>
                      <a:pt x="0" y="698400"/>
                    </a:cubicBezTo>
                    <a:close/>
                  </a:path>
                </a:pathLst>
              </a:custGeom>
              <a:solidFill>
                <a:srgbClr val="D6E3C0"/>
              </a:solidFill>
              <a:ln w="9360" cap="flat">
                <a:noFill/>
              </a:ln>
              <a:effectLst/>
            </p:spPr>
          </p:sp>
          <p:sp>
            <p:nvSpPr>
              <p:cNvPr id="15" name="SCHEM_path-0013"/>
              <p:cNvSpPr/>
              <p:nvPr/>
            </p:nvSpPr>
            <p:spPr>
              <a:xfrm>
                <a:off x="1072800" y="1015200"/>
                <a:ext cx="1879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1879200" h="72000">
                    <a:moveTo>
                      <a:pt x="0" y="36000"/>
                    </a:moveTo>
                    <a:cubicBezTo>
                      <a:pt x="462600" y="0"/>
                      <a:pt x="1225800" y="72000"/>
                      <a:pt x="1879200" y="36000"/>
                    </a:cubicBezTo>
                  </a:path>
                </a:pathLst>
              </a:custGeom>
              <a:noFill/>
              <a:ln w="7200" cap="flat">
                <a:solidFill>
                  <a:srgbClr val="D6E3C0"/>
                </a:solidFill>
              </a:ln>
              <a:effectLst/>
            </p:spPr>
          </p:sp>
          <p:sp>
            <p:nvSpPr>
              <p:cNvPr id="16" name="SCHEM_path-0014"/>
              <p:cNvSpPr/>
              <p:nvPr/>
            </p:nvSpPr>
            <p:spPr>
              <a:xfrm>
                <a:off x="1058400" y="993600"/>
                <a:ext cx="19080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1908000" h="187200">
                    <a:moveTo>
                      <a:pt x="0" y="0"/>
                    </a:moveTo>
                    <a:cubicBezTo>
                      <a:pt x="0" y="187200"/>
                      <a:pt x="1908000" y="187200"/>
                      <a:pt x="1908000" y="0"/>
                    </a:cubicBezTo>
                  </a:path>
                </a:pathLst>
              </a:custGeom>
              <a:noFill/>
              <a:ln w="7200" cap="flat">
                <a:solidFill>
                  <a:srgbClr val="7C7C78"/>
                </a:solidFill>
              </a:ln>
              <a:effectLst/>
            </p:spPr>
          </p:sp>
          <p:sp>
            <p:nvSpPr>
              <p:cNvPr id="17" name="SCHEM_path-0015"/>
              <p:cNvSpPr/>
              <p:nvPr/>
            </p:nvSpPr>
            <p:spPr>
              <a:xfrm>
                <a:off x="6948000" y="3945600"/>
                <a:ext cx="1548000" cy="1591200"/>
              </a:xfrm>
              <a:custGeom>
                <a:avLst/>
                <a:gdLst/>
                <a:ahLst/>
                <a:cxnLst/>
                <a:rect l="0" t="0" r="r" b="b"/>
                <a:pathLst>
                  <a:path w="1548000" h="1591200">
                    <a:moveTo>
                      <a:pt x="0" y="194400"/>
                    </a:moveTo>
                    <a:lnTo>
                      <a:pt x="0" y="1375200"/>
                    </a:lnTo>
                    <a:cubicBezTo>
                      <a:pt x="0" y="1591200"/>
                      <a:pt x="1548000" y="1591200"/>
                      <a:pt x="1548000" y="1375200"/>
                    </a:cubicBezTo>
                    <a:lnTo>
                      <a:pt x="1548000" y="194400"/>
                    </a:lnTo>
                    <a:cubicBezTo>
                      <a:pt x="1548000" y="0"/>
                      <a:pt x="0" y="0"/>
                      <a:pt x="0" y="194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path-0016"/>
              <p:cNvSpPr/>
              <p:nvPr/>
            </p:nvSpPr>
            <p:spPr>
              <a:xfrm>
                <a:off x="6962400" y="4406400"/>
                <a:ext cx="1519200" cy="1101600"/>
              </a:xfrm>
              <a:custGeom>
                <a:avLst/>
                <a:gdLst/>
                <a:ahLst/>
                <a:cxnLst/>
                <a:rect l="0" t="0" r="r" b="b"/>
                <a:pathLst>
                  <a:path w="1519200" h="1101600">
                    <a:moveTo>
                      <a:pt x="0" y="36000"/>
                    </a:moveTo>
                    <a:cubicBezTo>
                      <a:pt x="419040" y="0"/>
                      <a:pt x="976320" y="86400"/>
                      <a:pt x="1519200" y="36000"/>
                    </a:cubicBezTo>
                    <a:lnTo>
                      <a:pt x="1519200" y="914400"/>
                    </a:lnTo>
                    <a:cubicBezTo>
                      <a:pt x="1512000" y="1101600"/>
                      <a:pt x="7200" y="1101600"/>
                      <a:pt x="0" y="914400"/>
                    </a:cubicBezTo>
                    <a:close/>
                  </a:path>
                </a:pathLst>
              </a:custGeom>
              <a:solidFill>
                <a:srgbClr val="F0B9AD"/>
              </a:solidFill>
              <a:ln w="9360" cap="flat">
                <a:noFill/>
              </a:ln>
              <a:effectLst/>
            </p:spPr>
          </p:sp>
          <p:sp>
            <p:nvSpPr>
              <p:cNvPr id="19" name="SCHEM_path-0017"/>
              <p:cNvSpPr/>
              <p:nvPr/>
            </p:nvSpPr>
            <p:spPr>
              <a:xfrm>
                <a:off x="6962400" y="4406400"/>
                <a:ext cx="1519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1519200" h="72000">
                    <a:moveTo>
                      <a:pt x="0" y="36000"/>
                    </a:moveTo>
                    <a:cubicBezTo>
                      <a:pt x="372600" y="0"/>
                      <a:pt x="991800" y="72000"/>
                      <a:pt x="1519200" y="36000"/>
                    </a:cubicBezTo>
                  </a:path>
                </a:pathLst>
              </a:custGeom>
              <a:noFill/>
              <a:ln w="7200" cap="flat">
                <a:solidFill>
                  <a:srgbClr val="F0B9AD"/>
                </a:solidFill>
              </a:ln>
              <a:effectLst/>
            </p:spPr>
          </p:sp>
          <p:sp>
            <p:nvSpPr>
              <p:cNvPr id="20" name="SCHEM_path-0018"/>
              <p:cNvSpPr/>
              <p:nvPr/>
            </p:nvSpPr>
            <p:spPr>
              <a:xfrm>
                <a:off x="6948000" y="4140000"/>
                <a:ext cx="15480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1548000" h="187200">
                    <a:moveTo>
                      <a:pt x="0" y="0"/>
                    </a:moveTo>
                    <a:cubicBezTo>
                      <a:pt x="0" y="187200"/>
                      <a:pt x="1548000" y="187200"/>
                      <a:pt x="1548000" y="0"/>
                    </a:cubicBezTo>
                  </a:path>
                </a:pathLst>
              </a:custGeom>
              <a:noFill/>
              <a:ln w="7200" cap="flat">
                <a:solidFill>
                  <a:srgbClr val="7C7C78"/>
                </a:solidFill>
              </a:ln>
              <a:effectLst/>
            </p:spPr>
          </p:sp>
          <p:sp>
            <p:nvSpPr>
              <p:cNvPr id="21" name="SCHEM_path-0019"/>
              <p:cNvSpPr/>
              <p:nvPr/>
            </p:nvSpPr>
            <p:spPr>
              <a:xfrm>
                <a:off x="1440000" y="612000"/>
                <a:ext cx="115200" cy="8640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864000">
                    <a:moveTo>
                      <a:pt x="0" y="0"/>
                    </a:moveTo>
                    <a:cubicBezTo>
                      <a:pt x="93600" y="0"/>
                      <a:pt x="115200" y="36000"/>
                      <a:pt x="115200" y="122400"/>
                    </a:cubicBezTo>
                    <a:lnTo>
                      <a:pt x="115200" y="864000"/>
                    </a:lnTo>
                  </a:path>
                </a:pathLst>
              </a:custGeom>
              <a:noFill/>
              <a:ln w="93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path-0020"/>
              <p:cNvSpPr/>
              <p:nvPr/>
            </p:nvSpPr>
            <p:spPr>
              <a:xfrm>
                <a:off x="1440000" y="612000"/>
                <a:ext cx="115200" cy="8640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864000">
                    <a:moveTo>
                      <a:pt x="0" y="0"/>
                    </a:moveTo>
                    <a:cubicBezTo>
                      <a:pt x="93600" y="0"/>
                      <a:pt x="115200" y="36000"/>
                      <a:pt x="115200" y="122400"/>
                    </a:cubicBezTo>
                    <a:lnTo>
                      <a:pt x="115200" y="864000"/>
                    </a:lnTo>
                  </a:path>
                </a:pathLst>
              </a:custGeom>
              <a:noFill/>
              <a:ln w="72000" cap="flat">
                <a:solidFill>
                  <a:srgbClr val="DEE8CF"/>
                </a:solidFill>
              </a:ln>
              <a:effectLst/>
            </p:spPr>
          </p:sp>
          <p:sp>
            <p:nvSpPr>
              <p:cNvPr id="23" name="SCHEM_rect-0021"/>
              <p:cNvSpPr/>
              <p:nvPr/>
            </p:nvSpPr>
            <p:spPr>
              <a:xfrm>
                <a:off x="2152800" y="691200"/>
                <a:ext cx="165600" cy="266400"/>
              </a:xfrm>
              <a:prstGeom prst="rect">
                <a:avLst/>
              </a:prstGeom>
              <a:solidFill>
                <a:srgbClr val="FFFFFF"/>
              </a:solidFill>
              <a:ln w="9360" cap="flat">
                <a:noFill/>
              </a:ln>
              <a:effectLst/>
            </p:spPr>
          </p:sp>
          <p:sp>
            <p:nvSpPr>
              <p:cNvPr id="24" name="SCHEM_path-0022"/>
              <p:cNvSpPr/>
              <p:nvPr/>
            </p:nvSpPr>
            <p:spPr>
              <a:xfrm>
                <a:off x="2152800" y="676800"/>
                <a:ext cx="165600" cy="1656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165600">
                    <a:moveTo>
                      <a:pt x="0" y="165600"/>
                    </a:moveTo>
                    <a:lnTo>
                      <a:pt x="0" y="36000"/>
                    </a:lnTo>
                    <a:cubicBezTo>
                      <a:pt x="7200" y="0"/>
                      <a:pt x="158400" y="0"/>
                      <a:pt x="165600" y="36000"/>
                    </a:cubicBezTo>
                    <a:lnTo>
                      <a:pt x="165600" y="165600"/>
                    </a:lnTo>
                  </a:path>
                </a:pathLst>
              </a:custGeom>
              <a:noFill/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5" name="SCHEM_rect-0023"/>
              <p:cNvSpPr/>
              <p:nvPr/>
            </p:nvSpPr>
            <p:spPr>
              <a:xfrm>
                <a:off x="2664000" y="720000"/>
                <a:ext cx="129600" cy="237600"/>
              </a:xfrm>
              <a:prstGeom prst="rect">
                <a:avLst/>
              </a:prstGeom>
              <a:solidFill>
                <a:srgbClr val="FFFFFF"/>
              </a:solidFill>
              <a:ln w="9360" cap="flat">
                <a:noFill/>
              </a:ln>
              <a:effectLst/>
            </p:spPr>
          </p:sp>
          <p:cxnSp>
            <p:nvCxnSpPr>
              <p:cNvPr id="26" name="SCHEM_line-0024"/>
              <p:cNvCxnSpPr/>
              <p:nvPr/>
            </p:nvCxnSpPr>
            <p:spPr>
              <a:xfrm>
                <a:off x="2664000" y="720000"/>
                <a:ext cx="1" cy="2304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7" name="SCHEM_line-0025"/>
              <p:cNvCxnSpPr/>
              <p:nvPr/>
            </p:nvCxnSpPr>
            <p:spPr>
              <a:xfrm>
                <a:off x="2793600" y="720000"/>
                <a:ext cx="1" cy="2304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28" name="SCHEM_ellipse-0026"/>
              <p:cNvSpPr/>
              <p:nvPr/>
            </p:nvSpPr>
            <p:spPr>
              <a:xfrm>
                <a:off x="1461600" y="1454400"/>
                <a:ext cx="43200" cy="432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1526400" y="15480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1468800" y="16488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1562400" y="16560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1634400" y="1454400"/>
                <a:ext cx="43200" cy="432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3" name="SCHEM_rect-0031"/>
              <p:cNvSpPr/>
              <p:nvPr/>
            </p:nvSpPr>
            <p:spPr>
              <a:xfrm>
                <a:off x="3038400" y="2887200"/>
                <a:ext cx="2858400" cy="2001600"/>
              </a:xfrm>
              <a:prstGeom prst="rect">
                <a:avLst/>
              </a:pr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4" name="SCHEM_rect-0032"/>
              <p:cNvSpPr/>
              <p:nvPr/>
            </p:nvSpPr>
            <p:spPr>
              <a:xfrm>
                <a:off x="3052800" y="2995200"/>
                <a:ext cx="1317600" cy="1879200"/>
              </a:xfrm>
              <a:prstGeom prst="rect">
                <a:avLst/>
              </a:prstGeom>
              <a:gradFill rotWithShape="1">
                <a:gsLst>
                  <a:gs pos="0">
                    <a:srgbClr val="CFEBF8"/>
                  </a:gs>
                  <a:gs pos="100000">
                    <a:srgbClr val="AFD6E9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35" name="SCHEM_rect-0033"/>
              <p:cNvSpPr/>
              <p:nvPr/>
            </p:nvSpPr>
            <p:spPr>
              <a:xfrm>
                <a:off x="4536000" y="2995200"/>
                <a:ext cx="1346400" cy="1879200"/>
              </a:xfrm>
              <a:prstGeom prst="rect">
                <a:avLst/>
              </a:prstGeom>
              <a:gradFill rotWithShape="1">
                <a:gsLst>
                  <a:gs pos="0">
                    <a:srgbClr val="FBE3DE"/>
                  </a:gs>
                  <a:gs pos="100000">
                    <a:srgbClr val="F0C0B4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36" name="SCHEM_rect-0034"/>
              <p:cNvSpPr/>
              <p:nvPr/>
            </p:nvSpPr>
            <p:spPr>
              <a:xfrm>
                <a:off x="4370400" y="2894400"/>
                <a:ext cx="165600" cy="1987200"/>
              </a:xfrm>
              <a:prstGeom prst="rect">
                <a:avLst/>
              </a:prstGeom>
              <a:solidFill>
                <a:srgbClr val="DAE7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7" name="SCHEM_line-0035"/>
              <p:cNvCxnSpPr/>
              <p:nvPr/>
            </p:nvCxnSpPr>
            <p:spPr>
              <a:xfrm>
                <a:off x="4384800" y="291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38" name="SCHEM_line-0036"/>
              <p:cNvCxnSpPr/>
              <p:nvPr/>
            </p:nvCxnSpPr>
            <p:spPr>
              <a:xfrm>
                <a:off x="4428000" y="291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39" name="SCHEM_line-0037"/>
              <p:cNvCxnSpPr/>
              <p:nvPr/>
            </p:nvCxnSpPr>
            <p:spPr>
              <a:xfrm>
                <a:off x="4471200" y="291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0" name="SCHEM_line-0038"/>
              <p:cNvCxnSpPr/>
              <p:nvPr/>
            </p:nvCxnSpPr>
            <p:spPr>
              <a:xfrm>
                <a:off x="4514400" y="2916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1" name="SCHEM_line-0039"/>
              <p:cNvCxnSpPr/>
              <p:nvPr/>
            </p:nvCxnSpPr>
            <p:spPr>
              <a:xfrm>
                <a:off x="4384800" y="296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2" name="SCHEM_line-0040"/>
              <p:cNvCxnSpPr/>
              <p:nvPr/>
            </p:nvCxnSpPr>
            <p:spPr>
              <a:xfrm>
                <a:off x="4428000" y="296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3" name="SCHEM_line-0041"/>
              <p:cNvCxnSpPr/>
              <p:nvPr/>
            </p:nvCxnSpPr>
            <p:spPr>
              <a:xfrm>
                <a:off x="4471200" y="296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4" name="SCHEM_line-0042"/>
              <p:cNvCxnSpPr/>
              <p:nvPr/>
            </p:nvCxnSpPr>
            <p:spPr>
              <a:xfrm>
                <a:off x="4514400" y="2966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5" name="SCHEM_line-0043"/>
              <p:cNvCxnSpPr/>
              <p:nvPr/>
            </p:nvCxnSpPr>
            <p:spPr>
              <a:xfrm>
                <a:off x="4384800" y="301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6" name="SCHEM_line-0044"/>
              <p:cNvCxnSpPr/>
              <p:nvPr/>
            </p:nvCxnSpPr>
            <p:spPr>
              <a:xfrm>
                <a:off x="4428000" y="301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7" name="SCHEM_line-0045"/>
              <p:cNvCxnSpPr/>
              <p:nvPr/>
            </p:nvCxnSpPr>
            <p:spPr>
              <a:xfrm>
                <a:off x="4471200" y="301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8" name="SCHEM_line-0046"/>
              <p:cNvCxnSpPr/>
              <p:nvPr/>
            </p:nvCxnSpPr>
            <p:spPr>
              <a:xfrm>
                <a:off x="4514400" y="3016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9" name="SCHEM_line-0047"/>
              <p:cNvCxnSpPr/>
              <p:nvPr/>
            </p:nvCxnSpPr>
            <p:spPr>
              <a:xfrm>
                <a:off x="4384800" y="306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0" name="SCHEM_line-0048"/>
              <p:cNvCxnSpPr/>
              <p:nvPr/>
            </p:nvCxnSpPr>
            <p:spPr>
              <a:xfrm>
                <a:off x="4428000" y="306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1" name="SCHEM_line-0049"/>
              <p:cNvCxnSpPr/>
              <p:nvPr/>
            </p:nvCxnSpPr>
            <p:spPr>
              <a:xfrm>
                <a:off x="4471200" y="306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2" name="SCHEM_line-0050"/>
              <p:cNvCxnSpPr/>
              <p:nvPr/>
            </p:nvCxnSpPr>
            <p:spPr>
              <a:xfrm>
                <a:off x="4514400" y="3067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3" name="SCHEM_line-0051"/>
              <p:cNvCxnSpPr/>
              <p:nvPr/>
            </p:nvCxnSpPr>
            <p:spPr>
              <a:xfrm>
                <a:off x="4384800" y="311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4" name="SCHEM_line-0052"/>
              <p:cNvCxnSpPr/>
              <p:nvPr/>
            </p:nvCxnSpPr>
            <p:spPr>
              <a:xfrm>
                <a:off x="4428000" y="311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5" name="SCHEM_line-0053"/>
              <p:cNvCxnSpPr/>
              <p:nvPr/>
            </p:nvCxnSpPr>
            <p:spPr>
              <a:xfrm>
                <a:off x="4471200" y="311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6" name="SCHEM_line-0054"/>
              <p:cNvCxnSpPr/>
              <p:nvPr/>
            </p:nvCxnSpPr>
            <p:spPr>
              <a:xfrm>
                <a:off x="4514400" y="3117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7" name="SCHEM_line-0055"/>
              <p:cNvCxnSpPr/>
              <p:nvPr/>
            </p:nvCxnSpPr>
            <p:spPr>
              <a:xfrm>
                <a:off x="4384800" y="316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8" name="SCHEM_line-0056"/>
              <p:cNvCxnSpPr/>
              <p:nvPr/>
            </p:nvCxnSpPr>
            <p:spPr>
              <a:xfrm>
                <a:off x="4428000" y="316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9" name="SCHEM_line-0057"/>
              <p:cNvCxnSpPr/>
              <p:nvPr/>
            </p:nvCxnSpPr>
            <p:spPr>
              <a:xfrm>
                <a:off x="4471200" y="316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0" name="SCHEM_line-0058"/>
              <p:cNvCxnSpPr/>
              <p:nvPr/>
            </p:nvCxnSpPr>
            <p:spPr>
              <a:xfrm>
                <a:off x="4514400" y="3168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1" name="SCHEM_line-0059"/>
              <p:cNvCxnSpPr/>
              <p:nvPr/>
            </p:nvCxnSpPr>
            <p:spPr>
              <a:xfrm>
                <a:off x="4384800" y="321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2" name="SCHEM_line-0060"/>
              <p:cNvCxnSpPr/>
              <p:nvPr/>
            </p:nvCxnSpPr>
            <p:spPr>
              <a:xfrm>
                <a:off x="4428000" y="321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3" name="SCHEM_line-0061"/>
              <p:cNvCxnSpPr/>
              <p:nvPr/>
            </p:nvCxnSpPr>
            <p:spPr>
              <a:xfrm>
                <a:off x="4471200" y="321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4" name="SCHEM_line-0062"/>
              <p:cNvCxnSpPr/>
              <p:nvPr/>
            </p:nvCxnSpPr>
            <p:spPr>
              <a:xfrm>
                <a:off x="4514400" y="3218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5" name="SCHEM_line-0063"/>
              <p:cNvCxnSpPr/>
              <p:nvPr/>
            </p:nvCxnSpPr>
            <p:spPr>
              <a:xfrm>
                <a:off x="4384800" y="326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6" name="SCHEM_line-0064"/>
              <p:cNvCxnSpPr/>
              <p:nvPr/>
            </p:nvCxnSpPr>
            <p:spPr>
              <a:xfrm>
                <a:off x="4428000" y="326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7" name="SCHEM_line-0065"/>
              <p:cNvCxnSpPr/>
              <p:nvPr/>
            </p:nvCxnSpPr>
            <p:spPr>
              <a:xfrm>
                <a:off x="4471200" y="326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>
                <a:off x="4514400" y="3268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>
                <a:off x="4384800" y="331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0" name="SCHEM_line-0068"/>
              <p:cNvCxnSpPr/>
              <p:nvPr/>
            </p:nvCxnSpPr>
            <p:spPr>
              <a:xfrm>
                <a:off x="4428000" y="331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1" name="SCHEM_line-0069"/>
              <p:cNvCxnSpPr/>
              <p:nvPr/>
            </p:nvCxnSpPr>
            <p:spPr>
              <a:xfrm>
                <a:off x="4471200" y="331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2" name="SCHEM_line-0070"/>
              <p:cNvCxnSpPr/>
              <p:nvPr/>
            </p:nvCxnSpPr>
            <p:spPr>
              <a:xfrm>
                <a:off x="4514400" y="3319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3" name="SCHEM_line-0071"/>
              <p:cNvCxnSpPr/>
              <p:nvPr/>
            </p:nvCxnSpPr>
            <p:spPr>
              <a:xfrm>
                <a:off x="4384800" y="336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4" name="SCHEM_line-0072"/>
              <p:cNvCxnSpPr/>
              <p:nvPr/>
            </p:nvCxnSpPr>
            <p:spPr>
              <a:xfrm>
                <a:off x="4428000" y="336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5" name="SCHEM_line-0073"/>
              <p:cNvCxnSpPr/>
              <p:nvPr/>
            </p:nvCxnSpPr>
            <p:spPr>
              <a:xfrm>
                <a:off x="4471200" y="336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6" name="SCHEM_line-0074"/>
              <p:cNvCxnSpPr/>
              <p:nvPr/>
            </p:nvCxnSpPr>
            <p:spPr>
              <a:xfrm>
                <a:off x="4514400" y="3369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7" name="SCHEM_line-0075"/>
              <p:cNvCxnSpPr/>
              <p:nvPr/>
            </p:nvCxnSpPr>
            <p:spPr>
              <a:xfrm>
                <a:off x="4384800" y="342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8" name="SCHEM_line-0076"/>
              <p:cNvCxnSpPr/>
              <p:nvPr/>
            </p:nvCxnSpPr>
            <p:spPr>
              <a:xfrm>
                <a:off x="4428000" y="342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9" name="SCHEM_line-0077"/>
              <p:cNvCxnSpPr/>
              <p:nvPr/>
            </p:nvCxnSpPr>
            <p:spPr>
              <a:xfrm>
                <a:off x="4471200" y="342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0" name="SCHEM_line-0078"/>
              <p:cNvCxnSpPr/>
              <p:nvPr/>
            </p:nvCxnSpPr>
            <p:spPr>
              <a:xfrm>
                <a:off x="4514400" y="3420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1" name="SCHEM_line-0079"/>
              <p:cNvCxnSpPr/>
              <p:nvPr/>
            </p:nvCxnSpPr>
            <p:spPr>
              <a:xfrm>
                <a:off x="4384800" y="347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2" name="SCHEM_line-0080"/>
              <p:cNvCxnSpPr/>
              <p:nvPr/>
            </p:nvCxnSpPr>
            <p:spPr>
              <a:xfrm>
                <a:off x="4428000" y="347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3" name="SCHEM_line-0081"/>
              <p:cNvCxnSpPr/>
              <p:nvPr/>
            </p:nvCxnSpPr>
            <p:spPr>
              <a:xfrm>
                <a:off x="4471200" y="347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4" name="SCHEM_line-0082"/>
              <p:cNvCxnSpPr/>
              <p:nvPr/>
            </p:nvCxnSpPr>
            <p:spPr>
              <a:xfrm>
                <a:off x="4514400" y="3470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5" name="SCHEM_line-0083"/>
              <p:cNvCxnSpPr/>
              <p:nvPr/>
            </p:nvCxnSpPr>
            <p:spPr>
              <a:xfrm>
                <a:off x="4384800" y="352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6" name="SCHEM_line-0084"/>
              <p:cNvCxnSpPr/>
              <p:nvPr/>
            </p:nvCxnSpPr>
            <p:spPr>
              <a:xfrm>
                <a:off x="4428000" y="352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7" name="SCHEM_line-0085"/>
              <p:cNvCxnSpPr/>
              <p:nvPr/>
            </p:nvCxnSpPr>
            <p:spPr>
              <a:xfrm>
                <a:off x="4471200" y="352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4514400" y="3520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>
                <a:off x="4384800" y="357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0" name="SCHEM_line-0088"/>
              <p:cNvCxnSpPr/>
              <p:nvPr/>
            </p:nvCxnSpPr>
            <p:spPr>
              <a:xfrm>
                <a:off x="4428000" y="357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1" name="SCHEM_line-0089"/>
              <p:cNvCxnSpPr/>
              <p:nvPr/>
            </p:nvCxnSpPr>
            <p:spPr>
              <a:xfrm>
                <a:off x="4471200" y="357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2" name="SCHEM_line-0090"/>
              <p:cNvCxnSpPr/>
              <p:nvPr/>
            </p:nvCxnSpPr>
            <p:spPr>
              <a:xfrm>
                <a:off x="4514400" y="3571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3" name="SCHEM_line-0091"/>
              <p:cNvCxnSpPr/>
              <p:nvPr/>
            </p:nvCxnSpPr>
            <p:spPr>
              <a:xfrm>
                <a:off x="4384800" y="3621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4" name="SCHEM_line-0092"/>
              <p:cNvCxnSpPr/>
              <p:nvPr/>
            </p:nvCxnSpPr>
            <p:spPr>
              <a:xfrm>
                <a:off x="4428000" y="3621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5" name="SCHEM_line-0093"/>
              <p:cNvCxnSpPr/>
              <p:nvPr/>
            </p:nvCxnSpPr>
            <p:spPr>
              <a:xfrm>
                <a:off x="4471200" y="3621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6" name="SCHEM_line-0094"/>
              <p:cNvCxnSpPr/>
              <p:nvPr/>
            </p:nvCxnSpPr>
            <p:spPr>
              <a:xfrm>
                <a:off x="4514400" y="3621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7" name="SCHEM_line-0095"/>
              <p:cNvCxnSpPr/>
              <p:nvPr/>
            </p:nvCxnSpPr>
            <p:spPr>
              <a:xfrm>
                <a:off x="4384800" y="3672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8" name="SCHEM_line-0096"/>
              <p:cNvCxnSpPr/>
              <p:nvPr/>
            </p:nvCxnSpPr>
            <p:spPr>
              <a:xfrm>
                <a:off x="4428000" y="3672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9" name="SCHEM_line-0097"/>
              <p:cNvCxnSpPr/>
              <p:nvPr/>
            </p:nvCxnSpPr>
            <p:spPr>
              <a:xfrm>
                <a:off x="4471200" y="3672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0" name="SCHEM_line-0098"/>
              <p:cNvCxnSpPr/>
              <p:nvPr/>
            </p:nvCxnSpPr>
            <p:spPr>
              <a:xfrm>
                <a:off x="4514400" y="3672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>
                <a:off x="4384800" y="3722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2" name="SCHEM_line-0100"/>
              <p:cNvCxnSpPr/>
              <p:nvPr/>
            </p:nvCxnSpPr>
            <p:spPr>
              <a:xfrm>
                <a:off x="4428000" y="3722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3" name="SCHEM_line-0101"/>
              <p:cNvCxnSpPr/>
              <p:nvPr/>
            </p:nvCxnSpPr>
            <p:spPr>
              <a:xfrm>
                <a:off x="4471200" y="3722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>
                <a:off x="4514400" y="3722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5" name="SCHEM_line-0103"/>
              <p:cNvCxnSpPr/>
              <p:nvPr/>
            </p:nvCxnSpPr>
            <p:spPr>
              <a:xfrm>
                <a:off x="4384800" y="3772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6" name="SCHEM_line-0104"/>
              <p:cNvCxnSpPr/>
              <p:nvPr/>
            </p:nvCxnSpPr>
            <p:spPr>
              <a:xfrm>
                <a:off x="4428000" y="3772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7" name="SCHEM_line-0105"/>
              <p:cNvCxnSpPr/>
              <p:nvPr/>
            </p:nvCxnSpPr>
            <p:spPr>
              <a:xfrm>
                <a:off x="4471200" y="3772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8" name="SCHEM_line-0106"/>
              <p:cNvCxnSpPr/>
              <p:nvPr/>
            </p:nvCxnSpPr>
            <p:spPr>
              <a:xfrm>
                <a:off x="4514400" y="3772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9" name="SCHEM_line-0107"/>
              <p:cNvCxnSpPr/>
              <p:nvPr/>
            </p:nvCxnSpPr>
            <p:spPr>
              <a:xfrm>
                <a:off x="4384800" y="3823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0" name="SCHEM_line-0108"/>
              <p:cNvCxnSpPr/>
              <p:nvPr/>
            </p:nvCxnSpPr>
            <p:spPr>
              <a:xfrm>
                <a:off x="4428000" y="3823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1" name="SCHEM_line-0109"/>
              <p:cNvCxnSpPr/>
              <p:nvPr/>
            </p:nvCxnSpPr>
            <p:spPr>
              <a:xfrm>
                <a:off x="4471200" y="3823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2" name="SCHEM_line-0110"/>
              <p:cNvCxnSpPr/>
              <p:nvPr/>
            </p:nvCxnSpPr>
            <p:spPr>
              <a:xfrm>
                <a:off x="4514400" y="3823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3" name="SCHEM_line-0111"/>
              <p:cNvCxnSpPr/>
              <p:nvPr/>
            </p:nvCxnSpPr>
            <p:spPr>
              <a:xfrm>
                <a:off x="4384800" y="3873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4" name="SCHEM_line-0112"/>
              <p:cNvCxnSpPr/>
              <p:nvPr/>
            </p:nvCxnSpPr>
            <p:spPr>
              <a:xfrm>
                <a:off x="4428000" y="3873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5" name="SCHEM_line-0113"/>
              <p:cNvCxnSpPr/>
              <p:nvPr/>
            </p:nvCxnSpPr>
            <p:spPr>
              <a:xfrm>
                <a:off x="4471200" y="3873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6" name="SCHEM_line-0114"/>
              <p:cNvCxnSpPr/>
              <p:nvPr/>
            </p:nvCxnSpPr>
            <p:spPr>
              <a:xfrm>
                <a:off x="4514400" y="3873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7" name="SCHEM_line-0115"/>
              <p:cNvCxnSpPr/>
              <p:nvPr/>
            </p:nvCxnSpPr>
            <p:spPr>
              <a:xfrm>
                <a:off x="4384800" y="3924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8" name="SCHEM_line-0116"/>
              <p:cNvCxnSpPr/>
              <p:nvPr/>
            </p:nvCxnSpPr>
            <p:spPr>
              <a:xfrm>
                <a:off x="4428000" y="3924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9" name="SCHEM_line-0117"/>
              <p:cNvCxnSpPr/>
              <p:nvPr/>
            </p:nvCxnSpPr>
            <p:spPr>
              <a:xfrm>
                <a:off x="4471200" y="3924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0" name="SCHEM_line-0118"/>
              <p:cNvCxnSpPr/>
              <p:nvPr/>
            </p:nvCxnSpPr>
            <p:spPr>
              <a:xfrm>
                <a:off x="4514400" y="3924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1" name="SCHEM_line-0119"/>
              <p:cNvCxnSpPr/>
              <p:nvPr/>
            </p:nvCxnSpPr>
            <p:spPr>
              <a:xfrm>
                <a:off x="4384800" y="3974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2" name="SCHEM_line-0120"/>
              <p:cNvCxnSpPr/>
              <p:nvPr/>
            </p:nvCxnSpPr>
            <p:spPr>
              <a:xfrm>
                <a:off x="4428000" y="3974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3" name="SCHEM_line-0121"/>
              <p:cNvCxnSpPr/>
              <p:nvPr/>
            </p:nvCxnSpPr>
            <p:spPr>
              <a:xfrm>
                <a:off x="4471200" y="3974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4" name="SCHEM_line-0122"/>
              <p:cNvCxnSpPr/>
              <p:nvPr/>
            </p:nvCxnSpPr>
            <p:spPr>
              <a:xfrm>
                <a:off x="4514400" y="3974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5" name="SCHEM_line-0123"/>
              <p:cNvCxnSpPr/>
              <p:nvPr/>
            </p:nvCxnSpPr>
            <p:spPr>
              <a:xfrm>
                <a:off x="4384800" y="4024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6" name="SCHEM_line-0124"/>
              <p:cNvCxnSpPr/>
              <p:nvPr/>
            </p:nvCxnSpPr>
            <p:spPr>
              <a:xfrm>
                <a:off x="4428000" y="4024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7" name="SCHEM_line-0125"/>
              <p:cNvCxnSpPr/>
              <p:nvPr/>
            </p:nvCxnSpPr>
            <p:spPr>
              <a:xfrm>
                <a:off x="4471200" y="4024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8" name="SCHEM_line-0126"/>
              <p:cNvCxnSpPr/>
              <p:nvPr/>
            </p:nvCxnSpPr>
            <p:spPr>
              <a:xfrm>
                <a:off x="4514400" y="4024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9" name="SCHEM_line-0127"/>
              <p:cNvCxnSpPr/>
              <p:nvPr/>
            </p:nvCxnSpPr>
            <p:spPr>
              <a:xfrm>
                <a:off x="4384800" y="4075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0" name="SCHEM_line-0128"/>
              <p:cNvCxnSpPr/>
              <p:nvPr/>
            </p:nvCxnSpPr>
            <p:spPr>
              <a:xfrm>
                <a:off x="4428000" y="4075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1" name="SCHEM_line-0129"/>
              <p:cNvCxnSpPr/>
              <p:nvPr/>
            </p:nvCxnSpPr>
            <p:spPr>
              <a:xfrm>
                <a:off x="4471200" y="4075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2" name="SCHEM_line-0130"/>
              <p:cNvCxnSpPr/>
              <p:nvPr/>
            </p:nvCxnSpPr>
            <p:spPr>
              <a:xfrm>
                <a:off x="4514400" y="4075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3" name="SCHEM_line-0131"/>
              <p:cNvCxnSpPr/>
              <p:nvPr/>
            </p:nvCxnSpPr>
            <p:spPr>
              <a:xfrm>
                <a:off x="4384800" y="4125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4" name="SCHEM_line-0132"/>
              <p:cNvCxnSpPr/>
              <p:nvPr/>
            </p:nvCxnSpPr>
            <p:spPr>
              <a:xfrm>
                <a:off x="4428000" y="4125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>
                <a:off x="4471200" y="4125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6" name="SCHEM_line-0134"/>
              <p:cNvCxnSpPr/>
              <p:nvPr/>
            </p:nvCxnSpPr>
            <p:spPr>
              <a:xfrm>
                <a:off x="4514400" y="4125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7" name="SCHEM_line-0135"/>
              <p:cNvCxnSpPr/>
              <p:nvPr/>
            </p:nvCxnSpPr>
            <p:spPr>
              <a:xfrm>
                <a:off x="4384800" y="417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8" name="SCHEM_line-0136"/>
              <p:cNvCxnSpPr/>
              <p:nvPr/>
            </p:nvCxnSpPr>
            <p:spPr>
              <a:xfrm>
                <a:off x="4428000" y="417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>
                <a:off x="4471200" y="417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>
                <a:off x="4514400" y="4176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1" name="SCHEM_line-0139"/>
              <p:cNvCxnSpPr/>
              <p:nvPr/>
            </p:nvCxnSpPr>
            <p:spPr>
              <a:xfrm>
                <a:off x="4384800" y="422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2" name="SCHEM_line-0140"/>
              <p:cNvCxnSpPr/>
              <p:nvPr/>
            </p:nvCxnSpPr>
            <p:spPr>
              <a:xfrm>
                <a:off x="4428000" y="422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3" name="SCHEM_line-0141"/>
              <p:cNvCxnSpPr/>
              <p:nvPr/>
            </p:nvCxnSpPr>
            <p:spPr>
              <a:xfrm>
                <a:off x="4471200" y="422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4" name="SCHEM_line-0142"/>
              <p:cNvCxnSpPr/>
              <p:nvPr/>
            </p:nvCxnSpPr>
            <p:spPr>
              <a:xfrm>
                <a:off x="4514400" y="4226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5" name="SCHEM_line-0143"/>
              <p:cNvCxnSpPr/>
              <p:nvPr/>
            </p:nvCxnSpPr>
            <p:spPr>
              <a:xfrm>
                <a:off x="4384800" y="427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6" name="SCHEM_line-0144"/>
              <p:cNvCxnSpPr/>
              <p:nvPr/>
            </p:nvCxnSpPr>
            <p:spPr>
              <a:xfrm>
                <a:off x="4428000" y="427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7" name="SCHEM_line-0145"/>
              <p:cNvCxnSpPr/>
              <p:nvPr/>
            </p:nvCxnSpPr>
            <p:spPr>
              <a:xfrm>
                <a:off x="4471200" y="427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8" name="SCHEM_line-0146"/>
              <p:cNvCxnSpPr/>
              <p:nvPr/>
            </p:nvCxnSpPr>
            <p:spPr>
              <a:xfrm>
                <a:off x="4514400" y="4276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9" name="SCHEM_line-0147"/>
              <p:cNvCxnSpPr/>
              <p:nvPr/>
            </p:nvCxnSpPr>
            <p:spPr>
              <a:xfrm>
                <a:off x="4384800" y="432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0" name="SCHEM_line-0148"/>
              <p:cNvCxnSpPr/>
              <p:nvPr/>
            </p:nvCxnSpPr>
            <p:spPr>
              <a:xfrm>
                <a:off x="4428000" y="432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1" name="SCHEM_line-0149"/>
              <p:cNvCxnSpPr/>
              <p:nvPr/>
            </p:nvCxnSpPr>
            <p:spPr>
              <a:xfrm>
                <a:off x="4471200" y="432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2" name="SCHEM_line-0150"/>
              <p:cNvCxnSpPr/>
              <p:nvPr/>
            </p:nvCxnSpPr>
            <p:spPr>
              <a:xfrm>
                <a:off x="4514400" y="4327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3" name="SCHEM_line-0151"/>
              <p:cNvCxnSpPr/>
              <p:nvPr/>
            </p:nvCxnSpPr>
            <p:spPr>
              <a:xfrm>
                <a:off x="4384800" y="437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4" name="SCHEM_line-0152"/>
              <p:cNvCxnSpPr/>
              <p:nvPr/>
            </p:nvCxnSpPr>
            <p:spPr>
              <a:xfrm>
                <a:off x="4428000" y="437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5" name="SCHEM_line-0153"/>
              <p:cNvCxnSpPr/>
              <p:nvPr/>
            </p:nvCxnSpPr>
            <p:spPr>
              <a:xfrm>
                <a:off x="4471200" y="437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6" name="SCHEM_line-0154"/>
              <p:cNvCxnSpPr/>
              <p:nvPr/>
            </p:nvCxnSpPr>
            <p:spPr>
              <a:xfrm>
                <a:off x="4514400" y="4377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7" name="SCHEM_line-0155"/>
              <p:cNvCxnSpPr/>
              <p:nvPr/>
            </p:nvCxnSpPr>
            <p:spPr>
              <a:xfrm>
                <a:off x="4384800" y="442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8" name="SCHEM_line-0156"/>
              <p:cNvCxnSpPr/>
              <p:nvPr/>
            </p:nvCxnSpPr>
            <p:spPr>
              <a:xfrm>
                <a:off x="4428000" y="442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9" name="SCHEM_line-0157"/>
              <p:cNvCxnSpPr/>
              <p:nvPr/>
            </p:nvCxnSpPr>
            <p:spPr>
              <a:xfrm>
                <a:off x="4471200" y="442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0" name="SCHEM_line-0158"/>
              <p:cNvCxnSpPr/>
              <p:nvPr/>
            </p:nvCxnSpPr>
            <p:spPr>
              <a:xfrm>
                <a:off x="4514400" y="4428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1" name="SCHEM_line-0159"/>
              <p:cNvCxnSpPr/>
              <p:nvPr/>
            </p:nvCxnSpPr>
            <p:spPr>
              <a:xfrm>
                <a:off x="4384800" y="447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2" name="SCHEM_line-0160"/>
              <p:cNvCxnSpPr/>
              <p:nvPr/>
            </p:nvCxnSpPr>
            <p:spPr>
              <a:xfrm>
                <a:off x="4428000" y="447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3" name="SCHEM_line-0161"/>
              <p:cNvCxnSpPr/>
              <p:nvPr/>
            </p:nvCxnSpPr>
            <p:spPr>
              <a:xfrm>
                <a:off x="4471200" y="447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4" name="SCHEM_line-0162"/>
              <p:cNvCxnSpPr/>
              <p:nvPr/>
            </p:nvCxnSpPr>
            <p:spPr>
              <a:xfrm>
                <a:off x="4514400" y="4478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5" name="SCHEM_line-0163"/>
              <p:cNvCxnSpPr/>
              <p:nvPr/>
            </p:nvCxnSpPr>
            <p:spPr>
              <a:xfrm>
                <a:off x="4384800" y="452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6" name="SCHEM_line-0164"/>
              <p:cNvCxnSpPr/>
              <p:nvPr/>
            </p:nvCxnSpPr>
            <p:spPr>
              <a:xfrm>
                <a:off x="4428000" y="452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7" name="SCHEM_line-0165"/>
              <p:cNvCxnSpPr/>
              <p:nvPr/>
            </p:nvCxnSpPr>
            <p:spPr>
              <a:xfrm>
                <a:off x="4471200" y="452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8" name="SCHEM_line-0166"/>
              <p:cNvCxnSpPr/>
              <p:nvPr/>
            </p:nvCxnSpPr>
            <p:spPr>
              <a:xfrm>
                <a:off x="4514400" y="4528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9" name="SCHEM_line-0167"/>
              <p:cNvCxnSpPr/>
              <p:nvPr/>
            </p:nvCxnSpPr>
            <p:spPr>
              <a:xfrm>
                <a:off x="4384800" y="457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0" name="SCHEM_line-0168"/>
              <p:cNvCxnSpPr/>
              <p:nvPr/>
            </p:nvCxnSpPr>
            <p:spPr>
              <a:xfrm>
                <a:off x="4428000" y="457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1" name="SCHEM_line-0169"/>
              <p:cNvCxnSpPr/>
              <p:nvPr/>
            </p:nvCxnSpPr>
            <p:spPr>
              <a:xfrm>
                <a:off x="4471200" y="457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2" name="SCHEM_line-0170"/>
              <p:cNvCxnSpPr/>
              <p:nvPr/>
            </p:nvCxnSpPr>
            <p:spPr>
              <a:xfrm>
                <a:off x="4514400" y="4579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3" name="SCHEM_line-0171"/>
              <p:cNvCxnSpPr/>
              <p:nvPr/>
            </p:nvCxnSpPr>
            <p:spPr>
              <a:xfrm>
                <a:off x="4384800" y="462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4" name="SCHEM_line-0172"/>
              <p:cNvCxnSpPr/>
              <p:nvPr/>
            </p:nvCxnSpPr>
            <p:spPr>
              <a:xfrm>
                <a:off x="4428000" y="462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5" name="SCHEM_line-0173"/>
              <p:cNvCxnSpPr/>
              <p:nvPr/>
            </p:nvCxnSpPr>
            <p:spPr>
              <a:xfrm>
                <a:off x="4471200" y="462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6" name="SCHEM_line-0174"/>
              <p:cNvCxnSpPr/>
              <p:nvPr/>
            </p:nvCxnSpPr>
            <p:spPr>
              <a:xfrm>
                <a:off x="4514400" y="4629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7" name="SCHEM_line-0175"/>
              <p:cNvCxnSpPr/>
              <p:nvPr/>
            </p:nvCxnSpPr>
            <p:spPr>
              <a:xfrm>
                <a:off x="4384800" y="468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8" name="SCHEM_line-0176"/>
              <p:cNvCxnSpPr/>
              <p:nvPr/>
            </p:nvCxnSpPr>
            <p:spPr>
              <a:xfrm>
                <a:off x="4428000" y="468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9" name="SCHEM_line-0177"/>
              <p:cNvCxnSpPr/>
              <p:nvPr/>
            </p:nvCxnSpPr>
            <p:spPr>
              <a:xfrm>
                <a:off x="4471200" y="468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0" name="SCHEM_line-0178"/>
              <p:cNvCxnSpPr/>
              <p:nvPr/>
            </p:nvCxnSpPr>
            <p:spPr>
              <a:xfrm>
                <a:off x="4514400" y="4680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1" name="SCHEM_line-0179"/>
              <p:cNvCxnSpPr/>
              <p:nvPr/>
            </p:nvCxnSpPr>
            <p:spPr>
              <a:xfrm>
                <a:off x="4384800" y="473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2" name="SCHEM_line-0180"/>
              <p:cNvCxnSpPr/>
              <p:nvPr/>
            </p:nvCxnSpPr>
            <p:spPr>
              <a:xfrm>
                <a:off x="4428000" y="473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3" name="SCHEM_line-0181"/>
              <p:cNvCxnSpPr/>
              <p:nvPr/>
            </p:nvCxnSpPr>
            <p:spPr>
              <a:xfrm>
                <a:off x="4471200" y="473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4" name="SCHEM_line-0182"/>
              <p:cNvCxnSpPr/>
              <p:nvPr/>
            </p:nvCxnSpPr>
            <p:spPr>
              <a:xfrm>
                <a:off x="4514400" y="4730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5" name="SCHEM_line-0183"/>
              <p:cNvCxnSpPr/>
              <p:nvPr/>
            </p:nvCxnSpPr>
            <p:spPr>
              <a:xfrm>
                <a:off x="4384800" y="478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6" name="SCHEM_line-0184"/>
              <p:cNvCxnSpPr/>
              <p:nvPr/>
            </p:nvCxnSpPr>
            <p:spPr>
              <a:xfrm>
                <a:off x="4428000" y="478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7" name="SCHEM_line-0185"/>
              <p:cNvCxnSpPr/>
              <p:nvPr/>
            </p:nvCxnSpPr>
            <p:spPr>
              <a:xfrm>
                <a:off x="4471200" y="478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8" name="SCHEM_line-0186"/>
              <p:cNvCxnSpPr/>
              <p:nvPr/>
            </p:nvCxnSpPr>
            <p:spPr>
              <a:xfrm>
                <a:off x="4514400" y="4780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9" name="SCHEM_line-0187"/>
              <p:cNvCxnSpPr/>
              <p:nvPr/>
            </p:nvCxnSpPr>
            <p:spPr>
              <a:xfrm>
                <a:off x="4384800" y="483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90" name="SCHEM_line-0188"/>
              <p:cNvCxnSpPr/>
              <p:nvPr/>
            </p:nvCxnSpPr>
            <p:spPr>
              <a:xfrm>
                <a:off x="4428000" y="483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91" name="SCHEM_line-0189"/>
              <p:cNvCxnSpPr/>
              <p:nvPr/>
            </p:nvCxnSpPr>
            <p:spPr>
              <a:xfrm>
                <a:off x="4471200" y="483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92" name="SCHEM_line-0190"/>
              <p:cNvCxnSpPr/>
              <p:nvPr/>
            </p:nvCxnSpPr>
            <p:spPr>
              <a:xfrm>
                <a:off x="4514400" y="4831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sp>
            <p:nvSpPr>
              <p:cNvPr id="193" name="SCHEM_rect-0191"/>
              <p:cNvSpPr/>
              <p:nvPr/>
            </p:nvSpPr>
            <p:spPr>
              <a:xfrm>
                <a:off x="3405600" y="3204000"/>
                <a:ext cx="208800" cy="1346400"/>
              </a:xfrm>
              <a:prstGeom prst="rect">
                <a:avLst/>
              </a:prstGeom>
              <a:solidFill>
                <a:srgbClr val="B8B9B5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94" name="SCHEM_line-0192"/>
              <p:cNvCxnSpPr/>
              <p:nvPr/>
            </p:nvCxnSpPr>
            <p:spPr>
              <a:xfrm flipV="1">
                <a:off x="3420000" y="321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5" name="SCHEM_line-0193"/>
              <p:cNvCxnSpPr/>
              <p:nvPr/>
            </p:nvCxnSpPr>
            <p:spPr>
              <a:xfrm flipV="1">
                <a:off x="3420000" y="3261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6" name="SCHEM_line-0194"/>
              <p:cNvCxnSpPr/>
              <p:nvPr/>
            </p:nvCxnSpPr>
            <p:spPr>
              <a:xfrm flipV="1">
                <a:off x="3420000" y="3312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7" name="SCHEM_line-0195"/>
              <p:cNvCxnSpPr/>
              <p:nvPr/>
            </p:nvCxnSpPr>
            <p:spPr>
              <a:xfrm flipV="1">
                <a:off x="3420000" y="3362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8" name="SCHEM_line-0196"/>
              <p:cNvCxnSpPr/>
              <p:nvPr/>
            </p:nvCxnSpPr>
            <p:spPr>
              <a:xfrm flipV="1">
                <a:off x="3420000" y="3412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9" name="SCHEM_line-0197"/>
              <p:cNvCxnSpPr/>
              <p:nvPr/>
            </p:nvCxnSpPr>
            <p:spPr>
              <a:xfrm flipV="1">
                <a:off x="3420000" y="3463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0" name="SCHEM_line-0198"/>
              <p:cNvCxnSpPr/>
              <p:nvPr/>
            </p:nvCxnSpPr>
            <p:spPr>
              <a:xfrm flipV="1">
                <a:off x="3420000" y="3513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1" name="SCHEM_line-0199"/>
              <p:cNvCxnSpPr/>
              <p:nvPr/>
            </p:nvCxnSpPr>
            <p:spPr>
              <a:xfrm flipV="1">
                <a:off x="3420000" y="3564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2" name="SCHEM_line-0200"/>
              <p:cNvCxnSpPr/>
              <p:nvPr/>
            </p:nvCxnSpPr>
            <p:spPr>
              <a:xfrm flipV="1">
                <a:off x="3420000" y="3614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3" name="SCHEM_line-0201"/>
              <p:cNvCxnSpPr/>
              <p:nvPr/>
            </p:nvCxnSpPr>
            <p:spPr>
              <a:xfrm flipV="1">
                <a:off x="3420000" y="3664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4" name="SCHEM_line-0202"/>
              <p:cNvCxnSpPr/>
              <p:nvPr/>
            </p:nvCxnSpPr>
            <p:spPr>
              <a:xfrm flipV="1">
                <a:off x="3420000" y="3715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5" name="SCHEM_line-0203"/>
              <p:cNvCxnSpPr/>
              <p:nvPr/>
            </p:nvCxnSpPr>
            <p:spPr>
              <a:xfrm flipV="1">
                <a:off x="3420000" y="3765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6" name="SCHEM_line-0204"/>
              <p:cNvCxnSpPr/>
              <p:nvPr/>
            </p:nvCxnSpPr>
            <p:spPr>
              <a:xfrm flipV="1">
                <a:off x="3420000" y="3816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7" name="SCHEM_line-0205"/>
              <p:cNvCxnSpPr/>
              <p:nvPr/>
            </p:nvCxnSpPr>
            <p:spPr>
              <a:xfrm flipV="1">
                <a:off x="3420000" y="3866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8" name="SCHEM_line-0206"/>
              <p:cNvCxnSpPr/>
              <p:nvPr/>
            </p:nvCxnSpPr>
            <p:spPr>
              <a:xfrm flipV="1">
                <a:off x="3420000" y="3916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9" name="SCHEM_line-0207"/>
              <p:cNvCxnSpPr/>
              <p:nvPr/>
            </p:nvCxnSpPr>
            <p:spPr>
              <a:xfrm flipV="1">
                <a:off x="3420000" y="3967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0" name="SCHEM_line-0208"/>
              <p:cNvCxnSpPr/>
              <p:nvPr/>
            </p:nvCxnSpPr>
            <p:spPr>
              <a:xfrm flipV="1">
                <a:off x="3420000" y="4017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1" name="SCHEM_line-0209"/>
              <p:cNvCxnSpPr/>
              <p:nvPr/>
            </p:nvCxnSpPr>
            <p:spPr>
              <a:xfrm flipV="1">
                <a:off x="3420000" y="4068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2" name="SCHEM_line-0210"/>
              <p:cNvCxnSpPr/>
              <p:nvPr/>
            </p:nvCxnSpPr>
            <p:spPr>
              <a:xfrm flipV="1">
                <a:off x="3420000" y="4118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3" name="SCHEM_line-0211"/>
              <p:cNvCxnSpPr/>
              <p:nvPr/>
            </p:nvCxnSpPr>
            <p:spPr>
              <a:xfrm flipV="1">
                <a:off x="3420000" y="4168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4" name="SCHEM_line-0212"/>
              <p:cNvCxnSpPr/>
              <p:nvPr/>
            </p:nvCxnSpPr>
            <p:spPr>
              <a:xfrm flipV="1">
                <a:off x="3420000" y="4219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5" name="SCHEM_line-0213"/>
              <p:cNvCxnSpPr/>
              <p:nvPr/>
            </p:nvCxnSpPr>
            <p:spPr>
              <a:xfrm flipV="1">
                <a:off x="3420000" y="4269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6" name="SCHEM_line-0214"/>
              <p:cNvCxnSpPr/>
              <p:nvPr/>
            </p:nvCxnSpPr>
            <p:spPr>
              <a:xfrm flipV="1">
                <a:off x="3420000" y="4320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7" name="SCHEM_line-0215"/>
              <p:cNvCxnSpPr/>
              <p:nvPr/>
            </p:nvCxnSpPr>
            <p:spPr>
              <a:xfrm flipV="1">
                <a:off x="3420000" y="4370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8" name="SCHEM_line-0216"/>
              <p:cNvCxnSpPr/>
              <p:nvPr/>
            </p:nvCxnSpPr>
            <p:spPr>
              <a:xfrm flipV="1">
                <a:off x="3420000" y="4420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9" name="SCHEM_line-0217"/>
              <p:cNvCxnSpPr/>
              <p:nvPr/>
            </p:nvCxnSpPr>
            <p:spPr>
              <a:xfrm flipV="1">
                <a:off x="3420000" y="447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220" name="SCHEM_rect-0218"/>
              <p:cNvSpPr/>
              <p:nvPr/>
            </p:nvSpPr>
            <p:spPr>
              <a:xfrm>
                <a:off x="5270400" y="3204000"/>
                <a:ext cx="208800" cy="1346400"/>
              </a:xfrm>
              <a:prstGeom prst="rect">
                <a:avLst/>
              </a:prstGeom>
              <a:solidFill>
                <a:srgbClr val="B8B9B5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21" name="SCHEM_line-0219"/>
              <p:cNvCxnSpPr/>
              <p:nvPr/>
            </p:nvCxnSpPr>
            <p:spPr>
              <a:xfrm flipV="1">
                <a:off x="5284800" y="321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2" name="SCHEM_line-0220"/>
              <p:cNvCxnSpPr/>
              <p:nvPr/>
            </p:nvCxnSpPr>
            <p:spPr>
              <a:xfrm flipV="1">
                <a:off x="5284800" y="3261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3" name="SCHEM_line-0221"/>
              <p:cNvCxnSpPr/>
              <p:nvPr/>
            </p:nvCxnSpPr>
            <p:spPr>
              <a:xfrm flipV="1">
                <a:off x="5284800" y="3312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4" name="SCHEM_line-0222"/>
              <p:cNvCxnSpPr/>
              <p:nvPr/>
            </p:nvCxnSpPr>
            <p:spPr>
              <a:xfrm flipV="1">
                <a:off x="5284800" y="3362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5" name="SCHEM_line-0223"/>
              <p:cNvCxnSpPr/>
              <p:nvPr/>
            </p:nvCxnSpPr>
            <p:spPr>
              <a:xfrm flipV="1">
                <a:off x="5284800" y="3412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6" name="SCHEM_line-0224"/>
              <p:cNvCxnSpPr/>
              <p:nvPr/>
            </p:nvCxnSpPr>
            <p:spPr>
              <a:xfrm flipV="1">
                <a:off x="5284800" y="3463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7" name="SCHEM_line-0225"/>
              <p:cNvCxnSpPr/>
              <p:nvPr/>
            </p:nvCxnSpPr>
            <p:spPr>
              <a:xfrm flipV="1">
                <a:off x="5284800" y="3513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8" name="SCHEM_line-0226"/>
              <p:cNvCxnSpPr/>
              <p:nvPr/>
            </p:nvCxnSpPr>
            <p:spPr>
              <a:xfrm flipV="1">
                <a:off x="5284800" y="3564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9" name="SCHEM_line-0227"/>
              <p:cNvCxnSpPr/>
              <p:nvPr/>
            </p:nvCxnSpPr>
            <p:spPr>
              <a:xfrm flipV="1">
                <a:off x="5284800" y="3614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0" name="SCHEM_line-0228"/>
              <p:cNvCxnSpPr/>
              <p:nvPr/>
            </p:nvCxnSpPr>
            <p:spPr>
              <a:xfrm flipV="1">
                <a:off x="5284800" y="3664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1" name="SCHEM_line-0229"/>
              <p:cNvCxnSpPr/>
              <p:nvPr/>
            </p:nvCxnSpPr>
            <p:spPr>
              <a:xfrm flipV="1">
                <a:off x="5284800" y="3715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2" name="SCHEM_line-0230"/>
              <p:cNvCxnSpPr/>
              <p:nvPr/>
            </p:nvCxnSpPr>
            <p:spPr>
              <a:xfrm flipV="1">
                <a:off x="5284800" y="3765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3" name="SCHEM_line-0231"/>
              <p:cNvCxnSpPr/>
              <p:nvPr/>
            </p:nvCxnSpPr>
            <p:spPr>
              <a:xfrm flipV="1">
                <a:off x="5284800" y="3816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4" name="SCHEM_line-0232"/>
              <p:cNvCxnSpPr/>
              <p:nvPr/>
            </p:nvCxnSpPr>
            <p:spPr>
              <a:xfrm flipV="1">
                <a:off x="5284800" y="3866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5" name="SCHEM_line-0233"/>
              <p:cNvCxnSpPr/>
              <p:nvPr/>
            </p:nvCxnSpPr>
            <p:spPr>
              <a:xfrm flipV="1">
                <a:off x="5284800" y="3916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6" name="SCHEM_line-0234"/>
              <p:cNvCxnSpPr/>
              <p:nvPr/>
            </p:nvCxnSpPr>
            <p:spPr>
              <a:xfrm flipV="1">
                <a:off x="5284800" y="3967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7" name="SCHEM_line-0235"/>
              <p:cNvCxnSpPr/>
              <p:nvPr/>
            </p:nvCxnSpPr>
            <p:spPr>
              <a:xfrm flipV="1">
                <a:off x="5284800" y="4017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8" name="SCHEM_line-0236"/>
              <p:cNvCxnSpPr/>
              <p:nvPr/>
            </p:nvCxnSpPr>
            <p:spPr>
              <a:xfrm flipV="1">
                <a:off x="5284800" y="4068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9" name="SCHEM_line-0237"/>
              <p:cNvCxnSpPr/>
              <p:nvPr/>
            </p:nvCxnSpPr>
            <p:spPr>
              <a:xfrm flipV="1">
                <a:off x="5284800" y="4118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0" name="SCHEM_line-0238"/>
              <p:cNvCxnSpPr/>
              <p:nvPr/>
            </p:nvCxnSpPr>
            <p:spPr>
              <a:xfrm flipV="1">
                <a:off x="5284800" y="4168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1" name="SCHEM_line-0239"/>
              <p:cNvCxnSpPr/>
              <p:nvPr/>
            </p:nvCxnSpPr>
            <p:spPr>
              <a:xfrm flipV="1">
                <a:off x="5284800" y="4219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2" name="SCHEM_line-0240"/>
              <p:cNvCxnSpPr/>
              <p:nvPr/>
            </p:nvCxnSpPr>
            <p:spPr>
              <a:xfrm flipV="1">
                <a:off x="5284800" y="4269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3" name="SCHEM_line-0241"/>
              <p:cNvCxnSpPr/>
              <p:nvPr/>
            </p:nvCxnSpPr>
            <p:spPr>
              <a:xfrm flipV="1">
                <a:off x="5284800" y="4320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4" name="SCHEM_line-0242"/>
              <p:cNvCxnSpPr/>
              <p:nvPr/>
            </p:nvCxnSpPr>
            <p:spPr>
              <a:xfrm flipV="1">
                <a:off x="5284800" y="4370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5" name="SCHEM_line-0243"/>
              <p:cNvCxnSpPr/>
              <p:nvPr/>
            </p:nvCxnSpPr>
            <p:spPr>
              <a:xfrm flipV="1">
                <a:off x="5284800" y="4420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6" name="SCHEM_line-0244"/>
              <p:cNvCxnSpPr/>
              <p:nvPr/>
            </p:nvCxnSpPr>
            <p:spPr>
              <a:xfrm flipV="1">
                <a:off x="5284800" y="447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247" name="SCHEM_path-0245"/>
              <p:cNvSpPr/>
              <p:nvPr/>
            </p:nvSpPr>
            <p:spPr>
              <a:xfrm>
                <a:off x="3506400" y="2376000"/>
                <a:ext cx="828000" cy="828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828000">
                    <a:moveTo>
                      <a:pt x="0" y="828000"/>
                    </a:moveTo>
                    <a:lnTo>
                      <a:pt x="0" y="0"/>
                    </a:lnTo>
                    <a:lnTo>
                      <a:pt x="828000" y="0"/>
                    </a:lnTo>
                  </a:path>
                </a:pathLst>
              </a:custGeom>
              <a:noFill/>
              <a:ln w="180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48" name="SCHEM_path-0246"/>
              <p:cNvSpPr/>
              <p:nvPr/>
            </p:nvSpPr>
            <p:spPr>
              <a:xfrm>
                <a:off x="4543200" y="2376000"/>
                <a:ext cx="828000" cy="828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828000">
                    <a:moveTo>
                      <a:pt x="0" y="0"/>
                    </a:moveTo>
                    <a:lnTo>
                      <a:pt x="828000" y="0"/>
                    </a:lnTo>
                    <a:lnTo>
                      <a:pt x="828000" y="828000"/>
                    </a:lnTo>
                  </a:path>
                </a:pathLst>
              </a:custGeom>
              <a:noFill/>
              <a:ln w="180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49" name="SCHEM_line-0247"/>
              <p:cNvCxnSpPr/>
              <p:nvPr/>
            </p:nvCxnSpPr>
            <p:spPr>
              <a:xfrm>
                <a:off x="4334400" y="2289600"/>
                <a:ext cx="1" cy="180000"/>
              </a:xfrm>
              <a:prstGeom prst="line">
                <a:avLst/>
              </a:prstGeom>
              <a:noFill/>
              <a:ln w="1800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0" name="SCHEM_line-0248"/>
              <p:cNvCxnSpPr/>
              <p:nvPr/>
            </p:nvCxnSpPr>
            <p:spPr>
              <a:xfrm>
                <a:off x="4543200" y="2210400"/>
                <a:ext cx="1" cy="331200"/>
              </a:xfrm>
              <a:prstGeom prst="line">
                <a:avLst/>
              </a:prstGeom>
              <a:noFill/>
              <a:ln w="1800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1" name="SCHEM_line-0249"/>
              <p:cNvCxnSpPr/>
              <p:nvPr/>
            </p:nvCxnSpPr>
            <p:spPr>
              <a:xfrm>
                <a:off x="4190400" y="2505600"/>
                <a:ext cx="100800" cy="1"/>
              </a:xfrm>
              <a:prstGeom prst="line">
                <a:avLst/>
              </a:prstGeom>
              <a:noFill/>
              <a:ln w="129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2" name="SCHEM_line-0250"/>
              <p:cNvCxnSpPr/>
              <p:nvPr/>
            </p:nvCxnSpPr>
            <p:spPr>
              <a:xfrm>
                <a:off x="4622400" y="2505600"/>
                <a:ext cx="100800" cy="1"/>
              </a:xfrm>
              <a:prstGeom prst="line">
                <a:avLst/>
              </a:prstGeom>
              <a:noFill/>
              <a:ln w="129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3" name="SCHEM_line-0251"/>
              <p:cNvCxnSpPr/>
              <p:nvPr/>
            </p:nvCxnSpPr>
            <p:spPr>
              <a:xfrm>
                <a:off x="4672800" y="2455200"/>
                <a:ext cx="1" cy="100800"/>
              </a:xfrm>
              <a:prstGeom prst="line">
                <a:avLst/>
              </a:prstGeom>
              <a:noFill/>
              <a:ln w="129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4" name="SCHEM_line-0252"/>
              <p:cNvCxnSpPr/>
              <p:nvPr/>
            </p:nvCxnSpPr>
            <p:spPr>
              <a:xfrm>
                <a:off x="3528000" y="1483200"/>
                <a:ext cx="158400" cy="1"/>
              </a:xfrm>
              <a:prstGeom prst="line">
                <a:avLst/>
              </a:prstGeom>
              <a:noFill/>
              <a:ln w="27360" cap="flat">
                <a:solidFill>
                  <a:srgbClr val="688C33"/>
                </a:solidFill>
                <a:tailEnd type="triangle" w="med" len="med"/>
              </a:ln>
              <a:effectLst/>
            </p:spPr>
          </p:cxnSp>
          <p:cxnSp>
            <p:nvCxnSpPr>
              <p:cNvPr id="255" name="SCHEM_line-0253"/>
              <p:cNvCxnSpPr/>
              <p:nvPr/>
            </p:nvCxnSpPr>
            <p:spPr>
              <a:xfrm>
                <a:off x="5760000" y="2469600"/>
                <a:ext cx="1" cy="151200"/>
              </a:xfrm>
              <a:prstGeom prst="line">
                <a:avLst/>
              </a:prstGeom>
              <a:noFill/>
              <a:ln w="27360" cap="flat">
                <a:solidFill>
                  <a:srgbClr val="688C33"/>
                </a:solidFill>
                <a:tailEnd type="triangle" w="med" len="med"/>
              </a:ln>
              <a:effectLst/>
            </p:spPr>
          </p:cxnSp>
          <p:cxnSp>
            <p:nvCxnSpPr>
              <p:cNvPr id="256" name="SCHEM_line-0254"/>
              <p:cNvCxnSpPr/>
              <p:nvPr/>
            </p:nvCxnSpPr>
            <p:spPr>
              <a:xfrm flipV="1">
                <a:off x="1288800" y="2714400"/>
                <a:ext cx="1" cy="144000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57" name="SCHEM_line-0255"/>
              <p:cNvCxnSpPr/>
              <p:nvPr/>
            </p:nvCxnSpPr>
            <p:spPr>
              <a:xfrm flipV="1">
                <a:off x="1288800" y="1864800"/>
                <a:ext cx="1" cy="136800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58" name="SCHEM_line-0256"/>
              <p:cNvCxnSpPr/>
              <p:nvPr/>
            </p:nvCxnSpPr>
            <p:spPr>
              <a:xfrm flipH="1">
                <a:off x="1908000" y="3484800"/>
                <a:ext cx="180000" cy="1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59" name="SCHEM_line-0257"/>
              <p:cNvCxnSpPr/>
              <p:nvPr/>
            </p:nvCxnSpPr>
            <p:spPr>
              <a:xfrm flipV="1">
                <a:off x="3484800" y="4896000"/>
                <a:ext cx="1" cy="165600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60" name="SCHEM_line-0258"/>
              <p:cNvCxnSpPr/>
              <p:nvPr/>
            </p:nvCxnSpPr>
            <p:spPr>
              <a:xfrm>
                <a:off x="6544800" y="3240000"/>
                <a:ext cx="172800" cy="1"/>
              </a:xfrm>
              <a:prstGeom prst="line">
                <a:avLst/>
              </a:prstGeom>
              <a:noFill/>
              <a:ln w="27360" cap="flat">
                <a:solidFill>
                  <a:srgbClr val="BD6C65"/>
                </a:solidFill>
                <a:tailEnd type="triangle" w="med" len="med"/>
              </a:ln>
              <a:effectLst/>
            </p:spPr>
          </p:cxnSp>
          <p:sp>
            <p:nvSpPr>
              <p:cNvPr id="261" name="SCHEM_ellipse-0259"/>
              <p:cNvSpPr/>
              <p:nvPr/>
            </p:nvSpPr>
            <p:spPr>
              <a:xfrm>
                <a:off x="4435200" y="1332000"/>
                <a:ext cx="302400" cy="302400"/>
              </a:xfrm>
              <a:prstGeom prst="ellipse">
                <a:avLst/>
              </a:pr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2" name="SCHEM_polygon-0260"/>
              <p:cNvSpPr/>
              <p:nvPr/>
            </p:nvSpPr>
            <p:spPr>
              <a:xfrm>
                <a:off x="4507200" y="1360800"/>
                <a:ext cx="172800" cy="244800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244800">
                    <a:moveTo>
                      <a:pt x="0" y="0"/>
                    </a:moveTo>
                    <a:lnTo>
                      <a:pt x="172800" y="122400"/>
                    </a:lnTo>
                    <a:lnTo>
                      <a:pt x="0" y="244800"/>
                    </a:lnTo>
                    <a:close/>
                  </a:path>
                </a:pathLst>
              </a:custGeom>
              <a:noFill/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3" name="SCHEM_ellipse-0261"/>
              <p:cNvSpPr/>
              <p:nvPr/>
            </p:nvSpPr>
            <p:spPr>
              <a:xfrm>
                <a:off x="5292000" y="5565600"/>
                <a:ext cx="302400" cy="302400"/>
              </a:xfrm>
              <a:prstGeom prst="ellipse">
                <a:avLst/>
              </a:pr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4" name="SCHEM_polygon-0262"/>
              <p:cNvSpPr/>
              <p:nvPr/>
            </p:nvSpPr>
            <p:spPr>
              <a:xfrm>
                <a:off x="5349600" y="5594400"/>
                <a:ext cx="172800" cy="244800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244800">
                    <a:moveTo>
                      <a:pt x="172800" y="0"/>
                    </a:moveTo>
                    <a:lnTo>
                      <a:pt x="0" y="122400"/>
                    </a:lnTo>
                    <a:lnTo>
                      <a:pt x="172800" y="244800"/>
                    </a:lnTo>
                    <a:close/>
                  </a:path>
                </a:pathLst>
              </a:custGeom>
              <a:noFill/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5" name="SCHEM_ellipse-0263"/>
              <p:cNvSpPr/>
              <p:nvPr/>
            </p:nvSpPr>
            <p:spPr>
              <a:xfrm>
                <a:off x="7732800" y="5284800"/>
                <a:ext cx="115200" cy="1152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6" name="SCHEM_ellipse-0264"/>
              <p:cNvSpPr/>
              <p:nvPr/>
            </p:nvSpPr>
            <p:spPr>
              <a:xfrm>
                <a:off x="7603200" y="5148000"/>
                <a:ext cx="115200" cy="1152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7" name="SCHEM_ellipse-0265"/>
              <p:cNvSpPr/>
              <p:nvPr/>
            </p:nvSpPr>
            <p:spPr>
              <a:xfrm>
                <a:off x="7783200" y="5040000"/>
                <a:ext cx="57600" cy="576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8" name="SCHEM_ellipse-0266"/>
              <p:cNvSpPr/>
              <p:nvPr/>
            </p:nvSpPr>
            <p:spPr>
              <a:xfrm>
                <a:off x="7862400" y="49104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9" name="SCHEM_ellipse-0267"/>
              <p:cNvSpPr/>
              <p:nvPr/>
            </p:nvSpPr>
            <p:spPr>
              <a:xfrm>
                <a:off x="7689600" y="4744800"/>
                <a:ext cx="72000" cy="720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70" name="SCHEM_ellipse-0268"/>
              <p:cNvSpPr/>
              <p:nvPr/>
            </p:nvSpPr>
            <p:spPr>
              <a:xfrm>
                <a:off x="7790400" y="4680000"/>
                <a:ext cx="57600" cy="576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71" name="SCHEM_ellipse-0269"/>
              <p:cNvSpPr/>
              <p:nvPr/>
            </p:nvSpPr>
            <p:spPr>
              <a:xfrm>
                <a:off x="7833600" y="4600800"/>
                <a:ext cx="57600" cy="576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72" name="SCHEM_rect-0270"/>
              <p:cNvSpPr/>
              <p:nvPr/>
            </p:nvSpPr>
            <p:spPr>
              <a:xfrm>
                <a:off x="7761600" y="3808800"/>
                <a:ext cx="172800" cy="187200"/>
              </a:xfrm>
              <a:prstGeom prst="rect">
                <a:avLst/>
              </a:prstGeom>
              <a:solidFill>
                <a:srgbClr val="FFFFFF"/>
              </a:solidFill>
              <a:ln w="9360" cap="flat">
                <a:noFill/>
              </a:ln>
              <a:effectLst/>
            </p:spPr>
          </p:sp>
          <p:cxnSp>
            <p:nvCxnSpPr>
              <p:cNvPr id="273" name="SCHEM_line-0271"/>
              <p:cNvCxnSpPr/>
              <p:nvPr/>
            </p:nvCxnSpPr>
            <p:spPr>
              <a:xfrm>
                <a:off x="7761600" y="3808800"/>
                <a:ext cx="1" cy="1800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74" name="SCHEM_line-0272"/>
              <p:cNvCxnSpPr/>
              <p:nvPr/>
            </p:nvCxnSpPr>
            <p:spPr>
              <a:xfrm>
                <a:off x="7934400" y="3808800"/>
                <a:ext cx="1" cy="1800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</p:grpSp>
        <p:cxnSp>
          <p:nvCxnSpPr>
            <p:cNvPr id="275" name="SCHEM_line-0273"/>
            <p:cNvCxnSpPr/>
            <p:nvPr/>
          </p:nvCxnSpPr>
          <p:spPr>
            <a:xfrm>
              <a:off x="468000" y="612000"/>
              <a:ext cx="907200" cy="1"/>
            </a:xfrm>
            <a:prstGeom prst="line">
              <a:avLst/>
            </a:prstGeom>
            <a:noFill/>
            <a:ln w="17280" cap="flat">
              <a:solidFill>
                <a:srgbClr val="2685B5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76" name="SCHEM_text-0274"/>
            <p:cNvSpPr txBox="1"/>
            <p:nvPr/>
          </p:nvSpPr>
          <p:spPr>
            <a:xfrm>
              <a:off x="122400" y="331200"/>
              <a:ext cx="158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Ambient air</a:t>
              </a:r>
              <a:endParaRPr lang="en-US" sz="1417"/>
            </a:p>
          </p:txBody>
        </p:sp>
        <p:cxnSp>
          <p:nvCxnSpPr>
            <p:cNvPr id="277" name="SCHEM_line-0275"/>
            <p:cNvCxnSpPr/>
            <p:nvPr/>
          </p:nvCxnSpPr>
          <p:spPr>
            <a:xfrm flipV="1">
              <a:off x="2232000" y="273600"/>
              <a:ext cx="1" cy="684000"/>
            </a:xfrm>
            <a:prstGeom prst="line">
              <a:avLst/>
            </a:prstGeom>
            <a:noFill/>
            <a:ln w="17280" cap="flat">
              <a:solidFill>
                <a:srgbClr val="2685B5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78" name="SCHEM_text-0276"/>
            <p:cNvSpPr txBox="1"/>
            <p:nvPr/>
          </p:nvSpPr>
          <p:spPr>
            <a:xfrm>
              <a:off x="1886400" y="57600"/>
              <a:ext cx="1368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 outlet</a:t>
              </a:r>
              <a:endParaRPr lang="en-US" sz="1417"/>
            </a:p>
          </p:txBody>
        </p:sp>
        <p:cxnSp>
          <p:nvCxnSpPr>
            <p:cNvPr id="279" name="SCHEM_line-0277"/>
            <p:cNvCxnSpPr/>
            <p:nvPr/>
          </p:nvCxnSpPr>
          <p:spPr>
            <a:xfrm>
              <a:off x="2736000" y="367200"/>
              <a:ext cx="1" cy="309600"/>
            </a:xfrm>
            <a:prstGeom prst="line">
              <a:avLst/>
            </a:prstGeom>
            <a:noFill/>
            <a:ln w="36000" cap="flat">
              <a:solidFill>
                <a:srgbClr val="6CB9DF"/>
              </a:solidFill>
              <a:tailEnd type="triangle" w="med" len="med"/>
            </a:ln>
            <a:effectLst/>
          </p:spPr>
        </p:cxnSp>
        <p:sp>
          <p:nvSpPr>
            <p:cNvPr id="280" name="SCHEM_text-0278"/>
            <p:cNvSpPr txBox="1"/>
            <p:nvPr/>
          </p:nvSpPr>
          <p:spPr>
            <a:xfrm>
              <a:off x="2916000" y="100800"/>
              <a:ext cx="1296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makeup</a:t>
              </a:r>
              <a:endParaRPr lang="en-US" sz="1417"/>
            </a:p>
          </p:txBody>
        </p:sp>
        <p:sp>
          <p:nvSpPr>
            <p:cNvPr id="281" name="SCHEM_text-0279"/>
            <p:cNvSpPr txBox="1"/>
            <p:nvPr/>
          </p:nvSpPr>
          <p:spPr>
            <a:xfrm>
              <a:off x="1476000" y="1915200"/>
              <a:ext cx="18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 absorption</a:t>
              </a:r>
              <a:endParaRPr lang="en-US" sz="1474"/>
            </a:p>
          </p:txBody>
        </p:sp>
        <p:sp>
          <p:nvSpPr>
            <p:cNvPr id="282" name="SCHEM_text-0280"/>
            <p:cNvSpPr txBox="1"/>
            <p:nvPr/>
          </p:nvSpPr>
          <p:spPr>
            <a:xfrm>
              <a:off x="3830400" y="928800"/>
              <a:ext cx="2160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CO₂-loaded solution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(NRH₂-rich)</a:t>
              </a:r>
              <a:endParaRPr lang="en-US" sz="1474"/>
            </a:p>
          </p:txBody>
        </p:sp>
        <p:sp>
          <p:nvSpPr>
            <p:cNvPr id="283" name="SCHEM_text-0281"/>
            <p:cNvSpPr txBox="1"/>
            <p:nvPr/>
          </p:nvSpPr>
          <p:spPr>
            <a:xfrm>
              <a:off x="4356000" y="1656000"/>
              <a:ext cx="79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Pump</a:t>
              </a:r>
              <a:endParaRPr lang="en-US" sz="1361"/>
            </a:p>
          </p:txBody>
        </p:sp>
        <p:sp>
          <p:nvSpPr>
            <p:cNvPr id="284" name="SCHEM_text-0282"/>
            <p:cNvSpPr txBox="1"/>
            <p:nvPr/>
          </p:nvSpPr>
          <p:spPr>
            <a:xfrm>
              <a:off x="3945600" y="2037600"/>
              <a:ext cx="2016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Electrical input</a:t>
              </a:r>
              <a:endParaRPr lang="en-US" sz="1474"/>
            </a:p>
          </p:txBody>
        </p:sp>
        <p:sp>
          <p:nvSpPr>
            <p:cNvPr id="285" name="SCHEM_text-0283"/>
            <p:cNvSpPr txBox="1"/>
            <p:nvPr/>
          </p:nvSpPr>
          <p:spPr>
            <a:xfrm>
              <a:off x="1476000" y="2980800"/>
              <a:ext cx="1620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Reduced solution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(NRH₂)</a:t>
              </a:r>
              <a:endParaRPr lang="en-US" sz="1417"/>
            </a:p>
          </p:txBody>
        </p:sp>
        <p:sp>
          <p:nvSpPr>
            <p:cNvPr id="286" name="SCHEM_text-0284"/>
            <p:cNvSpPr txBox="1"/>
            <p:nvPr/>
          </p:nvSpPr>
          <p:spPr>
            <a:xfrm>
              <a:off x="6170400" y="2721600"/>
              <a:ext cx="2052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Oxidized solution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(NR)</a:t>
              </a:r>
              <a:endParaRPr lang="en-US" sz="1417"/>
            </a:p>
          </p:txBody>
        </p:sp>
        <p:sp>
          <p:nvSpPr>
            <p:cNvPr id="287" name="SCHEM_text-0285"/>
            <p:cNvSpPr txBox="1"/>
            <p:nvPr/>
          </p:nvSpPr>
          <p:spPr>
            <a:xfrm>
              <a:off x="3672000" y="3549600"/>
              <a:ext cx="7056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→ NRH₂</a:t>
              </a:r>
              <a:endParaRPr lang="en-US" sz="1361"/>
            </a:p>
          </p:txBody>
        </p:sp>
        <p:sp>
          <p:nvSpPr>
            <p:cNvPr id="288" name="SCHEM_text-0286"/>
            <p:cNvSpPr txBox="1"/>
            <p:nvPr/>
          </p:nvSpPr>
          <p:spPr>
            <a:xfrm>
              <a:off x="4651200" y="3549600"/>
              <a:ext cx="5976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NRH₂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→ NR</a:t>
              </a:r>
              <a:endParaRPr lang="en-US" sz="1361"/>
            </a:p>
          </p:txBody>
        </p:sp>
        <p:sp>
          <p:nvSpPr>
            <p:cNvPr id="289" name="SCHEM_text-0287"/>
            <p:cNvSpPr txBox="1"/>
            <p:nvPr/>
          </p:nvSpPr>
          <p:spPr>
            <a:xfrm>
              <a:off x="3664800" y="4104000"/>
              <a:ext cx="7344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Alkalinity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increase</a:t>
              </a:r>
              <a:endParaRPr lang="en-US" sz="1361"/>
            </a:p>
          </p:txBody>
        </p:sp>
        <p:sp>
          <p:nvSpPr>
            <p:cNvPr id="290" name="SCHEM_text-0288"/>
            <p:cNvSpPr txBox="1"/>
            <p:nvPr/>
          </p:nvSpPr>
          <p:spPr>
            <a:xfrm>
              <a:off x="4665600" y="4104000"/>
              <a:ext cx="5904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release</a:t>
              </a:r>
              <a:endParaRPr lang="en-US" sz="1361"/>
            </a:p>
          </p:txBody>
        </p:sp>
        <p:sp>
          <p:nvSpPr>
            <p:cNvPr id="291" name="SCHEM_text-0289"/>
            <p:cNvSpPr txBox="1"/>
            <p:nvPr/>
          </p:nvSpPr>
          <p:spPr>
            <a:xfrm>
              <a:off x="3103200" y="4636800"/>
              <a:ext cx="12456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Cathodic chamber</a:t>
              </a:r>
              <a:endParaRPr lang="en-US" sz="1247"/>
            </a:p>
          </p:txBody>
        </p:sp>
        <p:sp>
          <p:nvSpPr>
            <p:cNvPr id="292" name="SCHEM_text-0290"/>
            <p:cNvSpPr txBox="1"/>
            <p:nvPr/>
          </p:nvSpPr>
          <p:spPr>
            <a:xfrm>
              <a:off x="4593600" y="4636800"/>
              <a:ext cx="12672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Anodic chamber</a:t>
              </a:r>
              <a:endParaRPr lang="en-US" sz="1247"/>
            </a:p>
          </p:txBody>
        </p:sp>
        <p:sp>
          <p:nvSpPr>
            <p:cNvPr id="293" name="SCHEM_text-0291"/>
            <p:cNvSpPr txBox="1"/>
            <p:nvPr/>
          </p:nvSpPr>
          <p:spPr>
            <a:xfrm>
              <a:off x="2102400" y="3945600"/>
              <a:ext cx="8928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Carbon felt</a:t>
              </a:r>
              <a:endParaRPr lang="en-US" sz="1304"/>
            </a:p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electrode</a:t>
              </a:r>
              <a:endParaRPr lang="en-US" sz="1304"/>
            </a:p>
          </p:txBody>
        </p:sp>
        <p:cxnSp>
          <p:nvCxnSpPr>
            <p:cNvPr id="294" name="SCHEM_line-0292"/>
            <p:cNvCxnSpPr/>
            <p:nvPr/>
          </p:nvCxnSpPr>
          <p:spPr>
            <a:xfrm flipV="1">
              <a:off x="2937600" y="3787200"/>
              <a:ext cx="489600" cy="230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95" name="SCHEM_ellipse-0293"/>
            <p:cNvSpPr/>
            <p:nvPr/>
          </p:nvSpPr>
          <p:spPr>
            <a:xfrm>
              <a:off x="3405600" y="3765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96" name="SCHEM_text-0294"/>
            <p:cNvSpPr txBox="1"/>
            <p:nvPr/>
          </p:nvSpPr>
          <p:spPr>
            <a:xfrm>
              <a:off x="6012000" y="3924000"/>
              <a:ext cx="11088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Carbon felt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electrode</a:t>
              </a:r>
              <a:endParaRPr lang="en-US" sz="1304"/>
            </a:p>
          </p:txBody>
        </p:sp>
        <p:cxnSp>
          <p:nvCxnSpPr>
            <p:cNvPr id="297" name="SCHEM_line-0295"/>
            <p:cNvCxnSpPr/>
            <p:nvPr/>
          </p:nvCxnSpPr>
          <p:spPr>
            <a:xfrm flipH="1" flipV="1">
              <a:off x="5464800" y="3772800"/>
              <a:ext cx="540000" cy="216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98" name="SCHEM_ellipse-0296"/>
            <p:cNvSpPr/>
            <p:nvPr/>
          </p:nvSpPr>
          <p:spPr>
            <a:xfrm>
              <a:off x="5443200" y="3751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99" name="SCHEM_text-0297"/>
            <p:cNvSpPr txBox="1"/>
            <p:nvPr/>
          </p:nvSpPr>
          <p:spPr>
            <a:xfrm>
              <a:off x="3902400" y="5018400"/>
              <a:ext cx="1584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Anion exchange</a:t>
              </a:r>
              <a:endParaRPr lang="en-US" sz="1304"/>
            </a:p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membrane</a:t>
              </a:r>
              <a:endParaRPr lang="en-US" sz="1304"/>
            </a:p>
          </p:txBody>
        </p:sp>
        <p:cxnSp>
          <p:nvCxnSpPr>
            <p:cNvPr id="300" name="SCHEM_line-0298"/>
            <p:cNvCxnSpPr/>
            <p:nvPr/>
          </p:nvCxnSpPr>
          <p:spPr>
            <a:xfrm flipH="1" flipV="1">
              <a:off x="4449600" y="4564800"/>
              <a:ext cx="14400" cy="439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01" name="SCHEM_ellipse-0299"/>
            <p:cNvSpPr/>
            <p:nvPr/>
          </p:nvSpPr>
          <p:spPr>
            <a:xfrm>
              <a:off x="4428000" y="4543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302" name="SCHEM_line-0300"/>
            <p:cNvCxnSpPr/>
            <p:nvPr/>
          </p:nvCxnSpPr>
          <p:spPr>
            <a:xfrm flipV="1">
              <a:off x="7862400" y="3348000"/>
              <a:ext cx="1" cy="1245600"/>
            </a:xfrm>
            <a:prstGeom prst="line">
              <a:avLst/>
            </a:prstGeom>
            <a:noFill/>
            <a:ln w="18000" cap="flat">
              <a:solidFill>
                <a:srgbClr val="2685B5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303" name="SCHEM_text-0301"/>
            <p:cNvSpPr txBox="1"/>
            <p:nvPr/>
          </p:nvSpPr>
          <p:spPr>
            <a:xfrm>
              <a:off x="7740000" y="3139200"/>
              <a:ext cx="11304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Separated CO₂</a:t>
              </a:r>
              <a:endParaRPr lang="en-US" sz="1304"/>
            </a:p>
          </p:txBody>
        </p:sp>
        <p:sp>
          <p:nvSpPr>
            <p:cNvPr id="304" name="SCHEM_text-0302"/>
            <p:cNvSpPr txBox="1"/>
            <p:nvPr/>
          </p:nvSpPr>
          <p:spPr>
            <a:xfrm>
              <a:off x="7380000" y="5616000"/>
              <a:ext cx="14904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 release</a:t>
              </a:r>
              <a:endParaRPr lang="en-US" sz="1474"/>
            </a:p>
          </p:txBody>
        </p:sp>
        <p:sp>
          <p:nvSpPr>
            <p:cNvPr id="305" name="SCHEM_text-0303"/>
            <p:cNvSpPr txBox="1"/>
            <p:nvPr/>
          </p:nvSpPr>
          <p:spPr>
            <a:xfrm>
              <a:off x="5248800" y="5911200"/>
              <a:ext cx="792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Pump</a:t>
              </a:r>
              <a:endParaRPr lang="en-US" sz="1304"/>
            </a:p>
          </p:txBody>
        </p:sp>
        <p:cxnSp>
          <p:nvCxnSpPr>
            <p:cNvPr id="306" name="SCHEM_line-0304"/>
            <p:cNvCxnSpPr/>
            <p:nvPr/>
          </p:nvCxnSpPr>
          <p:spPr>
            <a:xfrm>
              <a:off x="8899200" y="324000"/>
              <a:ext cx="1" cy="5839200"/>
            </a:xfrm>
            <a:prstGeom prst="line">
              <a:avLst/>
            </a:prstGeom>
            <a:noFill/>
            <a:ln w="10800" cap="flat">
              <a:solidFill>
                <a:srgbClr val="7E7E78"/>
              </a:solidFill>
              <a:prstDash val="dash"/>
            </a:ln>
            <a:effectLst/>
          </p:spPr>
        </p:cxnSp>
        <p:sp>
          <p:nvSpPr>
            <p:cNvPr id="307" name="SCHEM_text-0305"/>
            <p:cNvSpPr txBox="1"/>
            <p:nvPr/>
          </p:nvSpPr>
          <p:spPr>
            <a:xfrm>
              <a:off x="9122400" y="360000"/>
              <a:ext cx="2376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Four-stage flow cycle</a:t>
              </a:r>
              <a:endParaRPr lang="en-US" sz="1587"/>
            </a:p>
          </p:txBody>
        </p:sp>
        <p:sp>
          <p:nvSpPr>
            <p:cNvPr id="308" name="SCHEM_ellipse-0306"/>
            <p:cNvSpPr/>
            <p:nvPr/>
          </p:nvSpPr>
          <p:spPr>
            <a:xfrm>
              <a:off x="9158400" y="727200"/>
              <a:ext cx="259200" cy="259200"/>
            </a:xfrm>
            <a:prstGeom prst="ellipse">
              <a:avLst/>
            </a:prstGeom>
            <a:solidFill>
              <a:srgbClr val="E5B1AF"/>
            </a:solidFill>
            <a:ln w="9360" cap="flat">
              <a:noFill/>
            </a:ln>
            <a:effectLst/>
          </p:spPr>
        </p:sp>
        <p:sp>
          <p:nvSpPr>
            <p:cNvPr id="309" name="SCHEM_text-0307"/>
            <p:cNvSpPr txBox="1"/>
            <p:nvPr/>
          </p:nvSpPr>
          <p:spPr>
            <a:xfrm>
              <a:off x="9158400" y="7128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  <a:endParaRPr lang="en-US" sz="1757"/>
            </a:p>
          </p:txBody>
        </p:sp>
        <p:sp>
          <p:nvSpPr>
            <p:cNvPr id="310" name="SCHEM_text-0308"/>
            <p:cNvSpPr txBox="1"/>
            <p:nvPr/>
          </p:nvSpPr>
          <p:spPr>
            <a:xfrm>
              <a:off x="9547200" y="691200"/>
              <a:ext cx="19512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Release reservoir</a:t>
              </a:r>
              <a:endParaRPr lang="en-US" sz="1304"/>
            </a:p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→ Cathode</a:t>
              </a:r>
              <a:endParaRPr lang="en-US" sz="1304"/>
            </a:p>
          </p:txBody>
        </p:sp>
        <p:sp>
          <p:nvSpPr>
            <p:cNvPr id="311" name="SCHEM_text-0309"/>
            <p:cNvSpPr txBox="1"/>
            <p:nvPr/>
          </p:nvSpPr>
          <p:spPr>
            <a:xfrm>
              <a:off x="9547200" y="1065600"/>
              <a:ext cx="19584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(oxidized solution, NR)</a:t>
              </a:r>
              <a:endParaRPr lang="en-US" sz="1191"/>
            </a:p>
          </p:txBody>
        </p:sp>
        <p:sp>
          <p:nvSpPr>
            <p:cNvPr id="312" name="SCHEM_ellipse-0310"/>
            <p:cNvSpPr/>
            <p:nvPr/>
          </p:nvSpPr>
          <p:spPr>
            <a:xfrm>
              <a:off x="9158400" y="1382400"/>
              <a:ext cx="259200" cy="259200"/>
            </a:xfrm>
            <a:prstGeom prst="ellipse">
              <a:avLst/>
            </a:prstGeom>
            <a:solidFill>
              <a:srgbClr val="6CB9DF"/>
            </a:solidFill>
            <a:ln w="9360" cap="flat">
              <a:noFill/>
            </a:ln>
            <a:effectLst/>
          </p:spPr>
        </p:sp>
        <p:sp>
          <p:nvSpPr>
            <p:cNvPr id="313" name="SCHEM_text-0311"/>
            <p:cNvSpPr txBox="1"/>
            <p:nvPr/>
          </p:nvSpPr>
          <p:spPr>
            <a:xfrm>
              <a:off x="9158400" y="13680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endParaRPr lang="en-US" sz="1757"/>
            </a:p>
          </p:txBody>
        </p:sp>
        <p:sp>
          <p:nvSpPr>
            <p:cNvPr id="314" name="SCHEM_text-0312"/>
            <p:cNvSpPr txBox="1"/>
            <p:nvPr/>
          </p:nvSpPr>
          <p:spPr>
            <a:xfrm>
              <a:off x="9547200" y="1346400"/>
              <a:ext cx="19512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Cathode → Absorber</a:t>
              </a:r>
              <a:endParaRPr lang="en-US" sz="1304"/>
            </a:p>
          </p:txBody>
        </p:sp>
        <p:sp>
          <p:nvSpPr>
            <p:cNvPr id="315" name="SCHEM_text-0313"/>
            <p:cNvSpPr txBox="1"/>
            <p:nvPr/>
          </p:nvSpPr>
          <p:spPr>
            <a:xfrm>
              <a:off x="9547200" y="1569600"/>
              <a:ext cx="19584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(reduced solution, NRH₂)</a:t>
              </a:r>
              <a:endParaRPr lang="en-US" sz="1191"/>
            </a:p>
          </p:txBody>
        </p:sp>
        <p:sp>
          <p:nvSpPr>
            <p:cNvPr id="316" name="SCHEM_ellipse-0314"/>
            <p:cNvSpPr/>
            <p:nvPr/>
          </p:nvSpPr>
          <p:spPr>
            <a:xfrm>
              <a:off x="9158400" y="1864800"/>
              <a:ext cx="259200" cy="259200"/>
            </a:xfrm>
            <a:prstGeom prst="ellipse">
              <a:avLst/>
            </a:prstGeom>
            <a:solidFill>
              <a:srgbClr val="8FAE65"/>
            </a:solidFill>
            <a:ln w="9360" cap="flat">
              <a:noFill/>
            </a:ln>
            <a:effectLst/>
          </p:spPr>
        </p:sp>
        <p:sp>
          <p:nvSpPr>
            <p:cNvPr id="317" name="SCHEM_text-0315"/>
            <p:cNvSpPr txBox="1"/>
            <p:nvPr/>
          </p:nvSpPr>
          <p:spPr>
            <a:xfrm>
              <a:off x="9158400" y="18504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  <a:endParaRPr lang="en-US" sz="1757"/>
            </a:p>
          </p:txBody>
        </p:sp>
        <p:sp>
          <p:nvSpPr>
            <p:cNvPr id="318" name="SCHEM_text-0316"/>
            <p:cNvSpPr txBox="1"/>
            <p:nvPr/>
          </p:nvSpPr>
          <p:spPr>
            <a:xfrm>
              <a:off x="9547200" y="1828800"/>
              <a:ext cx="19512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Absorber → Anode</a:t>
              </a:r>
              <a:endParaRPr lang="en-US" sz="1304"/>
            </a:p>
          </p:txBody>
        </p:sp>
        <p:sp>
          <p:nvSpPr>
            <p:cNvPr id="319" name="SCHEM_text-0317"/>
            <p:cNvSpPr txBox="1"/>
            <p:nvPr/>
          </p:nvSpPr>
          <p:spPr>
            <a:xfrm>
              <a:off x="9547200" y="2052000"/>
              <a:ext cx="19584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(CO₂-loaded solution,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NRH₂-rich)</a:t>
              </a:r>
              <a:endParaRPr lang="en-US" sz="1191"/>
            </a:p>
          </p:txBody>
        </p:sp>
        <p:sp>
          <p:nvSpPr>
            <p:cNvPr id="320" name="SCHEM_ellipse-0318"/>
            <p:cNvSpPr/>
            <p:nvPr/>
          </p:nvSpPr>
          <p:spPr>
            <a:xfrm>
              <a:off x="9158400" y="2534400"/>
              <a:ext cx="259200" cy="259200"/>
            </a:xfrm>
            <a:prstGeom prst="ellipse">
              <a:avLst/>
            </a:prstGeom>
            <a:solidFill>
              <a:srgbClr val="E5B1AF"/>
            </a:solidFill>
            <a:ln w="9360" cap="flat">
              <a:noFill/>
            </a:ln>
            <a:effectLst/>
          </p:spPr>
        </p:sp>
        <p:sp>
          <p:nvSpPr>
            <p:cNvPr id="321" name="SCHEM_text-0319"/>
            <p:cNvSpPr txBox="1"/>
            <p:nvPr/>
          </p:nvSpPr>
          <p:spPr>
            <a:xfrm>
              <a:off x="9158400" y="25200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  <a:endParaRPr lang="en-US" sz="1757"/>
            </a:p>
          </p:txBody>
        </p:sp>
        <p:sp>
          <p:nvSpPr>
            <p:cNvPr id="322" name="SCHEM_text-0320"/>
            <p:cNvSpPr txBox="1"/>
            <p:nvPr/>
          </p:nvSpPr>
          <p:spPr>
            <a:xfrm>
              <a:off x="9547200" y="2498400"/>
              <a:ext cx="19512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Anode → Release reservoir</a:t>
              </a:r>
              <a:endParaRPr lang="en-US" sz="1134"/>
            </a:p>
          </p:txBody>
        </p:sp>
        <p:sp>
          <p:nvSpPr>
            <p:cNvPr id="323" name="SCHEM_text-0321"/>
            <p:cNvSpPr txBox="1"/>
            <p:nvPr/>
          </p:nvSpPr>
          <p:spPr>
            <a:xfrm>
              <a:off x="9547200" y="2721600"/>
              <a:ext cx="19584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(oxidized solution, NR)</a:t>
              </a:r>
              <a:endParaRPr lang="en-US" sz="1191"/>
            </a:p>
          </p:txBody>
        </p:sp>
        <p:sp>
          <p:nvSpPr>
            <p:cNvPr id="324" name="SCHEM_text-0322"/>
            <p:cNvSpPr txBox="1"/>
            <p:nvPr/>
          </p:nvSpPr>
          <p:spPr>
            <a:xfrm>
              <a:off x="9158400" y="3031200"/>
              <a:ext cx="226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Cell reactions</a:t>
              </a:r>
              <a:endParaRPr lang="en-US" sz="1587"/>
            </a:p>
          </p:txBody>
        </p:sp>
        <p:sp>
          <p:nvSpPr>
            <p:cNvPr id="325" name="SCHEM_rect-0323"/>
            <p:cNvSpPr/>
            <p:nvPr/>
          </p:nvSpPr>
          <p:spPr>
            <a:xfrm>
              <a:off x="9172800" y="3297600"/>
              <a:ext cx="2116800" cy="943200"/>
            </a:xfrm>
            <a:prstGeom prst="rect">
              <a:avLst/>
            </a:prstGeom>
            <a:solidFill>
              <a:srgbClr val="D9EDF8"/>
            </a:solidFill>
            <a:ln w="7200" cap="flat">
              <a:solidFill>
                <a:srgbClr val="9BCBE2"/>
              </a:solidFill>
            </a:ln>
            <a:effectLst/>
          </p:spPr>
        </p:sp>
        <p:sp>
          <p:nvSpPr>
            <p:cNvPr id="326" name="SCHEM_text-0324"/>
            <p:cNvSpPr txBox="1"/>
            <p:nvPr/>
          </p:nvSpPr>
          <p:spPr>
            <a:xfrm>
              <a:off x="9280800" y="3333600"/>
              <a:ext cx="19224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Cathodic reduction</a:t>
              </a:r>
              <a:endParaRPr lang="en-US" sz="1304"/>
            </a:p>
          </p:txBody>
        </p:sp>
        <p:sp>
          <p:nvSpPr>
            <p:cNvPr id="327" name="SCHEM_text-0325"/>
            <p:cNvSpPr txBox="1"/>
            <p:nvPr/>
          </p:nvSpPr>
          <p:spPr>
            <a:xfrm>
              <a:off x="9280800" y="3535200"/>
              <a:ext cx="19224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(in cathodic chamber)</a:t>
              </a:r>
              <a:endParaRPr lang="en-US" sz="1247"/>
            </a:p>
          </p:txBody>
        </p:sp>
        <p:sp>
          <p:nvSpPr>
            <p:cNvPr id="328" name="SCHEM_text-0326"/>
            <p:cNvSpPr txBox="1"/>
            <p:nvPr/>
          </p:nvSpPr>
          <p:spPr>
            <a:xfrm>
              <a:off x="9302400" y="3801600"/>
              <a:ext cx="187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  →  NRH₂</a:t>
              </a:r>
              <a:endParaRPr lang="en-US" sz="1361"/>
            </a:p>
          </p:txBody>
        </p:sp>
        <p:sp>
          <p:nvSpPr>
            <p:cNvPr id="329" name="SCHEM_text-0327"/>
            <p:cNvSpPr txBox="1"/>
            <p:nvPr/>
          </p:nvSpPr>
          <p:spPr>
            <a:xfrm>
              <a:off x="9302400" y="4039200"/>
              <a:ext cx="1872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Alkalinity increase</a:t>
              </a:r>
              <a:endParaRPr lang="en-US" sz="1247"/>
            </a:p>
          </p:txBody>
        </p:sp>
        <p:sp>
          <p:nvSpPr>
            <p:cNvPr id="330" name="SCHEM_rect-0328"/>
            <p:cNvSpPr/>
            <p:nvPr/>
          </p:nvSpPr>
          <p:spPr>
            <a:xfrm>
              <a:off x="9172800" y="4334400"/>
              <a:ext cx="2116800" cy="957600"/>
            </a:xfrm>
            <a:prstGeom prst="rect">
              <a:avLst/>
            </a:prstGeom>
            <a:solidFill>
              <a:srgbClr val="F8DBD4"/>
            </a:solidFill>
            <a:ln w="7200" cap="flat">
              <a:solidFill>
                <a:srgbClr val="E1A59C"/>
              </a:solidFill>
            </a:ln>
            <a:effectLst/>
          </p:spPr>
        </p:sp>
        <p:sp>
          <p:nvSpPr>
            <p:cNvPr id="331" name="SCHEM_text-0329"/>
            <p:cNvSpPr txBox="1"/>
            <p:nvPr/>
          </p:nvSpPr>
          <p:spPr>
            <a:xfrm>
              <a:off x="9280800" y="4370400"/>
              <a:ext cx="19224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Anodic oxidation</a:t>
              </a:r>
              <a:endParaRPr lang="en-US" sz="1304"/>
            </a:p>
          </p:txBody>
        </p:sp>
        <p:sp>
          <p:nvSpPr>
            <p:cNvPr id="332" name="SCHEM_text-0330"/>
            <p:cNvSpPr txBox="1"/>
            <p:nvPr/>
          </p:nvSpPr>
          <p:spPr>
            <a:xfrm>
              <a:off x="9280800" y="4572000"/>
              <a:ext cx="19224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(in anodic chamber)</a:t>
              </a:r>
              <a:endParaRPr lang="en-US" sz="1247"/>
            </a:p>
          </p:txBody>
        </p:sp>
        <p:sp>
          <p:nvSpPr>
            <p:cNvPr id="333" name="SCHEM_text-0331"/>
            <p:cNvSpPr txBox="1"/>
            <p:nvPr/>
          </p:nvSpPr>
          <p:spPr>
            <a:xfrm>
              <a:off x="9302400" y="4824000"/>
              <a:ext cx="187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NRH₂  →  NR</a:t>
              </a:r>
              <a:endParaRPr lang="en-US" sz="1361"/>
            </a:p>
          </p:txBody>
        </p:sp>
        <p:sp>
          <p:nvSpPr>
            <p:cNvPr id="334" name="SCHEM_text-0332"/>
            <p:cNvSpPr txBox="1"/>
            <p:nvPr/>
          </p:nvSpPr>
          <p:spPr>
            <a:xfrm>
              <a:off x="9302400" y="5061600"/>
              <a:ext cx="1872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 release</a:t>
              </a:r>
              <a:endParaRPr lang="en-US" sz="1247"/>
            </a:p>
          </p:txBody>
        </p:sp>
        <p:sp>
          <p:nvSpPr>
            <p:cNvPr id="335" name="SCHEM_text-0333"/>
            <p:cNvSpPr txBox="1"/>
            <p:nvPr/>
          </p:nvSpPr>
          <p:spPr>
            <a:xfrm>
              <a:off x="9158400" y="5443200"/>
              <a:ext cx="2340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Aqueous solution components</a:t>
              </a:r>
              <a:endParaRPr lang="en-US" sz="1304"/>
            </a:p>
          </p:txBody>
        </p:sp>
        <p:sp>
          <p:nvSpPr>
            <p:cNvPr id="336" name="SCHEM_rect-0334"/>
            <p:cNvSpPr/>
            <p:nvPr/>
          </p:nvSpPr>
          <p:spPr>
            <a:xfrm>
              <a:off x="9172800" y="5803200"/>
              <a:ext cx="331200" cy="244800"/>
            </a:xfrm>
            <a:prstGeom prst="rect">
              <a:avLst/>
            </a:prstGeom>
            <a:solidFill>
              <a:srgbClr val="E5F4FA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37" name="SCHEM_ellipse-0335"/>
            <p:cNvSpPr/>
            <p:nvPr/>
          </p:nvSpPr>
          <p:spPr>
            <a:xfrm>
              <a:off x="9172800" y="5774400"/>
              <a:ext cx="331200" cy="72000"/>
            </a:xfrm>
            <a:prstGeom prst="ellipse">
              <a:avLst/>
            </a:prstGeom>
            <a:solidFill>
              <a:srgbClr val="FFFFFF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38" name="SCHEM_rect-0336"/>
            <p:cNvSpPr/>
            <p:nvPr/>
          </p:nvSpPr>
          <p:spPr>
            <a:xfrm>
              <a:off x="10339200" y="5803200"/>
              <a:ext cx="331200" cy="244800"/>
            </a:xfrm>
            <a:prstGeom prst="rect">
              <a:avLst/>
            </a:prstGeom>
            <a:solidFill>
              <a:srgbClr val="E5F4FA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39" name="SCHEM_ellipse-0337"/>
            <p:cNvSpPr/>
            <p:nvPr/>
          </p:nvSpPr>
          <p:spPr>
            <a:xfrm>
              <a:off x="10339200" y="5774400"/>
              <a:ext cx="331200" cy="72000"/>
            </a:xfrm>
            <a:prstGeom prst="ellipse">
              <a:avLst/>
            </a:prstGeom>
            <a:solidFill>
              <a:srgbClr val="FFFFFF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40" name="SCHEM_text-0338"/>
            <p:cNvSpPr txBox="1"/>
            <p:nvPr/>
          </p:nvSpPr>
          <p:spPr>
            <a:xfrm>
              <a:off x="9583200" y="5853600"/>
              <a:ext cx="792000" cy="201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Nicotinamide</a:t>
              </a:r>
              <a:endParaRPr lang="en-US" sz="964"/>
            </a:p>
          </p:txBody>
        </p:sp>
        <p:sp>
          <p:nvSpPr>
            <p:cNvPr id="341" name="SCHEM_text-0339"/>
            <p:cNvSpPr txBox="1"/>
            <p:nvPr/>
          </p:nvSpPr>
          <p:spPr>
            <a:xfrm>
              <a:off x="10728000" y="5853600"/>
              <a:ext cx="720000" cy="201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Aqueous KCl</a:t>
              </a:r>
              <a:endParaRPr lang="en-US" sz="964"/>
            </a:p>
          </p:txBody>
        </p:sp>
        <p:sp>
          <p:nvSpPr>
            <p:cNvPr id="342" name="SCHEM_text-0340"/>
            <p:cNvSpPr txBox="1"/>
            <p:nvPr/>
          </p:nvSpPr>
          <p:spPr>
            <a:xfrm>
              <a:off x="144000" y="6235200"/>
              <a:ext cx="8568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(2023) | doi:10.1038/s41467-023-35866-w</a:t>
              </a:r>
              <a:endParaRPr lang="en-US" sz="119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