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1520000" cy="6480000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172800" y="57600"/>
            <a:ext cx="11340000" cy="6417360"/>
            <a:chOff x="172800" y="57600"/>
            <a:chExt cx="11340000" cy="6417360"/>
          </a:xfrm>
        </p:grpSpPr>
        <p:sp>
          <p:nvSpPr>
            <p:cNvPr id="3" name="SCHEM_text-0001"/>
            <p:cNvSpPr txBox="1"/>
            <p:nvPr/>
          </p:nvSpPr>
          <p:spPr>
            <a:xfrm>
              <a:off x="172800" y="57600"/>
              <a:ext cx="10440000" cy="4150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221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Solar evaporation and edge crystallization</a:t>
              </a:r>
              <a:endParaRPr lang="en-US" sz="2211"/>
            </a:p>
          </p:txBody>
        </p:sp>
        <p:sp>
          <p:nvSpPr>
            <p:cNvPr id="4" name="SCHEM_ellipse-0002"/>
            <p:cNvSpPr/>
            <p:nvPr/>
          </p:nvSpPr>
          <p:spPr>
            <a:xfrm>
              <a:off x="504000" y="691200"/>
              <a:ext cx="410400" cy="410400"/>
            </a:xfrm>
            <a:prstGeom prst="ellipse">
              <a:avLst/>
            </a:prstGeom>
            <a:solidFill>
              <a:srgbClr val="FFE7AD"/>
            </a:solidFill>
            <a:ln w="14400" cap="flat">
              <a:solidFill>
                <a:srgbClr val="E5A832"/>
              </a:solidFill>
            </a:ln>
            <a:effectLst/>
          </p:spPr>
        </p:sp>
        <p:cxnSp>
          <p:nvCxnSpPr>
            <p:cNvPr id="5" name="SCHEM_line-0003"/>
            <p:cNvCxnSpPr/>
            <p:nvPr/>
          </p:nvCxnSpPr>
          <p:spPr>
            <a:xfrm>
              <a:off x="993600" y="892800"/>
              <a:ext cx="136800" cy="1"/>
            </a:xfrm>
            <a:prstGeom prst="line">
              <a:avLst/>
            </a:prstGeom>
            <a:noFill/>
            <a:ln w="16560" cap="flat">
              <a:solidFill>
                <a:srgbClr val="E9AE3D"/>
              </a:solidFill>
            </a:ln>
            <a:effectLst/>
          </p:spPr>
        </p:cxnSp>
        <p:cxnSp>
          <p:nvCxnSpPr>
            <p:cNvPr id="6" name="SCHEM_line-0004"/>
            <p:cNvCxnSpPr/>
            <p:nvPr/>
          </p:nvCxnSpPr>
          <p:spPr>
            <a:xfrm>
              <a:off x="939972" y="1057850"/>
              <a:ext cx="110674" cy="80409"/>
            </a:xfrm>
            <a:prstGeom prst="line">
              <a:avLst/>
            </a:prstGeom>
            <a:noFill/>
            <a:ln w="16560" cap="flat">
              <a:solidFill>
                <a:srgbClr val="E9AE3D"/>
              </a:solidFill>
            </a:ln>
            <a:effectLst/>
          </p:spPr>
        </p:cxnSp>
        <p:cxnSp>
          <p:nvCxnSpPr>
            <p:cNvPr id="7" name="SCHEM_line-0005"/>
            <p:cNvCxnSpPr/>
            <p:nvPr/>
          </p:nvCxnSpPr>
          <p:spPr>
            <a:xfrm>
              <a:off x="799572" y="1159857"/>
              <a:ext cx="42274" cy="130105"/>
            </a:xfrm>
            <a:prstGeom prst="line">
              <a:avLst/>
            </a:prstGeom>
            <a:noFill/>
            <a:ln w="16560" cap="flat">
              <a:solidFill>
                <a:srgbClr val="E9AE3D"/>
              </a:solidFill>
            </a:ln>
            <a:effectLst/>
          </p:spPr>
        </p:cxnSp>
        <p:cxnSp>
          <p:nvCxnSpPr>
            <p:cNvPr id="8" name="SCHEM_line-0006"/>
            <p:cNvCxnSpPr/>
            <p:nvPr/>
          </p:nvCxnSpPr>
          <p:spPr>
            <a:xfrm flipH="1">
              <a:off x="583755" y="1159857"/>
              <a:ext cx="42274" cy="130105"/>
            </a:xfrm>
            <a:prstGeom prst="line">
              <a:avLst/>
            </a:prstGeom>
            <a:noFill/>
            <a:ln w="16560" cap="flat">
              <a:solidFill>
                <a:srgbClr val="E9AE3D"/>
              </a:solidFill>
            </a:ln>
            <a:effectLst/>
          </p:spPr>
        </p:cxnSp>
        <p:cxnSp>
          <p:nvCxnSpPr>
            <p:cNvPr id="9" name="SCHEM_line-0007"/>
            <p:cNvCxnSpPr/>
            <p:nvPr/>
          </p:nvCxnSpPr>
          <p:spPr>
            <a:xfrm flipH="1">
              <a:off x="374955" y="1057850"/>
              <a:ext cx="110674" cy="80409"/>
            </a:xfrm>
            <a:prstGeom prst="line">
              <a:avLst/>
            </a:prstGeom>
            <a:noFill/>
            <a:ln w="16560" cap="flat">
              <a:solidFill>
                <a:srgbClr val="E9AE3D"/>
              </a:solidFill>
            </a:ln>
            <a:effectLst/>
          </p:spPr>
        </p:cxnSp>
        <p:cxnSp>
          <p:nvCxnSpPr>
            <p:cNvPr id="10" name="SCHEM_line-0008"/>
            <p:cNvCxnSpPr/>
            <p:nvPr/>
          </p:nvCxnSpPr>
          <p:spPr>
            <a:xfrm flipH="1">
              <a:off x="295200" y="892800"/>
              <a:ext cx="136800" cy="1"/>
            </a:xfrm>
            <a:prstGeom prst="line">
              <a:avLst/>
            </a:prstGeom>
            <a:noFill/>
            <a:ln w="16560" cap="flat">
              <a:solidFill>
                <a:srgbClr val="E9AE3D"/>
              </a:solidFill>
            </a:ln>
            <a:effectLst/>
          </p:spPr>
        </p:cxnSp>
        <p:cxnSp>
          <p:nvCxnSpPr>
            <p:cNvPr id="11" name="SCHEM_line-0009"/>
            <p:cNvCxnSpPr/>
            <p:nvPr/>
          </p:nvCxnSpPr>
          <p:spPr>
            <a:xfrm flipH="1" flipV="1">
              <a:off x="374955" y="647341"/>
              <a:ext cx="110674" cy="80409"/>
            </a:xfrm>
            <a:prstGeom prst="line">
              <a:avLst/>
            </a:prstGeom>
            <a:noFill/>
            <a:ln w="16560" cap="flat">
              <a:solidFill>
                <a:srgbClr val="E9AE3D"/>
              </a:solidFill>
            </a:ln>
            <a:effectLst/>
          </p:spPr>
        </p:cxnSp>
        <p:cxnSp>
          <p:nvCxnSpPr>
            <p:cNvPr id="12" name="SCHEM_line-0010"/>
            <p:cNvCxnSpPr/>
            <p:nvPr/>
          </p:nvCxnSpPr>
          <p:spPr>
            <a:xfrm flipH="1" flipV="1">
              <a:off x="583755" y="495639"/>
              <a:ext cx="42274" cy="130105"/>
            </a:xfrm>
            <a:prstGeom prst="line">
              <a:avLst/>
            </a:prstGeom>
            <a:noFill/>
            <a:ln w="16560" cap="flat">
              <a:solidFill>
                <a:srgbClr val="E9AE3D"/>
              </a:solidFill>
            </a:ln>
            <a:effectLst/>
          </p:spPr>
        </p:cxnSp>
        <p:cxnSp>
          <p:nvCxnSpPr>
            <p:cNvPr id="13" name="SCHEM_line-0011"/>
            <p:cNvCxnSpPr/>
            <p:nvPr/>
          </p:nvCxnSpPr>
          <p:spPr>
            <a:xfrm flipV="1">
              <a:off x="799572" y="495639"/>
              <a:ext cx="42274" cy="130105"/>
            </a:xfrm>
            <a:prstGeom prst="line">
              <a:avLst/>
            </a:prstGeom>
            <a:noFill/>
            <a:ln w="16560" cap="flat">
              <a:solidFill>
                <a:srgbClr val="E9AE3D"/>
              </a:solidFill>
            </a:ln>
            <a:effectLst/>
          </p:spPr>
        </p:cxnSp>
        <p:cxnSp>
          <p:nvCxnSpPr>
            <p:cNvPr id="14" name="SCHEM_line-0012"/>
            <p:cNvCxnSpPr/>
            <p:nvPr/>
          </p:nvCxnSpPr>
          <p:spPr>
            <a:xfrm flipV="1">
              <a:off x="939972" y="647341"/>
              <a:ext cx="110674" cy="80409"/>
            </a:xfrm>
            <a:prstGeom prst="line">
              <a:avLst/>
            </a:prstGeom>
            <a:noFill/>
            <a:ln w="16560" cap="flat">
              <a:solidFill>
                <a:srgbClr val="E9AE3D"/>
              </a:solidFill>
            </a:ln>
            <a:effectLst/>
          </p:spPr>
        </p:cxnSp>
        <p:sp>
          <p:nvSpPr>
            <p:cNvPr id="15" name="SCHEM_text-0013"/>
            <p:cNvSpPr txBox="1"/>
            <p:nvPr/>
          </p:nvSpPr>
          <p:spPr>
            <a:xfrm>
              <a:off x="1411200" y="619200"/>
              <a:ext cx="1872000" cy="541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Solar</a:t>
              </a:r>
              <a:endParaRPr lang="en-US" sz="1474"/>
            </a:p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irradiation</a:t>
              </a:r>
              <a:endParaRPr lang="en-US" sz="1474"/>
            </a:p>
          </p:txBody>
        </p:sp>
        <p:cxnSp>
          <p:nvCxnSpPr>
            <p:cNvPr id="16" name="SCHEM_line-0014"/>
            <p:cNvCxnSpPr/>
            <p:nvPr/>
          </p:nvCxnSpPr>
          <p:spPr>
            <a:xfrm>
              <a:off x="957600" y="1353600"/>
              <a:ext cx="518400" cy="576000"/>
            </a:xfrm>
            <a:prstGeom prst="line">
              <a:avLst/>
            </a:prstGeom>
            <a:noFill/>
            <a:ln w="28800" cap="flat">
              <a:solidFill>
                <a:srgbClr val="EDBA58"/>
              </a:solidFill>
              <a:tailEnd type="triangle" w="med" len="med"/>
            </a:ln>
            <a:effectLst/>
          </p:spPr>
        </p:cxnSp>
        <p:cxnSp>
          <p:nvCxnSpPr>
            <p:cNvPr id="17" name="SCHEM_line-0015"/>
            <p:cNvCxnSpPr/>
            <p:nvPr/>
          </p:nvCxnSpPr>
          <p:spPr>
            <a:xfrm>
              <a:off x="1144800" y="1209600"/>
              <a:ext cx="583200" cy="640800"/>
            </a:xfrm>
            <a:prstGeom prst="line">
              <a:avLst/>
            </a:prstGeom>
            <a:noFill/>
            <a:ln w="28800" cap="flat">
              <a:solidFill>
                <a:srgbClr val="EDBA58"/>
              </a:solidFill>
              <a:tailEnd type="triangle" w="med" len="med"/>
            </a:ln>
            <a:effectLst/>
          </p:spPr>
        </p:cxnSp>
        <p:cxnSp>
          <p:nvCxnSpPr>
            <p:cNvPr id="18" name="SCHEM_line-0016"/>
            <p:cNvCxnSpPr/>
            <p:nvPr/>
          </p:nvCxnSpPr>
          <p:spPr>
            <a:xfrm>
              <a:off x="1303200" y="1008000"/>
              <a:ext cx="640800" cy="691200"/>
            </a:xfrm>
            <a:prstGeom prst="line">
              <a:avLst/>
            </a:prstGeom>
            <a:noFill/>
            <a:ln w="28800" cap="flat">
              <a:solidFill>
                <a:srgbClr val="EDBA58"/>
              </a:solidFill>
              <a:tailEnd type="triangle" w="med" len="med"/>
            </a:ln>
            <a:effectLst/>
          </p:spPr>
        </p:cxnSp>
        <p:cxnSp>
          <p:nvCxnSpPr>
            <p:cNvPr id="19" name="SCHEM_line-0017"/>
            <p:cNvCxnSpPr/>
            <p:nvPr/>
          </p:nvCxnSpPr>
          <p:spPr>
            <a:xfrm>
              <a:off x="1656000" y="1029600"/>
              <a:ext cx="576000" cy="583200"/>
            </a:xfrm>
            <a:prstGeom prst="line">
              <a:avLst/>
            </a:prstGeom>
            <a:noFill/>
            <a:ln w="28800" cap="flat">
              <a:solidFill>
                <a:srgbClr val="EDBA58"/>
              </a:solidFill>
              <a:tailEnd type="triangle" w="med" len="med"/>
            </a:ln>
            <a:effectLst/>
          </p:spPr>
        </p:cxnSp>
        <p:grpSp>
          <p:nvGrpSpPr>
            <p:cNvPr id="20" name="SCHEM_wick-and-evaporator"/>
            <p:cNvGrpSpPr/>
            <p:nvPr/>
          </p:nvGrpSpPr>
          <p:grpSpPr>
            <a:xfrm>
              <a:off x="453600" y="1106864"/>
              <a:ext cx="5734012" cy="4897936"/>
              <a:chOff x="453600" y="1106864"/>
              <a:chExt cx="5734012" cy="4897936"/>
            </a:xfrm>
          </p:grpSpPr>
          <p:sp>
            <p:nvSpPr>
              <p:cNvPr id="21" name="SCHEM_path-0019"/>
              <p:cNvSpPr/>
              <p:nvPr/>
            </p:nvSpPr>
            <p:spPr>
              <a:xfrm>
                <a:off x="453600" y="4881600"/>
                <a:ext cx="3722400" cy="1123200"/>
              </a:xfrm>
              <a:custGeom>
                <a:avLst/>
                <a:gdLst/>
                <a:ahLst/>
                <a:cxnLst/>
                <a:rect l="0" t="0" r="r" b="b"/>
                <a:pathLst>
                  <a:path w="3722400" h="1123200">
                    <a:moveTo>
                      <a:pt x="0" y="0"/>
                    </a:moveTo>
                    <a:lnTo>
                      <a:pt x="86400" y="1022400"/>
                    </a:lnTo>
                    <a:cubicBezTo>
                      <a:pt x="93600" y="1108800"/>
                      <a:pt x="187200" y="1123200"/>
                      <a:pt x="295200" y="1123200"/>
                    </a:cubicBezTo>
                    <a:lnTo>
                      <a:pt x="3506400" y="1123200"/>
                    </a:lnTo>
                    <a:cubicBezTo>
                      <a:pt x="3621600" y="1123200"/>
                      <a:pt x="3650400" y="1072800"/>
                      <a:pt x="3657600" y="993600"/>
                    </a:cubicBezTo>
                    <a:lnTo>
                      <a:pt x="3722400" y="0"/>
                    </a:lnTo>
                    <a:lnTo>
                      <a:pt x="3657600" y="0"/>
                    </a:lnTo>
                    <a:lnTo>
                      <a:pt x="3592800" y="972000"/>
                    </a:lnTo>
                    <a:cubicBezTo>
                      <a:pt x="3585600" y="1036800"/>
                      <a:pt x="3556800" y="1044000"/>
                      <a:pt x="3499200" y="1044000"/>
                    </a:cubicBezTo>
                    <a:lnTo>
                      <a:pt x="295200" y="1044000"/>
                    </a:lnTo>
                    <a:cubicBezTo>
                      <a:pt x="194400" y="1044000"/>
                      <a:pt x="158400" y="1029600"/>
                      <a:pt x="151200" y="950400"/>
                    </a:cubicBezTo>
                    <a:lnTo>
                      <a:pt x="64800" y="0"/>
                    </a:lnTo>
                    <a:close/>
                  </a:path>
                </a:pathLst>
              </a:custGeom>
              <a:solidFill>
                <a:srgbClr val="D0D1CD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2" name="SCHEM_path-0020"/>
              <p:cNvSpPr/>
              <p:nvPr/>
            </p:nvSpPr>
            <p:spPr>
              <a:xfrm>
                <a:off x="540000" y="4953600"/>
                <a:ext cx="3549600" cy="928800"/>
              </a:xfrm>
              <a:custGeom>
                <a:avLst/>
                <a:gdLst/>
                <a:ahLst/>
                <a:cxnLst/>
                <a:rect l="0" t="0" r="r" b="b"/>
                <a:pathLst>
                  <a:path w="3549600" h="928800">
                    <a:moveTo>
                      <a:pt x="0" y="57600"/>
                    </a:moveTo>
                    <a:cubicBezTo>
                      <a:pt x="684000" y="0"/>
                      <a:pt x="1260000" y="93600"/>
                      <a:pt x="1872000" y="57600"/>
                    </a:cubicBezTo>
                    <a:cubicBezTo>
                      <a:pt x="2556000" y="7200"/>
                      <a:pt x="3060000" y="86400"/>
                      <a:pt x="3549600" y="50400"/>
                    </a:cubicBezTo>
                    <a:lnTo>
                      <a:pt x="3492000" y="928800"/>
                    </a:lnTo>
                    <a:lnTo>
                      <a:pt x="86400" y="928800"/>
                    </a:lnTo>
                    <a:close/>
                  </a:path>
                </a:pathLst>
              </a:custGeom>
              <a:solidFill>
                <a:srgbClr val="9ED2E7"/>
              </a:solidFill>
              <a:ln w="10800" cap="flat">
                <a:solidFill>
                  <a:srgbClr val="308AB1"/>
                </a:solidFill>
              </a:ln>
              <a:effectLst/>
            </p:spPr>
          </p:sp>
          <p:sp>
            <p:nvSpPr>
              <p:cNvPr id="23" name="SCHEM_polygon-0021"/>
              <p:cNvSpPr/>
              <p:nvPr/>
            </p:nvSpPr>
            <p:spPr>
              <a:xfrm>
                <a:off x="1440000" y="2570400"/>
                <a:ext cx="691200" cy="2822400"/>
              </a:xfrm>
              <a:custGeom>
                <a:avLst/>
                <a:gdLst/>
                <a:ahLst/>
                <a:cxnLst/>
                <a:rect l="0" t="0" r="r" b="b"/>
                <a:pathLst>
                  <a:path w="691200" h="2822400">
                    <a:moveTo>
                      <a:pt x="367200" y="0"/>
                    </a:moveTo>
                    <a:lnTo>
                      <a:pt x="691200" y="7200"/>
                    </a:lnTo>
                    <a:lnTo>
                      <a:pt x="475200" y="2822400"/>
                    </a:lnTo>
                    <a:lnTo>
                      <a:pt x="0" y="2822400"/>
                    </a:lnTo>
                    <a:close/>
                  </a:path>
                </a:pathLst>
              </a:custGeom>
              <a:solidFill>
                <a:srgbClr val="8DA8AB"/>
              </a:solidFill>
              <a:ln w="1152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24" name="SCHEM_line-0022"/>
              <p:cNvCxnSpPr/>
              <p:nvPr/>
            </p:nvCxnSpPr>
            <p:spPr>
              <a:xfrm flipH="1">
                <a:off x="1440000" y="2570400"/>
                <a:ext cx="367200" cy="28224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25" name="SCHEM_line-0023"/>
              <p:cNvCxnSpPr/>
              <p:nvPr/>
            </p:nvCxnSpPr>
            <p:spPr>
              <a:xfrm flipH="1">
                <a:off x="1440000" y="2570400"/>
                <a:ext cx="367200" cy="28224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26" name="SCHEM_line-0024"/>
              <p:cNvCxnSpPr/>
              <p:nvPr/>
            </p:nvCxnSpPr>
            <p:spPr>
              <a:xfrm flipH="1">
                <a:off x="1558800" y="2572200"/>
                <a:ext cx="329400" cy="28206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27" name="SCHEM_line-0025"/>
              <p:cNvCxnSpPr/>
              <p:nvPr/>
            </p:nvCxnSpPr>
            <p:spPr>
              <a:xfrm flipH="1">
                <a:off x="1558800" y="2572200"/>
                <a:ext cx="329400" cy="28206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28" name="SCHEM_line-0026"/>
              <p:cNvCxnSpPr/>
              <p:nvPr/>
            </p:nvCxnSpPr>
            <p:spPr>
              <a:xfrm flipH="1">
                <a:off x="1677600" y="2574000"/>
                <a:ext cx="291600" cy="28188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29" name="SCHEM_line-0027"/>
              <p:cNvCxnSpPr/>
              <p:nvPr/>
            </p:nvCxnSpPr>
            <p:spPr>
              <a:xfrm flipH="1">
                <a:off x="1677600" y="2574000"/>
                <a:ext cx="291600" cy="28188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30" name="SCHEM_line-0028"/>
              <p:cNvCxnSpPr/>
              <p:nvPr/>
            </p:nvCxnSpPr>
            <p:spPr>
              <a:xfrm flipH="1">
                <a:off x="1796400" y="2575800"/>
                <a:ext cx="253800" cy="28170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31" name="SCHEM_line-0029"/>
              <p:cNvCxnSpPr/>
              <p:nvPr/>
            </p:nvCxnSpPr>
            <p:spPr>
              <a:xfrm flipH="1">
                <a:off x="1796400" y="2575800"/>
                <a:ext cx="253800" cy="28170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32" name="SCHEM_line-0030"/>
              <p:cNvCxnSpPr/>
              <p:nvPr/>
            </p:nvCxnSpPr>
            <p:spPr>
              <a:xfrm flipH="1">
                <a:off x="1915200" y="2577600"/>
                <a:ext cx="216000" cy="28152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33" name="SCHEM_line-0031"/>
              <p:cNvCxnSpPr/>
              <p:nvPr/>
            </p:nvCxnSpPr>
            <p:spPr>
              <a:xfrm flipH="1">
                <a:off x="1915200" y="2577600"/>
                <a:ext cx="216000" cy="28152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34" name="SCHEM_line-0032"/>
              <p:cNvCxnSpPr/>
              <p:nvPr/>
            </p:nvCxnSpPr>
            <p:spPr>
              <a:xfrm>
                <a:off x="1807200" y="2570400"/>
                <a:ext cx="324000" cy="72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35" name="SCHEM_line-0033"/>
              <p:cNvCxnSpPr/>
              <p:nvPr/>
            </p:nvCxnSpPr>
            <p:spPr>
              <a:xfrm>
                <a:off x="1807200" y="2570400"/>
                <a:ext cx="324000" cy="72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36" name="SCHEM_line-0034"/>
              <p:cNvCxnSpPr/>
              <p:nvPr/>
            </p:nvCxnSpPr>
            <p:spPr>
              <a:xfrm>
                <a:off x="1794086" y="2671200"/>
                <a:ext cx="329400" cy="6943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37" name="SCHEM_line-0035"/>
              <p:cNvCxnSpPr/>
              <p:nvPr/>
            </p:nvCxnSpPr>
            <p:spPr>
              <a:xfrm>
                <a:off x="1794086" y="2671200"/>
                <a:ext cx="329400" cy="6943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38" name="SCHEM_line-0036"/>
              <p:cNvCxnSpPr/>
              <p:nvPr/>
            </p:nvCxnSpPr>
            <p:spPr>
              <a:xfrm>
                <a:off x="1780971" y="2772000"/>
                <a:ext cx="334800" cy="6686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39" name="SCHEM_line-0037"/>
              <p:cNvCxnSpPr/>
              <p:nvPr/>
            </p:nvCxnSpPr>
            <p:spPr>
              <a:xfrm>
                <a:off x="1780971" y="2772000"/>
                <a:ext cx="334800" cy="6686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40" name="SCHEM_line-0038"/>
              <p:cNvCxnSpPr/>
              <p:nvPr/>
            </p:nvCxnSpPr>
            <p:spPr>
              <a:xfrm>
                <a:off x="1767857" y="2872800"/>
                <a:ext cx="340200" cy="6429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41" name="SCHEM_line-0039"/>
              <p:cNvCxnSpPr/>
              <p:nvPr/>
            </p:nvCxnSpPr>
            <p:spPr>
              <a:xfrm>
                <a:off x="1767857" y="2872800"/>
                <a:ext cx="340200" cy="6429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42" name="SCHEM_line-0040"/>
              <p:cNvCxnSpPr/>
              <p:nvPr/>
            </p:nvCxnSpPr>
            <p:spPr>
              <a:xfrm>
                <a:off x="1754743" y="2973600"/>
                <a:ext cx="345600" cy="6171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43" name="SCHEM_line-0041"/>
              <p:cNvCxnSpPr/>
              <p:nvPr/>
            </p:nvCxnSpPr>
            <p:spPr>
              <a:xfrm>
                <a:off x="1754743" y="2973600"/>
                <a:ext cx="345600" cy="6171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44" name="SCHEM_line-0042"/>
              <p:cNvCxnSpPr/>
              <p:nvPr/>
            </p:nvCxnSpPr>
            <p:spPr>
              <a:xfrm>
                <a:off x="1741629" y="3074400"/>
                <a:ext cx="351000" cy="5914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45" name="SCHEM_line-0043"/>
              <p:cNvCxnSpPr/>
              <p:nvPr/>
            </p:nvCxnSpPr>
            <p:spPr>
              <a:xfrm>
                <a:off x="1741629" y="3074400"/>
                <a:ext cx="351000" cy="5914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46" name="SCHEM_line-0044"/>
              <p:cNvCxnSpPr/>
              <p:nvPr/>
            </p:nvCxnSpPr>
            <p:spPr>
              <a:xfrm>
                <a:off x="1728514" y="3175200"/>
                <a:ext cx="356400" cy="5657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47" name="SCHEM_line-0045"/>
              <p:cNvCxnSpPr/>
              <p:nvPr/>
            </p:nvCxnSpPr>
            <p:spPr>
              <a:xfrm>
                <a:off x="1728514" y="3175200"/>
                <a:ext cx="356400" cy="5657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48" name="SCHEM_line-0046"/>
              <p:cNvCxnSpPr/>
              <p:nvPr/>
            </p:nvCxnSpPr>
            <p:spPr>
              <a:xfrm>
                <a:off x="1715400" y="3276000"/>
                <a:ext cx="361800" cy="54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49" name="SCHEM_line-0047"/>
              <p:cNvCxnSpPr/>
              <p:nvPr/>
            </p:nvCxnSpPr>
            <p:spPr>
              <a:xfrm>
                <a:off x="1715400" y="3276000"/>
                <a:ext cx="361800" cy="54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50" name="SCHEM_line-0048"/>
              <p:cNvCxnSpPr/>
              <p:nvPr/>
            </p:nvCxnSpPr>
            <p:spPr>
              <a:xfrm>
                <a:off x="1702286" y="3376800"/>
                <a:ext cx="367200" cy="5143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51" name="SCHEM_line-0049"/>
              <p:cNvCxnSpPr/>
              <p:nvPr/>
            </p:nvCxnSpPr>
            <p:spPr>
              <a:xfrm>
                <a:off x="1702286" y="3376800"/>
                <a:ext cx="367200" cy="5143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52" name="SCHEM_line-0050"/>
              <p:cNvCxnSpPr/>
              <p:nvPr/>
            </p:nvCxnSpPr>
            <p:spPr>
              <a:xfrm>
                <a:off x="1689171" y="3477600"/>
                <a:ext cx="372600" cy="4886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53" name="SCHEM_line-0051"/>
              <p:cNvCxnSpPr/>
              <p:nvPr/>
            </p:nvCxnSpPr>
            <p:spPr>
              <a:xfrm>
                <a:off x="1689171" y="3477600"/>
                <a:ext cx="372600" cy="4886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54" name="SCHEM_line-0052"/>
              <p:cNvCxnSpPr/>
              <p:nvPr/>
            </p:nvCxnSpPr>
            <p:spPr>
              <a:xfrm>
                <a:off x="1676057" y="3578400"/>
                <a:ext cx="378000" cy="4629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55" name="SCHEM_line-0053"/>
              <p:cNvCxnSpPr/>
              <p:nvPr/>
            </p:nvCxnSpPr>
            <p:spPr>
              <a:xfrm>
                <a:off x="1676057" y="3578400"/>
                <a:ext cx="378000" cy="4629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56" name="SCHEM_line-0054"/>
              <p:cNvCxnSpPr/>
              <p:nvPr/>
            </p:nvCxnSpPr>
            <p:spPr>
              <a:xfrm>
                <a:off x="1662943" y="3679200"/>
                <a:ext cx="383400" cy="4371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57" name="SCHEM_line-0055"/>
              <p:cNvCxnSpPr/>
              <p:nvPr/>
            </p:nvCxnSpPr>
            <p:spPr>
              <a:xfrm>
                <a:off x="1662943" y="3679200"/>
                <a:ext cx="383400" cy="4371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58" name="SCHEM_line-0056"/>
              <p:cNvCxnSpPr/>
              <p:nvPr/>
            </p:nvCxnSpPr>
            <p:spPr>
              <a:xfrm>
                <a:off x="1649829" y="3780000"/>
                <a:ext cx="388800" cy="4114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59" name="SCHEM_line-0057"/>
              <p:cNvCxnSpPr/>
              <p:nvPr/>
            </p:nvCxnSpPr>
            <p:spPr>
              <a:xfrm>
                <a:off x="1649829" y="3780000"/>
                <a:ext cx="388800" cy="4114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60" name="SCHEM_line-0058"/>
              <p:cNvCxnSpPr/>
              <p:nvPr/>
            </p:nvCxnSpPr>
            <p:spPr>
              <a:xfrm>
                <a:off x="1636714" y="3880800"/>
                <a:ext cx="394200" cy="3857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61" name="SCHEM_line-0059"/>
              <p:cNvCxnSpPr/>
              <p:nvPr/>
            </p:nvCxnSpPr>
            <p:spPr>
              <a:xfrm>
                <a:off x="1636714" y="3880800"/>
                <a:ext cx="394200" cy="3857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62" name="SCHEM_line-0060"/>
              <p:cNvCxnSpPr/>
              <p:nvPr/>
            </p:nvCxnSpPr>
            <p:spPr>
              <a:xfrm>
                <a:off x="1623600" y="3981600"/>
                <a:ext cx="399600" cy="36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63" name="SCHEM_line-0061"/>
              <p:cNvCxnSpPr/>
              <p:nvPr/>
            </p:nvCxnSpPr>
            <p:spPr>
              <a:xfrm>
                <a:off x="1623600" y="3981600"/>
                <a:ext cx="399600" cy="36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64" name="SCHEM_line-0062"/>
              <p:cNvCxnSpPr/>
              <p:nvPr/>
            </p:nvCxnSpPr>
            <p:spPr>
              <a:xfrm>
                <a:off x="1610486" y="4082400"/>
                <a:ext cx="405000" cy="3343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65" name="SCHEM_line-0063"/>
              <p:cNvCxnSpPr/>
              <p:nvPr/>
            </p:nvCxnSpPr>
            <p:spPr>
              <a:xfrm>
                <a:off x="1610486" y="4082400"/>
                <a:ext cx="405000" cy="3343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66" name="SCHEM_line-0064"/>
              <p:cNvCxnSpPr/>
              <p:nvPr/>
            </p:nvCxnSpPr>
            <p:spPr>
              <a:xfrm>
                <a:off x="1597371" y="4183200"/>
                <a:ext cx="410400" cy="3086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67" name="SCHEM_line-0065"/>
              <p:cNvCxnSpPr/>
              <p:nvPr/>
            </p:nvCxnSpPr>
            <p:spPr>
              <a:xfrm>
                <a:off x="1597371" y="4183200"/>
                <a:ext cx="410400" cy="3086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68" name="SCHEM_line-0066"/>
              <p:cNvCxnSpPr/>
              <p:nvPr/>
            </p:nvCxnSpPr>
            <p:spPr>
              <a:xfrm>
                <a:off x="1584257" y="4284000"/>
                <a:ext cx="415800" cy="2829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69" name="SCHEM_line-0067"/>
              <p:cNvCxnSpPr/>
              <p:nvPr/>
            </p:nvCxnSpPr>
            <p:spPr>
              <a:xfrm>
                <a:off x="1584257" y="4284000"/>
                <a:ext cx="415800" cy="2829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70" name="SCHEM_line-0068"/>
              <p:cNvCxnSpPr/>
              <p:nvPr/>
            </p:nvCxnSpPr>
            <p:spPr>
              <a:xfrm>
                <a:off x="1571143" y="4384800"/>
                <a:ext cx="421200" cy="2571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71" name="SCHEM_line-0069"/>
              <p:cNvCxnSpPr/>
              <p:nvPr/>
            </p:nvCxnSpPr>
            <p:spPr>
              <a:xfrm>
                <a:off x="1571143" y="4384800"/>
                <a:ext cx="421200" cy="2571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72" name="SCHEM_line-0070"/>
              <p:cNvCxnSpPr/>
              <p:nvPr/>
            </p:nvCxnSpPr>
            <p:spPr>
              <a:xfrm>
                <a:off x="1558029" y="4485600"/>
                <a:ext cx="426600" cy="2314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73" name="SCHEM_line-0071"/>
              <p:cNvCxnSpPr/>
              <p:nvPr/>
            </p:nvCxnSpPr>
            <p:spPr>
              <a:xfrm>
                <a:off x="1558029" y="4485600"/>
                <a:ext cx="426600" cy="2314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74" name="SCHEM_line-0072"/>
              <p:cNvCxnSpPr/>
              <p:nvPr/>
            </p:nvCxnSpPr>
            <p:spPr>
              <a:xfrm>
                <a:off x="1544914" y="4586400"/>
                <a:ext cx="432000" cy="2057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75" name="SCHEM_line-0073"/>
              <p:cNvCxnSpPr/>
              <p:nvPr/>
            </p:nvCxnSpPr>
            <p:spPr>
              <a:xfrm>
                <a:off x="1544914" y="4586400"/>
                <a:ext cx="432000" cy="2057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76" name="SCHEM_line-0074"/>
              <p:cNvCxnSpPr/>
              <p:nvPr/>
            </p:nvCxnSpPr>
            <p:spPr>
              <a:xfrm>
                <a:off x="1531800" y="4687200"/>
                <a:ext cx="437400" cy="18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77" name="SCHEM_line-0075"/>
              <p:cNvCxnSpPr/>
              <p:nvPr/>
            </p:nvCxnSpPr>
            <p:spPr>
              <a:xfrm>
                <a:off x="1531800" y="4687200"/>
                <a:ext cx="437400" cy="18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78" name="SCHEM_line-0076"/>
              <p:cNvCxnSpPr/>
              <p:nvPr/>
            </p:nvCxnSpPr>
            <p:spPr>
              <a:xfrm>
                <a:off x="1518686" y="4788000"/>
                <a:ext cx="442800" cy="1543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79" name="SCHEM_line-0077"/>
              <p:cNvCxnSpPr/>
              <p:nvPr/>
            </p:nvCxnSpPr>
            <p:spPr>
              <a:xfrm>
                <a:off x="1518686" y="4788000"/>
                <a:ext cx="442800" cy="1543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80" name="SCHEM_line-0078"/>
              <p:cNvCxnSpPr/>
              <p:nvPr/>
            </p:nvCxnSpPr>
            <p:spPr>
              <a:xfrm>
                <a:off x="1505571" y="4888800"/>
                <a:ext cx="448200" cy="1286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81" name="SCHEM_line-0079"/>
              <p:cNvCxnSpPr/>
              <p:nvPr/>
            </p:nvCxnSpPr>
            <p:spPr>
              <a:xfrm>
                <a:off x="1505571" y="4888800"/>
                <a:ext cx="448200" cy="1286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82" name="SCHEM_line-0080"/>
              <p:cNvCxnSpPr/>
              <p:nvPr/>
            </p:nvCxnSpPr>
            <p:spPr>
              <a:xfrm>
                <a:off x="1492457" y="4989600"/>
                <a:ext cx="453600" cy="1029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83" name="SCHEM_line-0081"/>
              <p:cNvCxnSpPr/>
              <p:nvPr/>
            </p:nvCxnSpPr>
            <p:spPr>
              <a:xfrm>
                <a:off x="1492457" y="4989600"/>
                <a:ext cx="453600" cy="1029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84" name="SCHEM_line-0082"/>
              <p:cNvCxnSpPr/>
              <p:nvPr/>
            </p:nvCxnSpPr>
            <p:spPr>
              <a:xfrm>
                <a:off x="1479343" y="5090400"/>
                <a:ext cx="459000" cy="771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85" name="SCHEM_line-0083"/>
              <p:cNvCxnSpPr/>
              <p:nvPr/>
            </p:nvCxnSpPr>
            <p:spPr>
              <a:xfrm>
                <a:off x="1479343" y="5090400"/>
                <a:ext cx="459000" cy="771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86" name="SCHEM_line-0084"/>
              <p:cNvCxnSpPr/>
              <p:nvPr/>
            </p:nvCxnSpPr>
            <p:spPr>
              <a:xfrm>
                <a:off x="1466229" y="5191200"/>
                <a:ext cx="464400" cy="514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87" name="SCHEM_line-0085"/>
              <p:cNvCxnSpPr/>
              <p:nvPr/>
            </p:nvCxnSpPr>
            <p:spPr>
              <a:xfrm>
                <a:off x="1466229" y="5191200"/>
                <a:ext cx="464400" cy="514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88" name="SCHEM_line-0086"/>
              <p:cNvCxnSpPr/>
              <p:nvPr/>
            </p:nvCxnSpPr>
            <p:spPr>
              <a:xfrm>
                <a:off x="1453114" y="5292000"/>
                <a:ext cx="469800" cy="257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89" name="SCHEM_line-0087"/>
              <p:cNvCxnSpPr/>
              <p:nvPr/>
            </p:nvCxnSpPr>
            <p:spPr>
              <a:xfrm>
                <a:off x="1453114" y="5292000"/>
                <a:ext cx="469800" cy="257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90" name="SCHEM_line-0088"/>
              <p:cNvCxnSpPr/>
              <p:nvPr/>
            </p:nvCxnSpPr>
            <p:spPr>
              <a:xfrm>
                <a:off x="1440000" y="5392800"/>
                <a:ext cx="475200" cy="1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91" name="SCHEM_line-0089"/>
              <p:cNvCxnSpPr/>
              <p:nvPr/>
            </p:nvCxnSpPr>
            <p:spPr>
              <a:xfrm>
                <a:off x="1440000" y="5392800"/>
                <a:ext cx="475200" cy="1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sp>
            <p:nvSpPr>
              <p:cNvPr id="92" name="SCHEM_polygon-0090"/>
              <p:cNvSpPr/>
              <p:nvPr/>
            </p:nvSpPr>
            <p:spPr>
              <a:xfrm>
                <a:off x="813600" y="1317600"/>
                <a:ext cx="5119200" cy="1296000"/>
              </a:xfrm>
              <a:custGeom>
                <a:avLst/>
                <a:gdLst/>
                <a:ahLst/>
                <a:cxnLst/>
                <a:rect l="0" t="0" r="r" b="b"/>
                <a:pathLst>
                  <a:path w="5119200" h="1296000">
                    <a:moveTo>
                      <a:pt x="0" y="1296000"/>
                    </a:moveTo>
                    <a:lnTo>
                      <a:pt x="1598400" y="446400"/>
                    </a:lnTo>
                    <a:lnTo>
                      <a:pt x="5119200" y="0"/>
                    </a:lnTo>
                    <a:lnTo>
                      <a:pt x="4024800" y="1144800"/>
                    </a:lnTo>
                    <a:close/>
                  </a:path>
                </a:pathLst>
              </a:custGeom>
              <a:solidFill>
                <a:srgbClr val="8DA8AB"/>
              </a:solidFill>
              <a:ln w="1152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93" name="SCHEM_line-0091"/>
              <p:cNvCxnSpPr/>
              <p:nvPr/>
            </p:nvCxnSpPr>
            <p:spPr>
              <a:xfrm flipV="1">
                <a:off x="813600" y="2462400"/>
                <a:ext cx="4024800" cy="1512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94" name="SCHEM_line-0092"/>
              <p:cNvCxnSpPr/>
              <p:nvPr/>
            </p:nvCxnSpPr>
            <p:spPr>
              <a:xfrm flipV="1">
                <a:off x="813600" y="2462400"/>
                <a:ext cx="4024800" cy="1512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95" name="SCHEM_line-0093"/>
              <p:cNvCxnSpPr/>
              <p:nvPr/>
            </p:nvCxnSpPr>
            <p:spPr>
              <a:xfrm flipV="1">
                <a:off x="866880" y="2424240"/>
                <a:ext cx="4008000" cy="16104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96" name="SCHEM_line-0094"/>
              <p:cNvCxnSpPr/>
              <p:nvPr/>
            </p:nvCxnSpPr>
            <p:spPr>
              <a:xfrm flipV="1">
                <a:off x="866880" y="2424240"/>
                <a:ext cx="4008000" cy="16104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97" name="SCHEM_line-0095"/>
              <p:cNvCxnSpPr/>
              <p:nvPr/>
            </p:nvCxnSpPr>
            <p:spPr>
              <a:xfrm flipV="1">
                <a:off x="920160" y="2386080"/>
                <a:ext cx="3991200" cy="17088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98" name="SCHEM_line-0096"/>
              <p:cNvCxnSpPr/>
              <p:nvPr/>
            </p:nvCxnSpPr>
            <p:spPr>
              <a:xfrm flipV="1">
                <a:off x="920160" y="2386080"/>
                <a:ext cx="3991200" cy="17088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99" name="SCHEM_line-0097"/>
              <p:cNvCxnSpPr/>
              <p:nvPr/>
            </p:nvCxnSpPr>
            <p:spPr>
              <a:xfrm flipV="1">
                <a:off x="973440" y="2347920"/>
                <a:ext cx="3974400" cy="18072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00" name="SCHEM_line-0098"/>
              <p:cNvCxnSpPr/>
              <p:nvPr/>
            </p:nvCxnSpPr>
            <p:spPr>
              <a:xfrm flipV="1">
                <a:off x="973440" y="2347920"/>
                <a:ext cx="3974400" cy="18072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01" name="SCHEM_line-0099"/>
              <p:cNvCxnSpPr/>
              <p:nvPr/>
            </p:nvCxnSpPr>
            <p:spPr>
              <a:xfrm flipV="1">
                <a:off x="1026720" y="2309760"/>
                <a:ext cx="3957600" cy="19056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02" name="SCHEM_line-0100"/>
              <p:cNvCxnSpPr/>
              <p:nvPr/>
            </p:nvCxnSpPr>
            <p:spPr>
              <a:xfrm flipV="1">
                <a:off x="1026720" y="2309760"/>
                <a:ext cx="3957600" cy="19056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03" name="SCHEM_line-0101"/>
              <p:cNvCxnSpPr/>
              <p:nvPr/>
            </p:nvCxnSpPr>
            <p:spPr>
              <a:xfrm flipV="1">
                <a:off x="1080000" y="2271600"/>
                <a:ext cx="3940800" cy="2004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04" name="SCHEM_line-0102"/>
              <p:cNvCxnSpPr/>
              <p:nvPr/>
            </p:nvCxnSpPr>
            <p:spPr>
              <a:xfrm flipV="1">
                <a:off x="1080000" y="2271600"/>
                <a:ext cx="3940800" cy="2004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05" name="SCHEM_line-0103"/>
              <p:cNvCxnSpPr/>
              <p:nvPr/>
            </p:nvCxnSpPr>
            <p:spPr>
              <a:xfrm flipV="1">
                <a:off x="1133280" y="2233440"/>
                <a:ext cx="3924000" cy="21024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06" name="SCHEM_line-0104"/>
              <p:cNvCxnSpPr/>
              <p:nvPr/>
            </p:nvCxnSpPr>
            <p:spPr>
              <a:xfrm flipV="1">
                <a:off x="1133280" y="2233440"/>
                <a:ext cx="3924000" cy="21024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07" name="SCHEM_line-0105"/>
              <p:cNvCxnSpPr/>
              <p:nvPr/>
            </p:nvCxnSpPr>
            <p:spPr>
              <a:xfrm flipV="1">
                <a:off x="1186560" y="2195280"/>
                <a:ext cx="3907200" cy="22008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08" name="SCHEM_line-0106"/>
              <p:cNvCxnSpPr/>
              <p:nvPr/>
            </p:nvCxnSpPr>
            <p:spPr>
              <a:xfrm flipV="1">
                <a:off x="1186560" y="2195280"/>
                <a:ext cx="3907200" cy="22008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09" name="SCHEM_line-0107"/>
              <p:cNvCxnSpPr/>
              <p:nvPr/>
            </p:nvCxnSpPr>
            <p:spPr>
              <a:xfrm flipV="1">
                <a:off x="1239840" y="2157120"/>
                <a:ext cx="3890400" cy="22992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10" name="SCHEM_line-0108"/>
              <p:cNvCxnSpPr/>
              <p:nvPr/>
            </p:nvCxnSpPr>
            <p:spPr>
              <a:xfrm flipV="1">
                <a:off x="1239840" y="2157120"/>
                <a:ext cx="3890400" cy="22992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11" name="SCHEM_line-0109"/>
              <p:cNvCxnSpPr/>
              <p:nvPr/>
            </p:nvCxnSpPr>
            <p:spPr>
              <a:xfrm flipV="1">
                <a:off x="1293120" y="2118960"/>
                <a:ext cx="3873600" cy="23976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12" name="SCHEM_line-0110"/>
              <p:cNvCxnSpPr/>
              <p:nvPr/>
            </p:nvCxnSpPr>
            <p:spPr>
              <a:xfrm flipV="1">
                <a:off x="1293120" y="2118960"/>
                <a:ext cx="3873600" cy="23976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13" name="SCHEM_line-0111"/>
              <p:cNvCxnSpPr/>
              <p:nvPr/>
            </p:nvCxnSpPr>
            <p:spPr>
              <a:xfrm flipV="1">
                <a:off x="1346400" y="2080800"/>
                <a:ext cx="3856800" cy="2496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14" name="SCHEM_line-0112"/>
              <p:cNvCxnSpPr/>
              <p:nvPr/>
            </p:nvCxnSpPr>
            <p:spPr>
              <a:xfrm flipV="1">
                <a:off x="1346400" y="2080800"/>
                <a:ext cx="3856800" cy="2496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15" name="SCHEM_line-0113"/>
              <p:cNvCxnSpPr/>
              <p:nvPr/>
            </p:nvCxnSpPr>
            <p:spPr>
              <a:xfrm flipV="1">
                <a:off x="1399680" y="2042640"/>
                <a:ext cx="3840000" cy="25944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16" name="SCHEM_line-0114"/>
              <p:cNvCxnSpPr/>
              <p:nvPr/>
            </p:nvCxnSpPr>
            <p:spPr>
              <a:xfrm flipV="1">
                <a:off x="1399680" y="2042640"/>
                <a:ext cx="3840000" cy="25944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17" name="SCHEM_line-0115"/>
              <p:cNvCxnSpPr/>
              <p:nvPr/>
            </p:nvCxnSpPr>
            <p:spPr>
              <a:xfrm flipV="1">
                <a:off x="1452960" y="2004480"/>
                <a:ext cx="3823200" cy="26928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18" name="SCHEM_line-0116"/>
              <p:cNvCxnSpPr/>
              <p:nvPr/>
            </p:nvCxnSpPr>
            <p:spPr>
              <a:xfrm flipV="1">
                <a:off x="1452960" y="2004480"/>
                <a:ext cx="3823200" cy="26928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19" name="SCHEM_line-0117"/>
              <p:cNvCxnSpPr/>
              <p:nvPr/>
            </p:nvCxnSpPr>
            <p:spPr>
              <a:xfrm flipV="1">
                <a:off x="1506240" y="1966320"/>
                <a:ext cx="3806400" cy="27912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20" name="SCHEM_line-0118"/>
              <p:cNvCxnSpPr/>
              <p:nvPr/>
            </p:nvCxnSpPr>
            <p:spPr>
              <a:xfrm flipV="1">
                <a:off x="1506240" y="1966320"/>
                <a:ext cx="3806400" cy="27912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21" name="SCHEM_line-0119"/>
              <p:cNvCxnSpPr/>
              <p:nvPr/>
            </p:nvCxnSpPr>
            <p:spPr>
              <a:xfrm flipV="1">
                <a:off x="1559520" y="1928160"/>
                <a:ext cx="3789600" cy="28896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22" name="SCHEM_line-0120"/>
              <p:cNvCxnSpPr/>
              <p:nvPr/>
            </p:nvCxnSpPr>
            <p:spPr>
              <a:xfrm flipV="1">
                <a:off x="1559520" y="1928160"/>
                <a:ext cx="3789600" cy="28896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23" name="SCHEM_line-0121"/>
              <p:cNvCxnSpPr/>
              <p:nvPr/>
            </p:nvCxnSpPr>
            <p:spPr>
              <a:xfrm flipV="1">
                <a:off x="1612800" y="1890000"/>
                <a:ext cx="3772800" cy="2988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24" name="SCHEM_line-0122"/>
              <p:cNvCxnSpPr/>
              <p:nvPr/>
            </p:nvCxnSpPr>
            <p:spPr>
              <a:xfrm flipV="1">
                <a:off x="1612800" y="1890000"/>
                <a:ext cx="3772800" cy="2988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25" name="SCHEM_line-0123"/>
              <p:cNvCxnSpPr/>
              <p:nvPr/>
            </p:nvCxnSpPr>
            <p:spPr>
              <a:xfrm flipV="1">
                <a:off x="1666080" y="1851840"/>
                <a:ext cx="3756000" cy="30864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26" name="SCHEM_line-0124"/>
              <p:cNvCxnSpPr/>
              <p:nvPr/>
            </p:nvCxnSpPr>
            <p:spPr>
              <a:xfrm flipV="1">
                <a:off x="1666080" y="1851840"/>
                <a:ext cx="3756000" cy="30864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27" name="SCHEM_line-0125"/>
              <p:cNvCxnSpPr/>
              <p:nvPr/>
            </p:nvCxnSpPr>
            <p:spPr>
              <a:xfrm flipV="1">
                <a:off x="1719360" y="1813680"/>
                <a:ext cx="3739200" cy="31848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28" name="SCHEM_line-0126"/>
              <p:cNvCxnSpPr/>
              <p:nvPr/>
            </p:nvCxnSpPr>
            <p:spPr>
              <a:xfrm flipV="1">
                <a:off x="1719360" y="1813680"/>
                <a:ext cx="3739200" cy="31848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29" name="SCHEM_line-0127"/>
              <p:cNvCxnSpPr/>
              <p:nvPr/>
            </p:nvCxnSpPr>
            <p:spPr>
              <a:xfrm flipV="1">
                <a:off x="1772640" y="1775520"/>
                <a:ext cx="3722400" cy="32832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30" name="SCHEM_line-0128"/>
              <p:cNvCxnSpPr/>
              <p:nvPr/>
            </p:nvCxnSpPr>
            <p:spPr>
              <a:xfrm flipV="1">
                <a:off x="1772640" y="1775520"/>
                <a:ext cx="3722400" cy="32832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31" name="SCHEM_line-0129"/>
              <p:cNvCxnSpPr/>
              <p:nvPr/>
            </p:nvCxnSpPr>
            <p:spPr>
              <a:xfrm flipV="1">
                <a:off x="1825920" y="1737360"/>
                <a:ext cx="3705600" cy="33816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32" name="SCHEM_line-0130"/>
              <p:cNvCxnSpPr/>
              <p:nvPr/>
            </p:nvCxnSpPr>
            <p:spPr>
              <a:xfrm flipV="1">
                <a:off x="1825920" y="1737360"/>
                <a:ext cx="3705600" cy="33816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33" name="SCHEM_line-0131"/>
              <p:cNvCxnSpPr/>
              <p:nvPr/>
            </p:nvCxnSpPr>
            <p:spPr>
              <a:xfrm flipV="1">
                <a:off x="1879200" y="1699200"/>
                <a:ext cx="3688800" cy="3480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34" name="SCHEM_line-0132"/>
              <p:cNvCxnSpPr/>
              <p:nvPr/>
            </p:nvCxnSpPr>
            <p:spPr>
              <a:xfrm flipV="1">
                <a:off x="1879200" y="1699200"/>
                <a:ext cx="3688800" cy="3480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35" name="SCHEM_line-0133"/>
              <p:cNvCxnSpPr/>
              <p:nvPr/>
            </p:nvCxnSpPr>
            <p:spPr>
              <a:xfrm flipV="1">
                <a:off x="1932480" y="1661040"/>
                <a:ext cx="3672000" cy="35784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36" name="SCHEM_line-0134"/>
              <p:cNvCxnSpPr/>
              <p:nvPr/>
            </p:nvCxnSpPr>
            <p:spPr>
              <a:xfrm flipV="1">
                <a:off x="1932480" y="1661040"/>
                <a:ext cx="3672000" cy="35784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37" name="SCHEM_line-0135"/>
              <p:cNvCxnSpPr/>
              <p:nvPr/>
            </p:nvCxnSpPr>
            <p:spPr>
              <a:xfrm flipV="1">
                <a:off x="1985760" y="1622880"/>
                <a:ext cx="3655200" cy="36768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38" name="SCHEM_line-0136"/>
              <p:cNvCxnSpPr/>
              <p:nvPr/>
            </p:nvCxnSpPr>
            <p:spPr>
              <a:xfrm flipV="1">
                <a:off x="1985760" y="1622880"/>
                <a:ext cx="3655200" cy="36768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39" name="SCHEM_line-0137"/>
              <p:cNvCxnSpPr/>
              <p:nvPr/>
            </p:nvCxnSpPr>
            <p:spPr>
              <a:xfrm flipV="1">
                <a:off x="2039040" y="1584720"/>
                <a:ext cx="3638400" cy="37752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40" name="SCHEM_line-0138"/>
              <p:cNvCxnSpPr/>
              <p:nvPr/>
            </p:nvCxnSpPr>
            <p:spPr>
              <a:xfrm flipV="1">
                <a:off x="2039040" y="1584720"/>
                <a:ext cx="3638400" cy="37752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41" name="SCHEM_line-0139"/>
              <p:cNvCxnSpPr/>
              <p:nvPr/>
            </p:nvCxnSpPr>
            <p:spPr>
              <a:xfrm flipV="1">
                <a:off x="2092320" y="1546560"/>
                <a:ext cx="3621600" cy="38736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42" name="SCHEM_line-0140"/>
              <p:cNvCxnSpPr/>
              <p:nvPr/>
            </p:nvCxnSpPr>
            <p:spPr>
              <a:xfrm flipV="1">
                <a:off x="2092320" y="1546560"/>
                <a:ext cx="3621600" cy="38736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43" name="SCHEM_line-0141"/>
              <p:cNvCxnSpPr/>
              <p:nvPr/>
            </p:nvCxnSpPr>
            <p:spPr>
              <a:xfrm flipV="1">
                <a:off x="2145600" y="1508400"/>
                <a:ext cx="3604800" cy="3972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44" name="SCHEM_line-0142"/>
              <p:cNvCxnSpPr/>
              <p:nvPr/>
            </p:nvCxnSpPr>
            <p:spPr>
              <a:xfrm flipV="1">
                <a:off x="2145600" y="1508400"/>
                <a:ext cx="3604800" cy="3972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45" name="SCHEM_line-0143"/>
              <p:cNvCxnSpPr/>
              <p:nvPr/>
            </p:nvCxnSpPr>
            <p:spPr>
              <a:xfrm flipV="1">
                <a:off x="2198880" y="1470240"/>
                <a:ext cx="3588000" cy="40704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46" name="SCHEM_line-0144"/>
              <p:cNvCxnSpPr/>
              <p:nvPr/>
            </p:nvCxnSpPr>
            <p:spPr>
              <a:xfrm flipV="1">
                <a:off x="2198880" y="1470240"/>
                <a:ext cx="3588000" cy="40704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47" name="SCHEM_line-0145"/>
              <p:cNvCxnSpPr/>
              <p:nvPr/>
            </p:nvCxnSpPr>
            <p:spPr>
              <a:xfrm flipV="1">
                <a:off x="2252160" y="1432080"/>
                <a:ext cx="3571200" cy="41688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48" name="SCHEM_line-0146"/>
              <p:cNvCxnSpPr/>
              <p:nvPr/>
            </p:nvCxnSpPr>
            <p:spPr>
              <a:xfrm flipV="1">
                <a:off x="2252160" y="1432080"/>
                <a:ext cx="3571200" cy="41688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49" name="SCHEM_line-0147"/>
              <p:cNvCxnSpPr/>
              <p:nvPr/>
            </p:nvCxnSpPr>
            <p:spPr>
              <a:xfrm flipV="1">
                <a:off x="2305440" y="1393920"/>
                <a:ext cx="3554400" cy="42672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50" name="SCHEM_line-0148"/>
              <p:cNvCxnSpPr/>
              <p:nvPr/>
            </p:nvCxnSpPr>
            <p:spPr>
              <a:xfrm flipV="1">
                <a:off x="2305440" y="1393920"/>
                <a:ext cx="3554400" cy="42672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51" name="SCHEM_line-0149"/>
              <p:cNvCxnSpPr/>
              <p:nvPr/>
            </p:nvCxnSpPr>
            <p:spPr>
              <a:xfrm flipV="1">
                <a:off x="2358720" y="1355760"/>
                <a:ext cx="3537600" cy="43656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52" name="SCHEM_line-0150"/>
              <p:cNvCxnSpPr/>
              <p:nvPr/>
            </p:nvCxnSpPr>
            <p:spPr>
              <a:xfrm flipV="1">
                <a:off x="2358720" y="1355760"/>
                <a:ext cx="3537600" cy="43656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53" name="SCHEM_line-0151"/>
              <p:cNvCxnSpPr/>
              <p:nvPr/>
            </p:nvCxnSpPr>
            <p:spPr>
              <a:xfrm flipV="1">
                <a:off x="2412000" y="1317600"/>
                <a:ext cx="3520800" cy="4464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54" name="SCHEM_line-0152"/>
              <p:cNvCxnSpPr/>
              <p:nvPr/>
            </p:nvCxnSpPr>
            <p:spPr>
              <a:xfrm flipV="1">
                <a:off x="2412000" y="1317600"/>
                <a:ext cx="3520800" cy="4464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55" name="SCHEM_line-0153"/>
              <p:cNvCxnSpPr/>
              <p:nvPr/>
            </p:nvCxnSpPr>
            <p:spPr>
              <a:xfrm flipV="1">
                <a:off x="813600" y="1764000"/>
                <a:ext cx="1598400" cy="8496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56" name="SCHEM_line-0154"/>
              <p:cNvCxnSpPr/>
              <p:nvPr/>
            </p:nvCxnSpPr>
            <p:spPr>
              <a:xfrm flipV="1">
                <a:off x="813600" y="1764000"/>
                <a:ext cx="1598400" cy="8496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57" name="SCHEM_line-0155"/>
              <p:cNvCxnSpPr/>
              <p:nvPr/>
            </p:nvCxnSpPr>
            <p:spPr>
              <a:xfrm flipV="1">
                <a:off x="1260800" y="1714400"/>
                <a:ext cx="1542400" cy="8824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58" name="SCHEM_line-0156"/>
              <p:cNvCxnSpPr/>
              <p:nvPr/>
            </p:nvCxnSpPr>
            <p:spPr>
              <a:xfrm flipV="1">
                <a:off x="1260800" y="1714400"/>
                <a:ext cx="1542400" cy="8824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59" name="SCHEM_line-0157"/>
              <p:cNvCxnSpPr/>
              <p:nvPr/>
            </p:nvCxnSpPr>
            <p:spPr>
              <a:xfrm flipV="1">
                <a:off x="1708000" y="1664800"/>
                <a:ext cx="1486400" cy="9152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60" name="SCHEM_line-0158"/>
              <p:cNvCxnSpPr/>
              <p:nvPr/>
            </p:nvCxnSpPr>
            <p:spPr>
              <a:xfrm flipV="1">
                <a:off x="1708000" y="1664800"/>
                <a:ext cx="1486400" cy="9152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61" name="SCHEM_line-0159"/>
              <p:cNvCxnSpPr/>
              <p:nvPr/>
            </p:nvCxnSpPr>
            <p:spPr>
              <a:xfrm flipV="1">
                <a:off x="2155200" y="1615200"/>
                <a:ext cx="1430400" cy="9480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62" name="SCHEM_line-0160"/>
              <p:cNvCxnSpPr/>
              <p:nvPr/>
            </p:nvCxnSpPr>
            <p:spPr>
              <a:xfrm flipV="1">
                <a:off x="2155200" y="1615200"/>
                <a:ext cx="1430400" cy="9480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63" name="SCHEM_line-0161"/>
              <p:cNvCxnSpPr/>
              <p:nvPr/>
            </p:nvCxnSpPr>
            <p:spPr>
              <a:xfrm flipV="1">
                <a:off x="2602400" y="1565600"/>
                <a:ext cx="1374400" cy="9808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64" name="SCHEM_line-0162"/>
              <p:cNvCxnSpPr/>
              <p:nvPr/>
            </p:nvCxnSpPr>
            <p:spPr>
              <a:xfrm flipV="1">
                <a:off x="2602400" y="1565600"/>
                <a:ext cx="1374400" cy="9808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65" name="SCHEM_line-0163"/>
              <p:cNvCxnSpPr/>
              <p:nvPr/>
            </p:nvCxnSpPr>
            <p:spPr>
              <a:xfrm flipV="1">
                <a:off x="3049600" y="1516000"/>
                <a:ext cx="1318400" cy="10136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66" name="SCHEM_line-0164"/>
              <p:cNvCxnSpPr/>
              <p:nvPr/>
            </p:nvCxnSpPr>
            <p:spPr>
              <a:xfrm flipV="1">
                <a:off x="3049600" y="1516000"/>
                <a:ext cx="1318400" cy="10136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67" name="SCHEM_line-0165"/>
              <p:cNvCxnSpPr/>
              <p:nvPr/>
            </p:nvCxnSpPr>
            <p:spPr>
              <a:xfrm flipV="1">
                <a:off x="3496800" y="1466400"/>
                <a:ext cx="1262400" cy="10464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68" name="SCHEM_line-0166"/>
              <p:cNvCxnSpPr/>
              <p:nvPr/>
            </p:nvCxnSpPr>
            <p:spPr>
              <a:xfrm flipV="1">
                <a:off x="3496800" y="1466400"/>
                <a:ext cx="1262400" cy="10464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69" name="SCHEM_line-0167"/>
              <p:cNvCxnSpPr/>
              <p:nvPr/>
            </p:nvCxnSpPr>
            <p:spPr>
              <a:xfrm flipV="1">
                <a:off x="3944000" y="1416800"/>
                <a:ext cx="1206400" cy="10792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70" name="SCHEM_line-0168"/>
              <p:cNvCxnSpPr/>
              <p:nvPr/>
            </p:nvCxnSpPr>
            <p:spPr>
              <a:xfrm flipV="1">
                <a:off x="3944000" y="1416800"/>
                <a:ext cx="1206400" cy="10792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71" name="SCHEM_line-0169"/>
              <p:cNvCxnSpPr/>
              <p:nvPr/>
            </p:nvCxnSpPr>
            <p:spPr>
              <a:xfrm flipV="1">
                <a:off x="4391200" y="1367200"/>
                <a:ext cx="1150400" cy="11120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72" name="SCHEM_line-0170"/>
              <p:cNvCxnSpPr/>
              <p:nvPr/>
            </p:nvCxnSpPr>
            <p:spPr>
              <a:xfrm flipV="1">
                <a:off x="4391200" y="1367200"/>
                <a:ext cx="1150400" cy="11120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73" name="SCHEM_line-0171"/>
              <p:cNvCxnSpPr/>
              <p:nvPr/>
            </p:nvCxnSpPr>
            <p:spPr>
              <a:xfrm flipV="1">
                <a:off x="4838400" y="1317600"/>
                <a:ext cx="1094400" cy="11448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74" name="SCHEM_line-0172"/>
              <p:cNvCxnSpPr/>
              <p:nvPr/>
            </p:nvCxnSpPr>
            <p:spPr>
              <a:xfrm flipV="1">
                <a:off x="4838400" y="1317600"/>
                <a:ext cx="1094400" cy="11448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sp>
            <p:nvSpPr>
              <p:cNvPr id="175" name="SCHEM_path-0173"/>
              <p:cNvSpPr/>
              <p:nvPr/>
            </p:nvSpPr>
            <p:spPr>
              <a:xfrm>
                <a:off x="1612800" y="1476000"/>
                <a:ext cx="4032000" cy="4053600"/>
              </a:xfrm>
              <a:custGeom>
                <a:avLst/>
                <a:gdLst/>
                <a:ahLst/>
                <a:cxnLst/>
                <a:rect l="0" t="0" r="r" b="b"/>
                <a:pathLst>
                  <a:path w="4032000" h="4053600">
                    <a:moveTo>
                      <a:pt x="0" y="4053600"/>
                    </a:moveTo>
                    <a:cubicBezTo>
                      <a:pt x="165600" y="3794400"/>
                      <a:pt x="158400" y="2296800"/>
                      <a:pt x="331200" y="1166400"/>
                    </a:cubicBezTo>
                    <a:cubicBezTo>
                      <a:pt x="892800" y="727200"/>
                      <a:pt x="2412000" y="482400"/>
                      <a:pt x="4032000" y="0"/>
                    </a:cubicBezTo>
                  </a:path>
                </a:pathLst>
              </a:custGeom>
              <a:noFill/>
              <a:ln w="10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76" name="SCHEM_path-0174"/>
              <p:cNvSpPr/>
              <p:nvPr/>
            </p:nvSpPr>
            <p:spPr>
              <a:xfrm>
                <a:off x="1612800" y="1476000"/>
                <a:ext cx="4032000" cy="4053600"/>
              </a:xfrm>
              <a:custGeom>
                <a:avLst/>
                <a:gdLst/>
                <a:ahLst/>
                <a:cxnLst/>
                <a:rect l="0" t="0" r="r" b="b"/>
                <a:pathLst>
                  <a:path w="4032000" h="4053600">
                    <a:moveTo>
                      <a:pt x="0" y="4053600"/>
                    </a:moveTo>
                    <a:cubicBezTo>
                      <a:pt x="165600" y="3794400"/>
                      <a:pt x="158400" y="2296800"/>
                      <a:pt x="331200" y="1166400"/>
                    </a:cubicBezTo>
                    <a:cubicBezTo>
                      <a:pt x="892800" y="727200"/>
                      <a:pt x="2412000" y="482400"/>
                      <a:pt x="4032000" y="0"/>
                    </a:cubicBezTo>
                  </a:path>
                </a:pathLst>
              </a:custGeom>
              <a:noFill/>
              <a:ln w="86400" cap="flat">
                <a:solidFill>
                  <a:srgbClr val="69B8D9"/>
                </a:solidFill>
              </a:ln>
              <a:effectLst/>
            </p:spPr>
          </p:sp>
          <p:cxnSp>
            <p:nvCxnSpPr>
              <p:cNvPr id="177" name="SCHEM_line-0175"/>
              <p:cNvCxnSpPr/>
              <p:nvPr/>
            </p:nvCxnSpPr>
            <p:spPr>
              <a:xfrm flipV="1">
                <a:off x="1764000" y="4809600"/>
                <a:ext cx="7200" cy="216000"/>
              </a:xfrm>
              <a:prstGeom prst="line">
                <a:avLst/>
              </a:prstGeom>
              <a:noFill/>
              <a:ln w="28800" cap="flat">
                <a:solidFill>
                  <a:srgbClr val="2688B8"/>
                </a:solidFill>
                <a:tailEnd type="triangle" w="med" len="med"/>
              </a:ln>
              <a:effectLst/>
            </p:spPr>
          </p:cxnSp>
          <p:cxnSp>
            <p:nvCxnSpPr>
              <p:cNvPr id="178" name="SCHEM_line-0176"/>
              <p:cNvCxnSpPr/>
              <p:nvPr/>
            </p:nvCxnSpPr>
            <p:spPr>
              <a:xfrm flipV="1">
                <a:off x="1800000" y="4068000"/>
                <a:ext cx="21600" cy="216000"/>
              </a:xfrm>
              <a:prstGeom prst="line">
                <a:avLst/>
              </a:prstGeom>
              <a:noFill/>
              <a:ln w="28800" cap="flat">
                <a:solidFill>
                  <a:srgbClr val="2688B8"/>
                </a:solidFill>
                <a:tailEnd type="triangle" w="med" len="med"/>
              </a:ln>
              <a:effectLst/>
            </p:spPr>
          </p:cxnSp>
          <p:cxnSp>
            <p:nvCxnSpPr>
              <p:cNvPr id="179" name="SCHEM_line-0177"/>
              <p:cNvCxnSpPr/>
              <p:nvPr/>
            </p:nvCxnSpPr>
            <p:spPr>
              <a:xfrm flipV="1">
                <a:off x="1864800" y="3182400"/>
                <a:ext cx="21600" cy="244800"/>
              </a:xfrm>
              <a:prstGeom prst="line">
                <a:avLst/>
              </a:prstGeom>
              <a:noFill/>
              <a:ln w="28800" cap="flat">
                <a:solidFill>
                  <a:srgbClr val="2688B8"/>
                </a:solidFill>
                <a:tailEnd type="triangle" w="med" len="med"/>
              </a:ln>
              <a:effectLst/>
            </p:spPr>
          </p:cxnSp>
          <p:cxnSp>
            <p:nvCxnSpPr>
              <p:cNvPr id="180" name="SCHEM_line-0178"/>
              <p:cNvCxnSpPr/>
              <p:nvPr/>
            </p:nvCxnSpPr>
            <p:spPr>
              <a:xfrm flipV="1">
                <a:off x="1936800" y="2642400"/>
                <a:ext cx="21600" cy="201600"/>
              </a:xfrm>
              <a:prstGeom prst="line">
                <a:avLst/>
              </a:prstGeom>
              <a:noFill/>
              <a:ln w="28800" cap="flat">
                <a:solidFill>
                  <a:srgbClr val="2688B8"/>
                </a:solidFill>
                <a:tailEnd type="triangle" w="med" len="med"/>
              </a:ln>
              <a:effectLst/>
            </p:spPr>
          </p:cxnSp>
          <p:cxnSp>
            <p:nvCxnSpPr>
              <p:cNvPr id="181" name="SCHEM_line-0179"/>
              <p:cNvCxnSpPr/>
              <p:nvPr/>
            </p:nvCxnSpPr>
            <p:spPr>
              <a:xfrm flipV="1">
                <a:off x="2304000" y="2268000"/>
                <a:ext cx="237600" cy="158400"/>
              </a:xfrm>
              <a:prstGeom prst="line">
                <a:avLst/>
              </a:prstGeom>
              <a:noFill/>
              <a:ln w="28800" cap="flat">
                <a:solidFill>
                  <a:srgbClr val="2688B8"/>
                </a:solidFill>
                <a:tailEnd type="triangle" w="med" len="med"/>
              </a:ln>
              <a:effectLst/>
            </p:spPr>
          </p:cxnSp>
          <p:cxnSp>
            <p:nvCxnSpPr>
              <p:cNvPr id="182" name="SCHEM_line-0180"/>
              <p:cNvCxnSpPr/>
              <p:nvPr/>
            </p:nvCxnSpPr>
            <p:spPr>
              <a:xfrm flipV="1">
                <a:off x="3110400" y="2080800"/>
                <a:ext cx="244800" cy="57600"/>
              </a:xfrm>
              <a:prstGeom prst="line">
                <a:avLst/>
              </a:prstGeom>
              <a:noFill/>
              <a:ln w="28800" cap="flat">
                <a:solidFill>
                  <a:srgbClr val="2688B8"/>
                </a:solidFill>
                <a:tailEnd type="triangle" w="med" len="med"/>
              </a:ln>
              <a:effectLst/>
            </p:spPr>
          </p:cxnSp>
          <p:cxnSp>
            <p:nvCxnSpPr>
              <p:cNvPr id="183" name="SCHEM_line-0181"/>
              <p:cNvCxnSpPr/>
              <p:nvPr/>
            </p:nvCxnSpPr>
            <p:spPr>
              <a:xfrm flipV="1">
                <a:off x="4053600" y="1828800"/>
                <a:ext cx="280800" cy="93600"/>
              </a:xfrm>
              <a:prstGeom prst="line">
                <a:avLst/>
              </a:prstGeom>
              <a:noFill/>
              <a:ln w="28800" cap="flat">
                <a:solidFill>
                  <a:srgbClr val="2688B8"/>
                </a:solidFill>
                <a:tailEnd type="triangle" w="med" len="med"/>
              </a:ln>
              <a:effectLst/>
            </p:spPr>
          </p:cxnSp>
          <p:cxnSp>
            <p:nvCxnSpPr>
              <p:cNvPr id="184" name="SCHEM_line-0182"/>
              <p:cNvCxnSpPr/>
              <p:nvPr/>
            </p:nvCxnSpPr>
            <p:spPr>
              <a:xfrm flipV="1">
                <a:off x="5083200" y="1562400"/>
                <a:ext cx="259200" cy="79200"/>
              </a:xfrm>
              <a:prstGeom prst="line">
                <a:avLst/>
              </a:prstGeom>
              <a:noFill/>
              <a:ln w="28800" cap="flat">
                <a:solidFill>
                  <a:srgbClr val="2688B8"/>
                </a:solidFill>
                <a:tailEnd type="triangle" w="med" len="med"/>
              </a:ln>
              <a:effectLst/>
            </p:spPr>
          </p:cxnSp>
          <p:sp>
            <p:nvSpPr>
              <p:cNvPr id="185" name="SCHEM_polygon-0183"/>
              <p:cNvSpPr/>
              <p:nvPr/>
            </p:nvSpPr>
            <p:spPr>
              <a:xfrm>
                <a:off x="5613258" y="1220139"/>
                <a:ext cx="237658" cy="220954"/>
              </a:xfrm>
              <a:custGeom>
                <a:avLst/>
                <a:gdLst/>
                <a:ahLst/>
                <a:cxnLst/>
                <a:rect l="0" t="0" r="r" b="b"/>
                <a:pathLst>
                  <a:path w="237658" h="220954">
                    <a:moveTo>
                      <a:pt x="237658" y="111861"/>
                    </a:moveTo>
                    <a:lnTo>
                      <a:pt x="188127" y="220954"/>
                    </a:lnTo>
                    <a:lnTo>
                      <a:pt x="77354" y="194633"/>
                    </a:lnTo>
                    <a:lnTo>
                      <a:pt x="0" y="111861"/>
                    </a:lnTo>
                    <a:lnTo>
                      <a:pt x="62778" y="3842"/>
                    </a:lnTo>
                    <a:lnTo>
                      <a:pt x="189725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186" name="SCHEM_line-0184"/>
              <p:cNvCxnSpPr/>
              <p:nvPr/>
            </p:nvCxnSpPr>
            <p:spPr>
              <a:xfrm>
                <a:off x="5715360" y="12456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187" name="SCHEM_polygon-0185"/>
              <p:cNvSpPr/>
              <p:nvPr/>
            </p:nvSpPr>
            <p:spPr>
              <a:xfrm>
                <a:off x="5732455" y="1106864"/>
                <a:ext cx="217781" cy="210146"/>
              </a:xfrm>
              <a:custGeom>
                <a:avLst/>
                <a:gdLst/>
                <a:ahLst/>
                <a:cxnLst/>
                <a:rect l="0" t="0" r="r" b="b"/>
                <a:pathLst>
                  <a:path w="217781" h="210146">
                    <a:moveTo>
                      <a:pt x="217781" y="102736"/>
                    </a:moveTo>
                    <a:lnTo>
                      <a:pt x="168758" y="210146"/>
                    </a:lnTo>
                    <a:lnTo>
                      <a:pt x="58608" y="186113"/>
                    </a:lnTo>
                    <a:lnTo>
                      <a:pt x="0" y="102736"/>
                    </a:lnTo>
                    <a:lnTo>
                      <a:pt x="47430" y="0"/>
                    </a:lnTo>
                    <a:lnTo>
                      <a:pt x="154461" y="20089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188" name="SCHEM_line-0186"/>
              <p:cNvCxnSpPr/>
              <p:nvPr/>
            </p:nvCxnSpPr>
            <p:spPr>
              <a:xfrm>
                <a:off x="5816160" y="11232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189" name="SCHEM_polygon-0187"/>
              <p:cNvSpPr/>
              <p:nvPr/>
            </p:nvSpPr>
            <p:spPr>
              <a:xfrm>
                <a:off x="5857020" y="1232846"/>
                <a:ext cx="208124" cy="218794"/>
              </a:xfrm>
              <a:custGeom>
                <a:avLst/>
                <a:gdLst/>
                <a:ahLst/>
                <a:cxnLst/>
                <a:rect l="0" t="0" r="r" b="b"/>
                <a:pathLst>
                  <a:path w="208124" h="218794">
                    <a:moveTo>
                      <a:pt x="208124" y="106354"/>
                    </a:moveTo>
                    <a:lnTo>
                      <a:pt x="163927" y="196675"/>
                    </a:lnTo>
                    <a:lnTo>
                      <a:pt x="46863" y="218794"/>
                    </a:lnTo>
                    <a:lnTo>
                      <a:pt x="0" y="106354"/>
                    </a:lnTo>
                    <a:lnTo>
                      <a:pt x="51213" y="1448"/>
                    </a:lnTo>
                    <a:lnTo>
                      <a:pt x="173183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190" name="SCHEM_line-0188"/>
              <p:cNvCxnSpPr/>
              <p:nvPr/>
            </p:nvCxnSpPr>
            <p:spPr>
              <a:xfrm>
                <a:off x="5945760" y="12528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191" name="SCHEM_polygon-0189"/>
              <p:cNvSpPr/>
              <p:nvPr/>
            </p:nvSpPr>
            <p:spPr>
              <a:xfrm>
                <a:off x="5715277" y="1438776"/>
                <a:ext cx="215898" cy="183212"/>
              </a:xfrm>
              <a:custGeom>
                <a:avLst/>
                <a:gdLst/>
                <a:ahLst/>
                <a:cxnLst/>
                <a:rect l="0" t="0" r="r" b="b"/>
                <a:pathLst>
                  <a:path w="215898" h="183212">
                    <a:moveTo>
                      <a:pt x="215898" y="94824"/>
                    </a:moveTo>
                    <a:lnTo>
                      <a:pt x="151997" y="180862"/>
                    </a:lnTo>
                    <a:lnTo>
                      <a:pt x="51292" y="183212"/>
                    </a:lnTo>
                    <a:lnTo>
                      <a:pt x="0" y="94824"/>
                    </a:lnTo>
                    <a:lnTo>
                      <a:pt x="48006" y="744"/>
                    </a:lnTo>
                    <a:lnTo>
                      <a:pt x="157070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192" name="SCHEM_line-0190"/>
              <p:cNvCxnSpPr/>
              <p:nvPr/>
            </p:nvCxnSpPr>
            <p:spPr>
              <a:xfrm>
                <a:off x="5794560" y="14472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193" name="SCHEM_polygon-0191"/>
              <p:cNvSpPr/>
              <p:nvPr/>
            </p:nvSpPr>
            <p:spPr>
              <a:xfrm>
                <a:off x="5792908" y="1541885"/>
                <a:ext cx="206437" cy="188501"/>
              </a:xfrm>
              <a:custGeom>
                <a:avLst/>
                <a:gdLst/>
                <a:ahLst/>
                <a:cxnLst/>
                <a:rect l="0" t="0" r="r" b="b"/>
                <a:pathLst>
                  <a:path w="206437" h="188501">
                    <a:moveTo>
                      <a:pt x="206437" y="92515"/>
                    </a:moveTo>
                    <a:lnTo>
                      <a:pt x="164734" y="185425"/>
                    </a:lnTo>
                    <a:lnTo>
                      <a:pt x="55675" y="188501"/>
                    </a:lnTo>
                    <a:lnTo>
                      <a:pt x="0" y="92515"/>
                    </a:lnTo>
                    <a:lnTo>
                      <a:pt x="57679" y="0"/>
                    </a:lnTo>
                    <a:lnTo>
                      <a:pt x="162188" y="4015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194" name="SCHEM_line-0192"/>
              <p:cNvCxnSpPr/>
              <p:nvPr/>
            </p:nvCxnSpPr>
            <p:spPr>
              <a:xfrm>
                <a:off x="5880960" y="15480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195" name="SCHEM_polygon-0193"/>
              <p:cNvSpPr/>
              <p:nvPr/>
            </p:nvSpPr>
            <p:spPr>
              <a:xfrm>
                <a:off x="5666001" y="1614279"/>
                <a:ext cx="189556" cy="195426"/>
              </a:xfrm>
              <a:custGeom>
                <a:avLst/>
                <a:gdLst/>
                <a:ahLst/>
                <a:cxnLst/>
                <a:rect l="0" t="0" r="r" b="b"/>
                <a:pathLst>
                  <a:path w="189556" h="195426">
                    <a:moveTo>
                      <a:pt x="189556" y="92121"/>
                    </a:moveTo>
                    <a:lnTo>
                      <a:pt x="153642" y="195426"/>
                    </a:lnTo>
                    <a:lnTo>
                      <a:pt x="34565" y="195063"/>
                    </a:lnTo>
                    <a:lnTo>
                      <a:pt x="0" y="92121"/>
                    </a:lnTo>
                    <a:lnTo>
                      <a:pt x="40812" y="0"/>
                    </a:lnTo>
                    <a:lnTo>
                      <a:pt x="145836" y="2336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196" name="SCHEM_line-0194"/>
              <p:cNvCxnSpPr/>
              <p:nvPr/>
            </p:nvCxnSpPr>
            <p:spPr>
              <a:xfrm>
                <a:off x="5736960" y="16200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197" name="SCHEM_polygon-0195"/>
              <p:cNvSpPr/>
              <p:nvPr/>
            </p:nvSpPr>
            <p:spPr>
              <a:xfrm>
                <a:off x="5917623" y="1357533"/>
                <a:ext cx="213791" cy="215028"/>
              </a:xfrm>
              <a:custGeom>
                <a:avLst/>
                <a:gdLst/>
                <a:ahLst/>
                <a:cxnLst/>
                <a:rect l="0" t="0" r="r" b="b"/>
                <a:pathLst>
                  <a:path w="213791" h="215028">
                    <a:moveTo>
                      <a:pt x="213791" y="111267"/>
                    </a:moveTo>
                    <a:lnTo>
                      <a:pt x="144219" y="197596"/>
                    </a:lnTo>
                    <a:lnTo>
                      <a:pt x="34471" y="215028"/>
                    </a:lnTo>
                    <a:lnTo>
                      <a:pt x="0" y="111267"/>
                    </a:lnTo>
                    <a:lnTo>
                      <a:pt x="30137" y="0"/>
                    </a:lnTo>
                    <a:lnTo>
                      <a:pt x="156525" y="3624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198" name="SCHEM_line-0196"/>
              <p:cNvCxnSpPr/>
              <p:nvPr/>
            </p:nvCxnSpPr>
            <p:spPr>
              <a:xfrm>
                <a:off x="5988960" y="13824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199" name="SCHEM_polygon-0197"/>
              <p:cNvSpPr/>
              <p:nvPr/>
            </p:nvSpPr>
            <p:spPr>
              <a:xfrm>
                <a:off x="5974463" y="1213658"/>
                <a:ext cx="213149" cy="212936"/>
              </a:xfrm>
              <a:custGeom>
                <a:avLst/>
                <a:gdLst/>
                <a:ahLst/>
                <a:cxnLst/>
                <a:rect l="0" t="0" r="r" b="b"/>
                <a:pathLst>
                  <a:path w="213149" h="212936">
                    <a:moveTo>
                      <a:pt x="213149" y="111142"/>
                    </a:moveTo>
                    <a:lnTo>
                      <a:pt x="156351" y="204697"/>
                    </a:lnTo>
                    <a:lnTo>
                      <a:pt x="43566" y="212936"/>
                    </a:lnTo>
                    <a:lnTo>
                      <a:pt x="0" y="111142"/>
                    </a:lnTo>
                    <a:lnTo>
                      <a:pt x="38169" y="0"/>
                    </a:lnTo>
                    <a:lnTo>
                      <a:pt x="157822" y="15038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200" name="SCHEM_line-0198"/>
              <p:cNvCxnSpPr/>
              <p:nvPr/>
            </p:nvCxnSpPr>
            <p:spPr>
              <a:xfrm>
                <a:off x="6053760" y="12384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</p:grpSp>
        <p:sp>
          <p:nvSpPr>
            <p:cNvPr id="201" name="SCHEM_text-0199"/>
            <p:cNvSpPr txBox="1"/>
            <p:nvPr/>
          </p:nvSpPr>
          <p:spPr>
            <a:xfrm>
              <a:off x="4420800" y="468000"/>
              <a:ext cx="1944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Water vapor</a:t>
              </a:r>
              <a:endParaRPr lang="en-US" sz="1531"/>
            </a:p>
          </p:txBody>
        </p:sp>
        <p:cxnSp>
          <p:nvCxnSpPr>
            <p:cNvPr id="202" name="SCHEM_line-0200"/>
            <p:cNvCxnSpPr/>
            <p:nvPr/>
          </p:nvCxnSpPr>
          <p:spPr>
            <a:xfrm flipV="1">
              <a:off x="3938400" y="921600"/>
              <a:ext cx="100800" cy="777600"/>
            </a:xfrm>
            <a:prstGeom prst="line">
              <a:avLst/>
            </a:prstGeom>
            <a:noFill/>
            <a:ln w="14400" cap="flat">
              <a:solidFill>
                <a:srgbClr val="8E9494"/>
              </a:solidFill>
              <a:prstDash val="dash"/>
              <a:tailEnd type="triangle" w="med" len="med"/>
            </a:ln>
            <a:effectLst/>
          </p:spPr>
        </p:cxnSp>
        <p:cxnSp>
          <p:nvCxnSpPr>
            <p:cNvPr id="203" name="SCHEM_line-0201"/>
            <p:cNvCxnSpPr/>
            <p:nvPr/>
          </p:nvCxnSpPr>
          <p:spPr>
            <a:xfrm flipV="1">
              <a:off x="4348800" y="784800"/>
              <a:ext cx="86400" cy="864000"/>
            </a:xfrm>
            <a:prstGeom prst="line">
              <a:avLst/>
            </a:prstGeom>
            <a:noFill/>
            <a:ln w="14400" cap="flat">
              <a:solidFill>
                <a:srgbClr val="8E9494"/>
              </a:solidFill>
              <a:prstDash val="dash"/>
              <a:tailEnd type="triangle" w="med" len="med"/>
            </a:ln>
            <a:effectLst/>
          </p:spPr>
        </p:cxnSp>
        <p:cxnSp>
          <p:nvCxnSpPr>
            <p:cNvPr id="204" name="SCHEM_line-0202"/>
            <p:cNvCxnSpPr/>
            <p:nvPr/>
          </p:nvCxnSpPr>
          <p:spPr>
            <a:xfrm flipV="1">
              <a:off x="4716000" y="756000"/>
              <a:ext cx="108000" cy="820800"/>
            </a:xfrm>
            <a:prstGeom prst="line">
              <a:avLst/>
            </a:prstGeom>
            <a:noFill/>
            <a:ln w="14400" cap="flat">
              <a:solidFill>
                <a:srgbClr val="8E9494"/>
              </a:solidFill>
              <a:prstDash val="dash"/>
              <a:tailEnd type="triangle" w="med" len="med"/>
            </a:ln>
            <a:effectLst/>
          </p:spPr>
        </p:cxnSp>
        <p:cxnSp>
          <p:nvCxnSpPr>
            <p:cNvPr id="205" name="SCHEM_line-0203"/>
            <p:cNvCxnSpPr/>
            <p:nvPr/>
          </p:nvCxnSpPr>
          <p:spPr>
            <a:xfrm flipV="1">
              <a:off x="5191200" y="734400"/>
              <a:ext cx="100800" cy="784800"/>
            </a:xfrm>
            <a:prstGeom prst="line">
              <a:avLst/>
            </a:prstGeom>
            <a:noFill/>
            <a:ln w="14400" cap="flat">
              <a:solidFill>
                <a:srgbClr val="8E9494"/>
              </a:solidFill>
              <a:prstDash val="dash"/>
              <a:tailEnd type="triangle" w="med" len="med"/>
            </a:ln>
            <a:effectLst/>
          </p:spPr>
        </p:cxnSp>
        <p:sp>
          <p:nvSpPr>
            <p:cNvPr id="206" name="SCHEM_text-0204"/>
            <p:cNvSpPr txBox="1"/>
            <p:nvPr/>
          </p:nvSpPr>
          <p:spPr>
            <a:xfrm>
              <a:off x="3016800" y="1252800"/>
              <a:ext cx="1800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Wetted mesh</a:t>
              </a:r>
              <a:endParaRPr lang="en-US" sz="1474"/>
            </a:p>
          </p:txBody>
        </p:sp>
        <p:cxnSp>
          <p:nvCxnSpPr>
            <p:cNvPr id="207" name="SCHEM_line-0205"/>
            <p:cNvCxnSpPr/>
            <p:nvPr/>
          </p:nvCxnSpPr>
          <p:spPr>
            <a:xfrm>
              <a:off x="3412800" y="1454400"/>
              <a:ext cx="151200" cy="288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08" name="SCHEM_ellipse-0206"/>
            <p:cNvSpPr/>
            <p:nvPr/>
          </p:nvSpPr>
          <p:spPr>
            <a:xfrm>
              <a:off x="3542400" y="1720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09" name="SCHEM_text-0207"/>
            <p:cNvSpPr txBox="1"/>
            <p:nvPr/>
          </p:nvSpPr>
          <p:spPr>
            <a:xfrm>
              <a:off x="6451200" y="1274400"/>
              <a:ext cx="1728000" cy="541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Edge</a:t>
              </a:r>
              <a:endParaRPr lang="en-US" sz="1474"/>
            </a:p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crystallization</a:t>
              </a:r>
              <a:endParaRPr lang="en-US" sz="1474"/>
            </a:p>
          </p:txBody>
        </p:sp>
        <p:cxnSp>
          <p:nvCxnSpPr>
            <p:cNvPr id="210" name="SCHEM_line-0208"/>
            <p:cNvCxnSpPr/>
            <p:nvPr/>
          </p:nvCxnSpPr>
          <p:spPr>
            <a:xfrm flipH="1">
              <a:off x="6105600" y="1396800"/>
              <a:ext cx="302400" cy="1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11" name="SCHEM_ellipse-0209"/>
            <p:cNvSpPr/>
            <p:nvPr/>
          </p:nvSpPr>
          <p:spPr>
            <a:xfrm>
              <a:off x="6084000" y="1375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12" name="SCHEM_text-0210"/>
            <p:cNvSpPr txBox="1"/>
            <p:nvPr/>
          </p:nvSpPr>
          <p:spPr>
            <a:xfrm>
              <a:off x="288000" y="3571200"/>
              <a:ext cx="1476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Capillary supply</a:t>
              </a:r>
              <a:endParaRPr lang="en-US" sz="1417"/>
            </a:p>
          </p:txBody>
        </p:sp>
        <p:cxnSp>
          <p:nvCxnSpPr>
            <p:cNvPr id="213" name="SCHEM_line-0211"/>
            <p:cNvCxnSpPr/>
            <p:nvPr/>
          </p:nvCxnSpPr>
          <p:spPr>
            <a:xfrm>
              <a:off x="1461600" y="3715200"/>
              <a:ext cx="237600" cy="100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14" name="SCHEM_ellipse-0212"/>
            <p:cNvSpPr/>
            <p:nvPr/>
          </p:nvSpPr>
          <p:spPr>
            <a:xfrm>
              <a:off x="1677600" y="37944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15" name="SCHEM_text-0213"/>
            <p:cNvSpPr txBox="1"/>
            <p:nvPr/>
          </p:nvSpPr>
          <p:spPr>
            <a:xfrm>
              <a:off x="2419200" y="4197600"/>
              <a:ext cx="1656000" cy="297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TiO</a:t>
              </a:r>
              <a:r>
                <a:rPr lang="en-US" sz="1020" baseline="-25000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/Ti mesh</a:t>
              </a:r>
              <a:endParaRPr lang="en-US" sz="1417"/>
            </a:p>
          </p:txBody>
        </p:sp>
        <p:cxnSp>
          <p:nvCxnSpPr>
            <p:cNvPr id="216" name="SCHEM_line-0214"/>
            <p:cNvCxnSpPr/>
            <p:nvPr/>
          </p:nvCxnSpPr>
          <p:spPr>
            <a:xfrm flipH="1">
              <a:off x="1951200" y="4291200"/>
              <a:ext cx="417600" cy="280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17" name="SCHEM_ellipse-0215"/>
            <p:cNvSpPr/>
            <p:nvPr/>
          </p:nvSpPr>
          <p:spPr>
            <a:xfrm>
              <a:off x="1929600" y="45504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18" name="SCHEM_text-0216"/>
            <p:cNvSpPr txBox="1"/>
            <p:nvPr/>
          </p:nvSpPr>
          <p:spPr>
            <a:xfrm>
              <a:off x="2332800" y="5601600"/>
              <a:ext cx="1728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Saline feed</a:t>
              </a:r>
              <a:endParaRPr lang="en-US" sz="1417"/>
            </a:p>
          </p:txBody>
        </p:sp>
        <p:cxnSp>
          <p:nvCxnSpPr>
            <p:cNvPr id="219" name="SCHEM_line-0217"/>
            <p:cNvCxnSpPr/>
            <p:nvPr/>
          </p:nvCxnSpPr>
          <p:spPr>
            <a:xfrm flipH="1">
              <a:off x="2145600" y="5688000"/>
              <a:ext cx="144000" cy="144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20" name="SCHEM_ellipse-0218"/>
            <p:cNvSpPr/>
            <p:nvPr/>
          </p:nvSpPr>
          <p:spPr>
            <a:xfrm>
              <a:off x="2124000" y="5680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21" name="SCHEM_path-0219"/>
            <p:cNvSpPr/>
            <p:nvPr/>
          </p:nvSpPr>
          <p:spPr>
            <a:xfrm>
              <a:off x="6120000" y="640800"/>
              <a:ext cx="3081600" cy="547200"/>
            </a:xfrm>
            <a:custGeom>
              <a:avLst/>
              <a:gdLst/>
              <a:ahLst/>
              <a:cxnLst/>
              <a:rect l="0" t="0" r="r" b="b"/>
              <a:pathLst>
                <a:path w="3081600" h="547200">
                  <a:moveTo>
                    <a:pt x="0" y="547200"/>
                  </a:moveTo>
                  <a:cubicBezTo>
                    <a:pt x="1368000" y="64800"/>
                    <a:pt x="2304000" y="0"/>
                    <a:pt x="3081600" y="136800"/>
                  </a:cubicBezTo>
                </a:path>
              </a:pathLst>
            </a:custGeom>
            <a:noFill/>
            <a:ln w="11520" cap="flat">
              <a:solidFill>
                <a:srgbClr val="8B8C89"/>
              </a:solidFill>
              <a:prstDash val="dash"/>
            </a:ln>
            <a:effectLst/>
          </p:spPr>
        </p:sp>
        <p:sp>
          <p:nvSpPr>
            <p:cNvPr id="222" name="SCHEM_path-0220"/>
            <p:cNvSpPr/>
            <p:nvPr/>
          </p:nvSpPr>
          <p:spPr>
            <a:xfrm>
              <a:off x="6120000" y="864000"/>
              <a:ext cx="3081600" cy="388800"/>
            </a:xfrm>
            <a:custGeom>
              <a:avLst/>
              <a:gdLst/>
              <a:ahLst/>
              <a:cxnLst/>
              <a:rect l="0" t="0" r="r" b="b"/>
              <a:pathLst>
                <a:path w="3081600" h="388800">
                  <a:moveTo>
                    <a:pt x="0" y="388800"/>
                  </a:moveTo>
                  <a:cubicBezTo>
                    <a:pt x="1368000" y="0"/>
                    <a:pt x="2232000" y="28800"/>
                    <a:pt x="3081600" y="122400"/>
                  </a:cubicBezTo>
                </a:path>
              </a:pathLst>
            </a:custGeom>
            <a:noFill/>
            <a:ln w="11520" cap="flat">
              <a:solidFill>
                <a:srgbClr val="8B8C89"/>
              </a:solidFill>
              <a:prstDash val="dash"/>
            </a:ln>
            <a:effectLst/>
          </p:spPr>
        </p:sp>
        <p:grpSp>
          <p:nvGrpSpPr>
            <p:cNvPr id="223" name="SCHEM_condensation"/>
            <p:cNvGrpSpPr/>
            <p:nvPr/>
          </p:nvGrpSpPr>
          <p:grpSpPr>
            <a:xfrm>
              <a:off x="8748000" y="331200"/>
              <a:ext cx="2685600" cy="2172600"/>
              <a:chOff x="8748000" y="331200"/>
              <a:chExt cx="2685600" cy="2172600"/>
            </a:xfrm>
          </p:grpSpPr>
          <p:sp>
            <p:nvSpPr>
              <p:cNvPr id="224" name="SCHEM_text-0222"/>
              <p:cNvSpPr txBox="1"/>
              <p:nvPr/>
            </p:nvSpPr>
            <p:spPr>
              <a:xfrm>
                <a:off x="8748000" y="331200"/>
                <a:ext cx="2304000" cy="308160"/>
              </a:xfrm>
              <a:prstGeom prst="rect">
                <a:avLst/>
              </a:prstGeom>
              <a:noFill/>
              <a:ln w="8255" cap="flat">
                <a:noFill/>
              </a:ln>
              <a:effectLst/>
            </p:spPr>
            <p:txBody>
              <a:bodyPr wrap="square" lIns="0" rIns="0" tIns="0" bIns="0" anchor="t">
                <a:noAutofit/>
              </a:bodyPr>
              <a:lstStyle/>
              <a:p>
                <a:pPr algn="l">
                  <a:buNone/>
                </a:pPr>
                <a:r>
                  <a:rPr lang="en-US" sz="1587" b="1">
                    <a:solidFill>
                      <a:srgbClr val="292929"/>
                    </a:solidFill>
                    <a:latin typeface="Times New Roman"/>
                    <a:ea typeface="Times New Roman"/>
                    <a:cs typeface="Times New Roman"/>
                  </a:rPr>
                  <a:t>Condensation</a:t>
                </a:r>
                <a:endParaRPr lang="en-US" sz="1587"/>
              </a:p>
            </p:txBody>
          </p:sp>
          <p:sp>
            <p:nvSpPr>
              <p:cNvPr id="225" name="SCHEM_path-0223"/>
              <p:cNvSpPr/>
              <p:nvPr/>
            </p:nvSpPr>
            <p:spPr>
              <a:xfrm>
                <a:off x="9367200" y="813600"/>
                <a:ext cx="180000" cy="266400"/>
              </a:xfrm>
              <a:custGeom>
                <a:avLst/>
                <a:gdLst/>
                <a:ahLst/>
                <a:cxnLst/>
                <a:rect l="0" t="0" r="r" b="b"/>
                <a:pathLst>
                  <a:path w="180000" h="266400">
                    <a:moveTo>
                      <a:pt x="93600" y="0"/>
                    </a:moveTo>
                    <a:cubicBezTo>
                      <a:pt x="72000" y="72000"/>
                      <a:pt x="0" y="180000"/>
                      <a:pt x="50400" y="216000"/>
                    </a:cubicBezTo>
                    <a:cubicBezTo>
                      <a:pt x="151200" y="266400"/>
                      <a:pt x="180000" y="151200"/>
                      <a:pt x="93600" y="0"/>
                    </a:cubicBezTo>
                    <a:close/>
                  </a:path>
                </a:pathLst>
              </a:custGeom>
              <a:solidFill>
                <a:srgbClr val="96D0EB"/>
              </a:solidFill>
              <a:ln w="10800" cap="flat">
                <a:solidFill>
                  <a:srgbClr val="1B5D7D"/>
                </a:solidFill>
              </a:ln>
              <a:effectLst/>
            </p:spPr>
          </p:sp>
          <p:sp>
            <p:nvSpPr>
              <p:cNvPr id="226" name="SCHEM_path-0224"/>
              <p:cNvSpPr/>
              <p:nvPr/>
            </p:nvSpPr>
            <p:spPr>
              <a:xfrm>
                <a:off x="9410400" y="878400"/>
                <a:ext cx="36000" cy="129600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129600">
                    <a:moveTo>
                      <a:pt x="36000" y="0"/>
                    </a:moveTo>
                    <a:cubicBezTo>
                      <a:pt x="14400" y="72000"/>
                      <a:pt x="0" y="108000"/>
                      <a:pt x="36000" y="129600"/>
                    </a:cubicBezTo>
                  </a:path>
                </a:pathLst>
              </a:custGeom>
              <a:noFill/>
              <a:ln w="10800" cap="flat">
                <a:solidFill>
                  <a:srgbClr val="E7F5FD"/>
                </a:solidFill>
              </a:ln>
              <a:effectLst/>
            </p:spPr>
          </p:sp>
          <p:sp>
            <p:nvSpPr>
              <p:cNvPr id="227" name="SCHEM_path-0225"/>
              <p:cNvSpPr/>
              <p:nvPr/>
            </p:nvSpPr>
            <p:spPr>
              <a:xfrm>
                <a:off x="9691200" y="720000"/>
                <a:ext cx="180000" cy="266400"/>
              </a:xfrm>
              <a:custGeom>
                <a:avLst/>
                <a:gdLst/>
                <a:ahLst/>
                <a:cxnLst/>
                <a:rect l="0" t="0" r="r" b="b"/>
                <a:pathLst>
                  <a:path w="180000" h="266400">
                    <a:moveTo>
                      <a:pt x="93600" y="0"/>
                    </a:moveTo>
                    <a:cubicBezTo>
                      <a:pt x="72000" y="72000"/>
                      <a:pt x="0" y="180000"/>
                      <a:pt x="50400" y="216000"/>
                    </a:cubicBezTo>
                    <a:cubicBezTo>
                      <a:pt x="151200" y="266400"/>
                      <a:pt x="180000" y="151200"/>
                      <a:pt x="93600" y="0"/>
                    </a:cubicBezTo>
                    <a:close/>
                  </a:path>
                </a:pathLst>
              </a:custGeom>
              <a:solidFill>
                <a:srgbClr val="96D0EB"/>
              </a:solidFill>
              <a:ln w="10800" cap="flat">
                <a:solidFill>
                  <a:srgbClr val="1B5D7D"/>
                </a:solidFill>
              </a:ln>
              <a:effectLst/>
            </p:spPr>
          </p:sp>
          <p:sp>
            <p:nvSpPr>
              <p:cNvPr id="228" name="SCHEM_path-0226"/>
              <p:cNvSpPr/>
              <p:nvPr/>
            </p:nvSpPr>
            <p:spPr>
              <a:xfrm>
                <a:off x="9734400" y="784800"/>
                <a:ext cx="36000" cy="129600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129600">
                    <a:moveTo>
                      <a:pt x="36000" y="0"/>
                    </a:moveTo>
                    <a:cubicBezTo>
                      <a:pt x="14400" y="72000"/>
                      <a:pt x="0" y="108000"/>
                      <a:pt x="36000" y="129600"/>
                    </a:cubicBezTo>
                  </a:path>
                </a:pathLst>
              </a:custGeom>
              <a:noFill/>
              <a:ln w="10800" cap="flat">
                <a:solidFill>
                  <a:srgbClr val="E7F5FD"/>
                </a:solidFill>
              </a:ln>
              <a:effectLst/>
            </p:spPr>
          </p:sp>
          <p:sp>
            <p:nvSpPr>
              <p:cNvPr id="229" name="SCHEM_path-0227"/>
              <p:cNvSpPr/>
              <p:nvPr/>
            </p:nvSpPr>
            <p:spPr>
              <a:xfrm>
                <a:off x="9590400" y="1087200"/>
                <a:ext cx="180000" cy="266400"/>
              </a:xfrm>
              <a:custGeom>
                <a:avLst/>
                <a:gdLst/>
                <a:ahLst/>
                <a:cxnLst/>
                <a:rect l="0" t="0" r="r" b="b"/>
                <a:pathLst>
                  <a:path w="180000" h="266400">
                    <a:moveTo>
                      <a:pt x="93600" y="0"/>
                    </a:moveTo>
                    <a:cubicBezTo>
                      <a:pt x="72000" y="72000"/>
                      <a:pt x="0" y="180000"/>
                      <a:pt x="50400" y="216000"/>
                    </a:cubicBezTo>
                    <a:cubicBezTo>
                      <a:pt x="151200" y="266400"/>
                      <a:pt x="180000" y="151200"/>
                      <a:pt x="93600" y="0"/>
                    </a:cubicBezTo>
                    <a:close/>
                  </a:path>
                </a:pathLst>
              </a:custGeom>
              <a:solidFill>
                <a:srgbClr val="96D0EB"/>
              </a:solidFill>
              <a:ln w="10800" cap="flat">
                <a:solidFill>
                  <a:srgbClr val="1B5D7D"/>
                </a:solidFill>
              </a:ln>
              <a:effectLst/>
            </p:spPr>
          </p:sp>
          <p:sp>
            <p:nvSpPr>
              <p:cNvPr id="230" name="SCHEM_path-0228"/>
              <p:cNvSpPr/>
              <p:nvPr/>
            </p:nvSpPr>
            <p:spPr>
              <a:xfrm>
                <a:off x="9633600" y="1152000"/>
                <a:ext cx="36000" cy="129600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129600">
                    <a:moveTo>
                      <a:pt x="36000" y="0"/>
                    </a:moveTo>
                    <a:cubicBezTo>
                      <a:pt x="14400" y="72000"/>
                      <a:pt x="0" y="108000"/>
                      <a:pt x="36000" y="129600"/>
                    </a:cubicBezTo>
                  </a:path>
                </a:pathLst>
              </a:custGeom>
              <a:noFill/>
              <a:ln w="10800" cap="flat">
                <a:solidFill>
                  <a:srgbClr val="E7F5FD"/>
                </a:solidFill>
              </a:ln>
              <a:effectLst/>
            </p:spPr>
          </p:sp>
          <p:sp>
            <p:nvSpPr>
              <p:cNvPr id="231" name="SCHEM_path-0229"/>
              <p:cNvSpPr/>
              <p:nvPr/>
            </p:nvSpPr>
            <p:spPr>
              <a:xfrm>
                <a:off x="9972000" y="1036800"/>
                <a:ext cx="180000" cy="266400"/>
              </a:xfrm>
              <a:custGeom>
                <a:avLst/>
                <a:gdLst/>
                <a:ahLst/>
                <a:cxnLst/>
                <a:rect l="0" t="0" r="r" b="b"/>
                <a:pathLst>
                  <a:path w="180000" h="266400">
                    <a:moveTo>
                      <a:pt x="93600" y="0"/>
                    </a:moveTo>
                    <a:cubicBezTo>
                      <a:pt x="72000" y="72000"/>
                      <a:pt x="0" y="180000"/>
                      <a:pt x="50400" y="216000"/>
                    </a:cubicBezTo>
                    <a:cubicBezTo>
                      <a:pt x="151200" y="266400"/>
                      <a:pt x="180000" y="151200"/>
                      <a:pt x="93600" y="0"/>
                    </a:cubicBezTo>
                    <a:close/>
                  </a:path>
                </a:pathLst>
              </a:custGeom>
              <a:solidFill>
                <a:srgbClr val="96D0EB"/>
              </a:solidFill>
              <a:ln w="10800" cap="flat">
                <a:solidFill>
                  <a:srgbClr val="1B5D7D"/>
                </a:solidFill>
              </a:ln>
              <a:effectLst/>
            </p:spPr>
          </p:sp>
          <p:sp>
            <p:nvSpPr>
              <p:cNvPr id="232" name="SCHEM_path-0230"/>
              <p:cNvSpPr/>
              <p:nvPr/>
            </p:nvSpPr>
            <p:spPr>
              <a:xfrm>
                <a:off x="10015200" y="1101600"/>
                <a:ext cx="36000" cy="129600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129600">
                    <a:moveTo>
                      <a:pt x="36000" y="0"/>
                    </a:moveTo>
                    <a:cubicBezTo>
                      <a:pt x="14400" y="72000"/>
                      <a:pt x="0" y="108000"/>
                      <a:pt x="36000" y="129600"/>
                    </a:cubicBezTo>
                  </a:path>
                </a:pathLst>
              </a:custGeom>
              <a:noFill/>
              <a:ln w="10800" cap="flat">
                <a:solidFill>
                  <a:srgbClr val="E7F5FD"/>
                </a:solidFill>
              </a:ln>
              <a:effectLst/>
            </p:spPr>
          </p:sp>
          <p:sp>
            <p:nvSpPr>
              <p:cNvPr id="233" name="SCHEM_path-0231"/>
              <p:cNvSpPr/>
              <p:nvPr/>
            </p:nvSpPr>
            <p:spPr>
              <a:xfrm>
                <a:off x="10065600" y="1368000"/>
                <a:ext cx="180000" cy="266400"/>
              </a:xfrm>
              <a:custGeom>
                <a:avLst/>
                <a:gdLst/>
                <a:ahLst/>
                <a:cxnLst/>
                <a:rect l="0" t="0" r="r" b="b"/>
                <a:pathLst>
                  <a:path w="180000" h="266400">
                    <a:moveTo>
                      <a:pt x="93600" y="0"/>
                    </a:moveTo>
                    <a:cubicBezTo>
                      <a:pt x="72000" y="72000"/>
                      <a:pt x="0" y="180000"/>
                      <a:pt x="50400" y="216000"/>
                    </a:cubicBezTo>
                    <a:cubicBezTo>
                      <a:pt x="151200" y="266400"/>
                      <a:pt x="180000" y="151200"/>
                      <a:pt x="93600" y="0"/>
                    </a:cubicBezTo>
                    <a:close/>
                  </a:path>
                </a:pathLst>
              </a:custGeom>
              <a:solidFill>
                <a:srgbClr val="96D0EB"/>
              </a:solidFill>
              <a:ln w="10800" cap="flat">
                <a:solidFill>
                  <a:srgbClr val="1B5D7D"/>
                </a:solidFill>
              </a:ln>
              <a:effectLst/>
            </p:spPr>
          </p:sp>
          <p:sp>
            <p:nvSpPr>
              <p:cNvPr id="234" name="SCHEM_path-0232"/>
              <p:cNvSpPr/>
              <p:nvPr/>
            </p:nvSpPr>
            <p:spPr>
              <a:xfrm>
                <a:off x="10108800" y="1432800"/>
                <a:ext cx="36000" cy="129600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129600">
                    <a:moveTo>
                      <a:pt x="36000" y="0"/>
                    </a:moveTo>
                    <a:cubicBezTo>
                      <a:pt x="14400" y="72000"/>
                      <a:pt x="0" y="108000"/>
                      <a:pt x="36000" y="129600"/>
                    </a:cubicBezTo>
                  </a:path>
                </a:pathLst>
              </a:custGeom>
              <a:noFill/>
              <a:ln w="10800" cap="flat">
                <a:solidFill>
                  <a:srgbClr val="E7F5FD"/>
                </a:solidFill>
              </a:ln>
              <a:effectLst/>
            </p:spPr>
          </p:sp>
          <p:sp>
            <p:nvSpPr>
              <p:cNvPr id="235" name="SCHEM_polygon-0233"/>
              <p:cNvSpPr/>
              <p:nvPr/>
            </p:nvSpPr>
            <p:spPr>
              <a:xfrm>
                <a:off x="9151200" y="1641600"/>
                <a:ext cx="1648800" cy="518400"/>
              </a:xfrm>
              <a:custGeom>
                <a:avLst/>
                <a:gdLst/>
                <a:ahLst/>
                <a:cxnLst/>
                <a:rect l="0" t="0" r="r" b="b"/>
                <a:pathLst>
                  <a:path w="1648800" h="518400">
                    <a:moveTo>
                      <a:pt x="0" y="0"/>
                    </a:moveTo>
                    <a:lnTo>
                      <a:pt x="64800" y="468000"/>
                    </a:lnTo>
                    <a:lnTo>
                      <a:pt x="144000" y="518400"/>
                    </a:lnTo>
                    <a:lnTo>
                      <a:pt x="1519200" y="518400"/>
                    </a:lnTo>
                    <a:lnTo>
                      <a:pt x="1584000" y="468000"/>
                    </a:lnTo>
                    <a:lnTo>
                      <a:pt x="1648800" y="0"/>
                    </a:lnTo>
                    <a:lnTo>
                      <a:pt x="1598400" y="0"/>
                    </a:lnTo>
                    <a:lnTo>
                      <a:pt x="1540800" y="453600"/>
                    </a:lnTo>
                    <a:lnTo>
                      <a:pt x="108000" y="453600"/>
                    </a:lnTo>
                    <a:lnTo>
                      <a:pt x="50400" y="0"/>
                    </a:lnTo>
                    <a:close/>
                  </a:path>
                </a:pathLst>
              </a:custGeom>
              <a:solidFill>
                <a:srgbClr val="D4D5CF"/>
              </a:solidFill>
              <a:ln w="11520" cap="flat">
                <a:solidFill>
                  <a:srgbClr val="292929"/>
                </a:solidFill>
              </a:ln>
              <a:effectLst/>
            </p:spPr>
          </p:sp>
          <p:sp>
            <p:nvSpPr>
              <p:cNvPr id="236" name="SCHEM_path-0234"/>
              <p:cNvSpPr/>
              <p:nvPr/>
            </p:nvSpPr>
            <p:spPr>
              <a:xfrm>
                <a:off x="9237600" y="1713600"/>
                <a:ext cx="1483200" cy="381600"/>
              </a:xfrm>
              <a:custGeom>
                <a:avLst/>
                <a:gdLst/>
                <a:ahLst/>
                <a:cxnLst/>
                <a:rect l="0" t="0" r="r" b="b"/>
                <a:pathLst>
                  <a:path w="1483200" h="381600">
                    <a:moveTo>
                      <a:pt x="0" y="50400"/>
                    </a:moveTo>
                    <a:cubicBezTo>
                      <a:pt x="482400" y="0"/>
                      <a:pt x="979200" y="72000"/>
                      <a:pt x="1483200" y="43200"/>
                    </a:cubicBezTo>
                    <a:lnTo>
                      <a:pt x="1440000" y="381600"/>
                    </a:lnTo>
                    <a:lnTo>
                      <a:pt x="36000" y="381600"/>
                    </a:lnTo>
                    <a:close/>
                  </a:path>
                </a:pathLst>
              </a:custGeom>
              <a:solidFill>
                <a:srgbClr val="9DD3E9"/>
              </a:solidFill>
              <a:ln w="7200" cap="flat">
                <a:solidFill>
                  <a:srgbClr val="5A9AB5"/>
                </a:solidFill>
              </a:ln>
              <a:effectLst/>
            </p:spPr>
          </p:sp>
          <p:cxnSp>
            <p:nvCxnSpPr>
              <p:cNvPr id="237" name="SCHEM_line-0235"/>
              <p:cNvCxnSpPr/>
              <p:nvPr/>
            </p:nvCxnSpPr>
            <p:spPr>
              <a:xfrm>
                <a:off x="9669600" y="1432800"/>
                <a:ext cx="1" cy="266400"/>
              </a:xfrm>
              <a:prstGeom prst="line">
                <a:avLst/>
              </a:prstGeom>
              <a:noFill/>
              <a:ln w="18000" cap="flat">
                <a:solidFill>
                  <a:srgbClr val="626E73"/>
                </a:solidFill>
                <a:tailEnd type="triangle" w="med" len="med"/>
              </a:ln>
              <a:effectLst/>
            </p:spPr>
          </p:cxnSp>
          <p:cxnSp>
            <p:nvCxnSpPr>
              <p:cNvPr id="238" name="SCHEM_line-0236"/>
              <p:cNvCxnSpPr/>
              <p:nvPr/>
            </p:nvCxnSpPr>
            <p:spPr>
              <a:xfrm>
                <a:off x="10108800" y="1706400"/>
                <a:ext cx="1" cy="288000"/>
              </a:xfrm>
              <a:prstGeom prst="line">
                <a:avLst/>
              </a:prstGeom>
              <a:noFill/>
              <a:ln w="18000" cap="flat">
                <a:solidFill>
                  <a:srgbClr val="626E73"/>
                </a:solidFill>
                <a:tailEnd type="triangle" w="med" len="med"/>
              </a:ln>
              <a:effectLst/>
            </p:spPr>
          </p:cxnSp>
          <p:sp>
            <p:nvSpPr>
              <p:cNvPr id="239" name="SCHEM_text-0237"/>
              <p:cNvSpPr txBox="1"/>
              <p:nvPr/>
            </p:nvSpPr>
            <p:spPr>
              <a:xfrm>
                <a:off x="9093600" y="2224800"/>
                <a:ext cx="2340000" cy="279000"/>
              </a:xfrm>
              <a:prstGeom prst="rect">
                <a:avLst/>
              </a:prstGeom>
              <a:noFill/>
              <a:ln w="8255" cap="flat">
                <a:noFill/>
              </a:ln>
              <a:effectLst/>
            </p:spPr>
            <p:txBody>
              <a:bodyPr wrap="square" lIns="0" rIns="0" tIns="0" bIns="0" anchor="t">
                <a:noAutofit/>
              </a:bodyPr>
              <a:lstStyle/>
              <a:p>
                <a:pPr algn="l">
                  <a:buNone/>
                </a:pPr>
                <a:r>
                  <a:rPr lang="en-US" sz="1417">
                    <a:solidFill>
                      <a:srgbClr val="292929"/>
                    </a:solidFill>
                    <a:latin typeface="Times New Roman"/>
                    <a:ea typeface="Times New Roman"/>
                    <a:cs typeface="Times New Roman"/>
                  </a:rPr>
                  <a:t>Freshwater collection</a:t>
                </a:r>
                <a:endParaRPr lang="en-US" sz="1417"/>
              </a:p>
            </p:txBody>
          </p:sp>
        </p:grpSp>
        <p:cxnSp>
          <p:nvCxnSpPr>
            <p:cNvPr id="240" name="SCHEM_line-0238"/>
            <p:cNvCxnSpPr/>
            <p:nvPr/>
          </p:nvCxnSpPr>
          <p:spPr>
            <a:xfrm>
              <a:off x="5875200" y="1778400"/>
              <a:ext cx="698400" cy="712800"/>
            </a:xfrm>
            <a:prstGeom prst="line">
              <a:avLst/>
            </a:prstGeom>
            <a:noFill/>
            <a:ln w="10800" cap="flat">
              <a:solidFill>
                <a:srgbClr val="8B8C89"/>
              </a:solidFill>
              <a:prstDash val="dash"/>
            </a:ln>
            <a:effectLst/>
          </p:spPr>
        </p:cxnSp>
        <p:cxnSp>
          <p:nvCxnSpPr>
            <p:cNvPr id="241" name="SCHEM_line-0239"/>
            <p:cNvCxnSpPr/>
            <p:nvPr/>
          </p:nvCxnSpPr>
          <p:spPr>
            <a:xfrm>
              <a:off x="4910400" y="2541600"/>
              <a:ext cx="446400" cy="1929600"/>
            </a:xfrm>
            <a:prstGeom prst="line">
              <a:avLst/>
            </a:prstGeom>
            <a:noFill/>
            <a:ln w="10800" cap="flat">
              <a:solidFill>
                <a:srgbClr val="8B8C89"/>
              </a:solidFill>
              <a:prstDash val="dash"/>
            </a:ln>
            <a:effectLst/>
          </p:spPr>
        </p:cxnSp>
        <p:sp>
          <p:nvSpPr>
            <p:cNvPr id="242" name="SCHEM_text-0240"/>
            <p:cNvSpPr txBox="1"/>
            <p:nvPr/>
          </p:nvSpPr>
          <p:spPr>
            <a:xfrm>
              <a:off x="5457600" y="2584800"/>
              <a:ext cx="2520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Leaf-edge process</a:t>
              </a:r>
              <a:endParaRPr lang="en-US" sz="1531"/>
            </a:p>
          </p:txBody>
        </p:sp>
        <p:sp>
          <p:nvSpPr>
            <p:cNvPr id="243" name="SCHEM_text-0241"/>
            <p:cNvSpPr txBox="1"/>
            <p:nvPr/>
          </p:nvSpPr>
          <p:spPr>
            <a:xfrm>
              <a:off x="5457600" y="2851200"/>
              <a:ext cx="1224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Day</a:t>
              </a:r>
              <a:endParaRPr lang="en-US" sz="1417"/>
            </a:p>
          </p:txBody>
        </p:sp>
        <p:sp>
          <p:nvSpPr>
            <p:cNvPr id="244" name="SCHEM_text-0242"/>
            <p:cNvSpPr txBox="1"/>
            <p:nvPr/>
          </p:nvSpPr>
          <p:spPr>
            <a:xfrm>
              <a:off x="8265600" y="2836800"/>
              <a:ext cx="1224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Night</a:t>
              </a:r>
              <a:endParaRPr lang="en-US" sz="1417"/>
            </a:p>
          </p:txBody>
        </p:sp>
        <p:grpSp>
          <p:nvGrpSpPr>
            <p:cNvPr id="245" name="SCHEM_day-edge"/>
            <p:cNvGrpSpPr/>
            <p:nvPr/>
          </p:nvGrpSpPr>
          <p:grpSpPr>
            <a:xfrm>
              <a:off x="5385600" y="3258678"/>
              <a:ext cx="2390400" cy="485322"/>
              <a:chOff x="5385600" y="3258678"/>
              <a:chExt cx="2390400" cy="485322"/>
            </a:xfrm>
          </p:grpSpPr>
          <p:sp>
            <p:nvSpPr>
              <p:cNvPr id="246" name="SCHEM_path-0244"/>
              <p:cNvSpPr/>
              <p:nvPr/>
            </p:nvSpPr>
            <p:spPr>
              <a:xfrm>
                <a:off x="5385600" y="3398400"/>
                <a:ext cx="2347200" cy="345600"/>
              </a:xfrm>
              <a:custGeom>
                <a:avLst/>
                <a:gdLst/>
                <a:ahLst/>
                <a:cxnLst/>
                <a:rect l="0" t="0" r="r" b="b"/>
                <a:pathLst>
                  <a:path w="2347200" h="345600">
                    <a:moveTo>
                      <a:pt x="0" y="0"/>
                    </a:moveTo>
                    <a:lnTo>
                      <a:pt x="2196000" y="72000"/>
                    </a:lnTo>
                    <a:cubicBezTo>
                      <a:pt x="2347200" y="86400"/>
                      <a:pt x="2325600" y="345600"/>
                      <a:pt x="2196000" y="345600"/>
                    </a:cubicBezTo>
                    <a:lnTo>
                      <a:pt x="0" y="273600"/>
                    </a:lnTo>
                    <a:close/>
                  </a:path>
                </a:pathLst>
              </a:custGeom>
              <a:solidFill>
                <a:srgbClr val="DDE1C5"/>
              </a:solidFill>
              <a:ln w="1296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247" name="SCHEM_line-0245"/>
              <p:cNvCxnSpPr/>
              <p:nvPr/>
            </p:nvCxnSpPr>
            <p:spPr>
              <a:xfrm>
                <a:off x="53856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48" name="SCHEM_line-0246"/>
              <p:cNvCxnSpPr/>
              <p:nvPr/>
            </p:nvCxnSpPr>
            <p:spPr>
              <a:xfrm>
                <a:off x="53856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49" name="SCHEM_line-0247"/>
              <p:cNvCxnSpPr/>
              <p:nvPr/>
            </p:nvCxnSpPr>
            <p:spPr>
              <a:xfrm flipV="1">
                <a:off x="53856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50" name="SCHEM_line-0248"/>
              <p:cNvCxnSpPr/>
              <p:nvPr/>
            </p:nvCxnSpPr>
            <p:spPr>
              <a:xfrm flipV="1">
                <a:off x="53856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51" name="SCHEM_line-0249"/>
              <p:cNvCxnSpPr/>
              <p:nvPr/>
            </p:nvCxnSpPr>
            <p:spPr>
              <a:xfrm>
                <a:off x="55368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52" name="SCHEM_line-0250"/>
              <p:cNvCxnSpPr/>
              <p:nvPr/>
            </p:nvCxnSpPr>
            <p:spPr>
              <a:xfrm>
                <a:off x="55368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53" name="SCHEM_line-0251"/>
              <p:cNvCxnSpPr/>
              <p:nvPr/>
            </p:nvCxnSpPr>
            <p:spPr>
              <a:xfrm flipV="1">
                <a:off x="55368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54" name="SCHEM_line-0252"/>
              <p:cNvCxnSpPr/>
              <p:nvPr/>
            </p:nvCxnSpPr>
            <p:spPr>
              <a:xfrm flipV="1">
                <a:off x="55368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55" name="SCHEM_line-0253"/>
              <p:cNvCxnSpPr/>
              <p:nvPr/>
            </p:nvCxnSpPr>
            <p:spPr>
              <a:xfrm>
                <a:off x="56880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56" name="SCHEM_line-0254"/>
              <p:cNvCxnSpPr/>
              <p:nvPr/>
            </p:nvCxnSpPr>
            <p:spPr>
              <a:xfrm>
                <a:off x="56880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57" name="SCHEM_line-0255"/>
              <p:cNvCxnSpPr/>
              <p:nvPr/>
            </p:nvCxnSpPr>
            <p:spPr>
              <a:xfrm flipV="1">
                <a:off x="56880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58" name="SCHEM_line-0256"/>
              <p:cNvCxnSpPr/>
              <p:nvPr/>
            </p:nvCxnSpPr>
            <p:spPr>
              <a:xfrm flipV="1">
                <a:off x="56880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59" name="SCHEM_line-0257"/>
              <p:cNvCxnSpPr/>
              <p:nvPr/>
            </p:nvCxnSpPr>
            <p:spPr>
              <a:xfrm>
                <a:off x="58392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60" name="SCHEM_line-0258"/>
              <p:cNvCxnSpPr/>
              <p:nvPr/>
            </p:nvCxnSpPr>
            <p:spPr>
              <a:xfrm>
                <a:off x="58392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61" name="SCHEM_line-0259"/>
              <p:cNvCxnSpPr/>
              <p:nvPr/>
            </p:nvCxnSpPr>
            <p:spPr>
              <a:xfrm flipV="1">
                <a:off x="58392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62" name="SCHEM_line-0260"/>
              <p:cNvCxnSpPr/>
              <p:nvPr/>
            </p:nvCxnSpPr>
            <p:spPr>
              <a:xfrm flipV="1">
                <a:off x="58392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63" name="SCHEM_line-0261"/>
              <p:cNvCxnSpPr/>
              <p:nvPr/>
            </p:nvCxnSpPr>
            <p:spPr>
              <a:xfrm>
                <a:off x="59904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64" name="SCHEM_line-0262"/>
              <p:cNvCxnSpPr/>
              <p:nvPr/>
            </p:nvCxnSpPr>
            <p:spPr>
              <a:xfrm>
                <a:off x="59904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65" name="SCHEM_line-0263"/>
              <p:cNvCxnSpPr/>
              <p:nvPr/>
            </p:nvCxnSpPr>
            <p:spPr>
              <a:xfrm flipV="1">
                <a:off x="59904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66" name="SCHEM_line-0264"/>
              <p:cNvCxnSpPr/>
              <p:nvPr/>
            </p:nvCxnSpPr>
            <p:spPr>
              <a:xfrm flipV="1">
                <a:off x="59904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67" name="SCHEM_line-0265"/>
              <p:cNvCxnSpPr/>
              <p:nvPr/>
            </p:nvCxnSpPr>
            <p:spPr>
              <a:xfrm>
                <a:off x="61416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68" name="SCHEM_line-0266"/>
              <p:cNvCxnSpPr/>
              <p:nvPr/>
            </p:nvCxnSpPr>
            <p:spPr>
              <a:xfrm>
                <a:off x="61416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69" name="SCHEM_line-0267"/>
              <p:cNvCxnSpPr/>
              <p:nvPr/>
            </p:nvCxnSpPr>
            <p:spPr>
              <a:xfrm flipV="1">
                <a:off x="61416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70" name="SCHEM_line-0268"/>
              <p:cNvCxnSpPr/>
              <p:nvPr/>
            </p:nvCxnSpPr>
            <p:spPr>
              <a:xfrm flipV="1">
                <a:off x="61416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71" name="SCHEM_line-0269"/>
              <p:cNvCxnSpPr/>
              <p:nvPr/>
            </p:nvCxnSpPr>
            <p:spPr>
              <a:xfrm>
                <a:off x="62928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72" name="SCHEM_line-0270"/>
              <p:cNvCxnSpPr/>
              <p:nvPr/>
            </p:nvCxnSpPr>
            <p:spPr>
              <a:xfrm>
                <a:off x="62928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73" name="SCHEM_line-0271"/>
              <p:cNvCxnSpPr/>
              <p:nvPr/>
            </p:nvCxnSpPr>
            <p:spPr>
              <a:xfrm flipV="1">
                <a:off x="62928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74" name="SCHEM_line-0272"/>
              <p:cNvCxnSpPr/>
              <p:nvPr/>
            </p:nvCxnSpPr>
            <p:spPr>
              <a:xfrm flipV="1">
                <a:off x="62928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75" name="SCHEM_line-0273"/>
              <p:cNvCxnSpPr/>
              <p:nvPr/>
            </p:nvCxnSpPr>
            <p:spPr>
              <a:xfrm>
                <a:off x="64440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76" name="SCHEM_line-0274"/>
              <p:cNvCxnSpPr/>
              <p:nvPr/>
            </p:nvCxnSpPr>
            <p:spPr>
              <a:xfrm>
                <a:off x="64440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77" name="SCHEM_line-0275"/>
              <p:cNvCxnSpPr/>
              <p:nvPr/>
            </p:nvCxnSpPr>
            <p:spPr>
              <a:xfrm flipV="1">
                <a:off x="64440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78" name="SCHEM_line-0276"/>
              <p:cNvCxnSpPr/>
              <p:nvPr/>
            </p:nvCxnSpPr>
            <p:spPr>
              <a:xfrm flipV="1">
                <a:off x="64440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79" name="SCHEM_line-0277"/>
              <p:cNvCxnSpPr/>
              <p:nvPr/>
            </p:nvCxnSpPr>
            <p:spPr>
              <a:xfrm>
                <a:off x="65952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80" name="SCHEM_line-0278"/>
              <p:cNvCxnSpPr/>
              <p:nvPr/>
            </p:nvCxnSpPr>
            <p:spPr>
              <a:xfrm>
                <a:off x="65952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81" name="SCHEM_line-0279"/>
              <p:cNvCxnSpPr/>
              <p:nvPr/>
            </p:nvCxnSpPr>
            <p:spPr>
              <a:xfrm flipV="1">
                <a:off x="65952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82" name="SCHEM_line-0280"/>
              <p:cNvCxnSpPr/>
              <p:nvPr/>
            </p:nvCxnSpPr>
            <p:spPr>
              <a:xfrm flipV="1">
                <a:off x="65952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83" name="SCHEM_line-0281"/>
              <p:cNvCxnSpPr/>
              <p:nvPr/>
            </p:nvCxnSpPr>
            <p:spPr>
              <a:xfrm>
                <a:off x="67464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84" name="SCHEM_line-0282"/>
              <p:cNvCxnSpPr/>
              <p:nvPr/>
            </p:nvCxnSpPr>
            <p:spPr>
              <a:xfrm>
                <a:off x="67464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85" name="SCHEM_line-0283"/>
              <p:cNvCxnSpPr/>
              <p:nvPr/>
            </p:nvCxnSpPr>
            <p:spPr>
              <a:xfrm flipV="1">
                <a:off x="67464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86" name="SCHEM_line-0284"/>
              <p:cNvCxnSpPr/>
              <p:nvPr/>
            </p:nvCxnSpPr>
            <p:spPr>
              <a:xfrm flipV="1">
                <a:off x="67464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87" name="SCHEM_line-0285"/>
              <p:cNvCxnSpPr/>
              <p:nvPr/>
            </p:nvCxnSpPr>
            <p:spPr>
              <a:xfrm>
                <a:off x="68976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88" name="SCHEM_line-0286"/>
              <p:cNvCxnSpPr/>
              <p:nvPr/>
            </p:nvCxnSpPr>
            <p:spPr>
              <a:xfrm>
                <a:off x="68976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89" name="SCHEM_line-0287"/>
              <p:cNvCxnSpPr/>
              <p:nvPr/>
            </p:nvCxnSpPr>
            <p:spPr>
              <a:xfrm flipV="1">
                <a:off x="68976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90" name="SCHEM_line-0288"/>
              <p:cNvCxnSpPr/>
              <p:nvPr/>
            </p:nvCxnSpPr>
            <p:spPr>
              <a:xfrm flipV="1">
                <a:off x="68976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91" name="SCHEM_line-0289"/>
              <p:cNvCxnSpPr/>
              <p:nvPr/>
            </p:nvCxnSpPr>
            <p:spPr>
              <a:xfrm>
                <a:off x="70488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92" name="SCHEM_line-0290"/>
              <p:cNvCxnSpPr/>
              <p:nvPr/>
            </p:nvCxnSpPr>
            <p:spPr>
              <a:xfrm>
                <a:off x="70488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93" name="SCHEM_line-0291"/>
              <p:cNvCxnSpPr/>
              <p:nvPr/>
            </p:nvCxnSpPr>
            <p:spPr>
              <a:xfrm flipV="1">
                <a:off x="70488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94" name="SCHEM_line-0292"/>
              <p:cNvCxnSpPr/>
              <p:nvPr/>
            </p:nvCxnSpPr>
            <p:spPr>
              <a:xfrm flipV="1">
                <a:off x="70488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95" name="SCHEM_line-0293"/>
              <p:cNvCxnSpPr/>
              <p:nvPr/>
            </p:nvCxnSpPr>
            <p:spPr>
              <a:xfrm>
                <a:off x="72000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96" name="SCHEM_line-0294"/>
              <p:cNvCxnSpPr/>
              <p:nvPr/>
            </p:nvCxnSpPr>
            <p:spPr>
              <a:xfrm>
                <a:off x="72000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97" name="SCHEM_line-0295"/>
              <p:cNvCxnSpPr/>
              <p:nvPr/>
            </p:nvCxnSpPr>
            <p:spPr>
              <a:xfrm flipV="1">
                <a:off x="72000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98" name="SCHEM_line-0296"/>
              <p:cNvCxnSpPr/>
              <p:nvPr/>
            </p:nvCxnSpPr>
            <p:spPr>
              <a:xfrm flipV="1">
                <a:off x="72000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99" name="SCHEM_line-0297"/>
              <p:cNvCxnSpPr/>
              <p:nvPr/>
            </p:nvCxnSpPr>
            <p:spPr>
              <a:xfrm>
                <a:off x="73512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00" name="SCHEM_line-0298"/>
              <p:cNvCxnSpPr/>
              <p:nvPr/>
            </p:nvCxnSpPr>
            <p:spPr>
              <a:xfrm>
                <a:off x="73512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01" name="SCHEM_line-0299"/>
              <p:cNvCxnSpPr/>
              <p:nvPr/>
            </p:nvCxnSpPr>
            <p:spPr>
              <a:xfrm flipV="1">
                <a:off x="73512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02" name="SCHEM_line-0300"/>
              <p:cNvCxnSpPr/>
              <p:nvPr/>
            </p:nvCxnSpPr>
            <p:spPr>
              <a:xfrm flipV="1">
                <a:off x="73512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03" name="SCHEM_line-0301"/>
              <p:cNvCxnSpPr/>
              <p:nvPr/>
            </p:nvCxnSpPr>
            <p:spPr>
              <a:xfrm>
                <a:off x="75024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04" name="SCHEM_line-0302"/>
              <p:cNvCxnSpPr/>
              <p:nvPr/>
            </p:nvCxnSpPr>
            <p:spPr>
              <a:xfrm>
                <a:off x="75024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05" name="SCHEM_line-0303"/>
              <p:cNvCxnSpPr/>
              <p:nvPr/>
            </p:nvCxnSpPr>
            <p:spPr>
              <a:xfrm flipV="1">
                <a:off x="75024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06" name="SCHEM_line-0304"/>
              <p:cNvCxnSpPr/>
              <p:nvPr/>
            </p:nvCxnSpPr>
            <p:spPr>
              <a:xfrm flipV="1">
                <a:off x="75024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sp>
            <p:nvSpPr>
              <p:cNvPr id="307" name="SCHEM_path-0305"/>
              <p:cNvSpPr/>
              <p:nvPr/>
            </p:nvSpPr>
            <p:spPr>
              <a:xfrm>
                <a:off x="5385600" y="3268800"/>
                <a:ext cx="2325600" cy="252000"/>
              </a:xfrm>
              <a:custGeom>
                <a:avLst/>
                <a:gdLst/>
                <a:ahLst/>
                <a:cxnLst/>
                <a:rect l="0" t="0" r="r" b="b"/>
                <a:pathLst>
                  <a:path w="2325600" h="252000">
                    <a:moveTo>
                      <a:pt x="0" y="0"/>
                    </a:moveTo>
                    <a:cubicBezTo>
                      <a:pt x="288000" y="43200"/>
                      <a:pt x="648000" y="21600"/>
                      <a:pt x="2210400" y="151200"/>
                    </a:cubicBezTo>
                    <a:cubicBezTo>
                      <a:pt x="2325600" y="180000"/>
                      <a:pt x="2275200" y="252000"/>
                      <a:pt x="2131200" y="216000"/>
                    </a:cubicBezTo>
                    <a:lnTo>
                      <a:pt x="0" y="122400"/>
                    </a:lnTo>
                    <a:close/>
                  </a:path>
                </a:pathLst>
              </a:custGeom>
              <a:solidFill>
                <a:srgbClr val="95CCE5"/>
              </a:solidFill>
              <a:ln w="10800" cap="flat">
                <a:solidFill>
                  <a:srgbClr val="3189B0"/>
                </a:solidFill>
              </a:ln>
              <a:effectLst/>
            </p:spPr>
          </p:sp>
          <p:sp>
            <p:nvSpPr>
              <p:cNvPr id="308" name="SCHEM_path-0306"/>
              <p:cNvSpPr/>
              <p:nvPr/>
            </p:nvSpPr>
            <p:spPr>
              <a:xfrm>
                <a:off x="5421600" y="3319200"/>
                <a:ext cx="2088000" cy="122400"/>
              </a:xfrm>
              <a:custGeom>
                <a:avLst/>
                <a:gdLst/>
                <a:ahLst/>
                <a:cxnLst/>
                <a:rect l="0" t="0" r="r" b="b"/>
                <a:pathLst>
                  <a:path w="2088000" h="122400">
                    <a:moveTo>
                      <a:pt x="0" y="0"/>
                    </a:moveTo>
                    <a:cubicBezTo>
                      <a:pt x="540000" y="36000"/>
                      <a:pt x="1692000" y="28800"/>
                      <a:pt x="2088000" y="122400"/>
                    </a:cubicBezTo>
                  </a:path>
                </a:pathLst>
              </a:custGeom>
              <a:noFill/>
              <a:ln w="14400" cap="flat">
                <a:solidFill>
                  <a:srgbClr val="E9F9FF"/>
                </a:solidFill>
              </a:ln>
              <a:effectLst/>
            </p:spPr>
          </p:sp>
          <p:sp>
            <p:nvSpPr>
              <p:cNvPr id="309" name="SCHEM_polygon-0307"/>
              <p:cNvSpPr/>
              <p:nvPr/>
            </p:nvSpPr>
            <p:spPr>
              <a:xfrm>
                <a:off x="6131813" y="3263638"/>
                <a:ext cx="214506" cy="191198"/>
              </a:xfrm>
              <a:custGeom>
                <a:avLst/>
                <a:gdLst/>
                <a:ahLst/>
                <a:cxnLst/>
                <a:rect l="0" t="0" r="r" b="b"/>
                <a:pathLst>
                  <a:path w="214506" h="191198">
                    <a:moveTo>
                      <a:pt x="214506" y="91562"/>
                    </a:moveTo>
                    <a:lnTo>
                      <a:pt x="153712" y="191198"/>
                    </a:lnTo>
                    <a:lnTo>
                      <a:pt x="45038" y="180154"/>
                    </a:lnTo>
                    <a:lnTo>
                      <a:pt x="0" y="91562"/>
                    </a:lnTo>
                    <a:lnTo>
                      <a:pt x="43324" y="0"/>
                    </a:lnTo>
                    <a:lnTo>
                      <a:pt x="147040" y="3481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10" name="SCHEM_line-0308"/>
              <p:cNvCxnSpPr/>
              <p:nvPr/>
            </p:nvCxnSpPr>
            <p:spPr>
              <a:xfrm>
                <a:off x="6206400" y="32742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11" name="SCHEM_polygon-0309"/>
              <p:cNvSpPr/>
              <p:nvPr/>
            </p:nvSpPr>
            <p:spPr>
              <a:xfrm>
                <a:off x="6297558" y="3328957"/>
                <a:ext cx="187521" cy="193609"/>
              </a:xfrm>
              <a:custGeom>
                <a:avLst/>
                <a:gdLst/>
                <a:ahLst/>
                <a:cxnLst/>
                <a:rect l="0" t="0" r="r" b="b"/>
                <a:pathLst>
                  <a:path w="187521" h="193609">
                    <a:moveTo>
                      <a:pt x="187521" y="91043"/>
                    </a:moveTo>
                    <a:lnTo>
                      <a:pt x="155258" y="193609"/>
                    </a:lnTo>
                    <a:lnTo>
                      <a:pt x="38406" y="190870"/>
                    </a:lnTo>
                    <a:lnTo>
                      <a:pt x="0" y="91043"/>
                    </a:lnTo>
                    <a:lnTo>
                      <a:pt x="43478" y="0"/>
                    </a:lnTo>
                    <a:lnTo>
                      <a:pt x="147737" y="1504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12" name="SCHEM_line-0310"/>
              <p:cNvCxnSpPr/>
              <p:nvPr/>
            </p:nvCxnSpPr>
            <p:spPr>
              <a:xfrm>
                <a:off x="6372000" y="33390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13" name="SCHEM_polygon-0311"/>
              <p:cNvSpPr/>
              <p:nvPr/>
            </p:nvSpPr>
            <p:spPr>
              <a:xfrm>
                <a:off x="6469592" y="3382625"/>
                <a:ext cx="212146" cy="208028"/>
              </a:xfrm>
              <a:custGeom>
                <a:avLst/>
                <a:gdLst/>
                <a:ahLst/>
                <a:cxnLst/>
                <a:rect l="0" t="0" r="r" b="b"/>
                <a:pathLst>
                  <a:path w="212146" h="208028">
                    <a:moveTo>
                      <a:pt x="212146" y="102175"/>
                    </a:moveTo>
                    <a:lnTo>
                      <a:pt x="150722" y="208028"/>
                    </a:lnTo>
                    <a:lnTo>
                      <a:pt x="45339" y="178851"/>
                    </a:lnTo>
                    <a:lnTo>
                      <a:pt x="0" y="102175"/>
                    </a:lnTo>
                    <a:lnTo>
                      <a:pt x="30617" y="0"/>
                    </a:lnTo>
                    <a:lnTo>
                      <a:pt x="146718" y="3258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14" name="SCHEM_line-0312"/>
              <p:cNvCxnSpPr/>
              <p:nvPr/>
            </p:nvCxnSpPr>
            <p:spPr>
              <a:xfrm>
                <a:off x="6537600" y="34038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15" name="SCHEM_polygon-0313"/>
              <p:cNvSpPr/>
              <p:nvPr/>
            </p:nvSpPr>
            <p:spPr>
              <a:xfrm>
                <a:off x="6615572" y="3259892"/>
                <a:ext cx="204623" cy="187948"/>
              </a:xfrm>
              <a:custGeom>
                <a:avLst/>
                <a:gdLst/>
                <a:ahLst/>
                <a:cxnLst/>
                <a:rect l="0" t="0" r="r" b="b"/>
                <a:pathLst>
                  <a:path w="204623" h="187948">
                    <a:moveTo>
                      <a:pt x="204623" y="95308"/>
                    </a:moveTo>
                    <a:lnTo>
                      <a:pt x="162714" y="187948"/>
                    </a:lnTo>
                    <a:lnTo>
                      <a:pt x="59036" y="182243"/>
                    </a:lnTo>
                    <a:lnTo>
                      <a:pt x="0" y="95308"/>
                    </a:lnTo>
                    <a:lnTo>
                      <a:pt x="54202" y="0"/>
                    </a:lnTo>
                    <a:lnTo>
                      <a:pt x="153667" y="18338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16" name="SCHEM_line-0314"/>
              <p:cNvCxnSpPr/>
              <p:nvPr/>
            </p:nvCxnSpPr>
            <p:spPr>
              <a:xfrm>
                <a:off x="6703200" y="32742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17" name="SCHEM_polygon-0315"/>
              <p:cNvSpPr/>
              <p:nvPr/>
            </p:nvSpPr>
            <p:spPr>
              <a:xfrm>
                <a:off x="6798142" y="3332029"/>
                <a:ext cx="187581" cy="175761"/>
              </a:xfrm>
              <a:custGeom>
                <a:avLst/>
                <a:gdLst/>
                <a:ahLst/>
                <a:cxnLst/>
                <a:rect l="0" t="0" r="r" b="b"/>
                <a:pathLst>
                  <a:path w="187581" h="175761">
                    <a:moveTo>
                      <a:pt x="187581" y="87971"/>
                    </a:moveTo>
                    <a:lnTo>
                      <a:pt x="137408" y="166173"/>
                    </a:lnTo>
                    <a:lnTo>
                      <a:pt x="41572" y="175761"/>
                    </a:lnTo>
                    <a:lnTo>
                      <a:pt x="0" y="87971"/>
                    </a:lnTo>
                    <a:lnTo>
                      <a:pt x="47801" y="10969"/>
                    </a:lnTo>
                    <a:lnTo>
                      <a:pt x="143048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18" name="SCHEM_line-0316"/>
              <p:cNvCxnSpPr/>
              <p:nvPr/>
            </p:nvCxnSpPr>
            <p:spPr>
              <a:xfrm>
                <a:off x="6868800" y="33390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19" name="SCHEM_polygon-0317"/>
              <p:cNvSpPr/>
              <p:nvPr/>
            </p:nvSpPr>
            <p:spPr>
              <a:xfrm>
                <a:off x="6933975" y="3379782"/>
                <a:ext cx="231970" cy="205873"/>
              </a:xfrm>
              <a:custGeom>
                <a:avLst/>
                <a:gdLst/>
                <a:ahLst/>
                <a:cxnLst/>
                <a:rect l="0" t="0" r="r" b="b"/>
                <a:pathLst>
                  <a:path w="231970" h="205873">
                    <a:moveTo>
                      <a:pt x="231970" y="105018"/>
                    </a:moveTo>
                    <a:lnTo>
                      <a:pt x="179244" y="204125"/>
                    </a:lnTo>
                    <a:lnTo>
                      <a:pt x="63795" y="205873"/>
                    </a:lnTo>
                    <a:lnTo>
                      <a:pt x="0" y="105018"/>
                    </a:lnTo>
                    <a:lnTo>
                      <a:pt x="64841" y="5972"/>
                    </a:lnTo>
                    <a:lnTo>
                      <a:pt x="182657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20" name="SCHEM_line-0318"/>
              <p:cNvCxnSpPr/>
              <p:nvPr/>
            </p:nvCxnSpPr>
            <p:spPr>
              <a:xfrm>
                <a:off x="7034400" y="34038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21" name="SCHEM_polygon-0319"/>
              <p:cNvSpPr/>
              <p:nvPr/>
            </p:nvSpPr>
            <p:spPr>
              <a:xfrm>
                <a:off x="7125311" y="3258678"/>
                <a:ext cx="212678" cy="198254"/>
              </a:xfrm>
              <a:custGeom>
                <a:avLst/>
                <a:gdLst/>
                <a:ahLst/>
                <a:cxnLst/>
                <a:rect l="0" t="0" r="r" b="b"/>
                <a:pathLst>
                  <a:path w="212678" h="198254">
                    <a:moveTo>
                      <a:pt x="212678" y="96522"/>
                    </a:moveTo>
                    <a:lnTo>
                      <a:pt x="155024" y="198254"/>
                    </a:lnTo>
                    <a:lnTo>
                      <a:pt x="43922" y="187225"/>
                    </a:lnTo>
                    <a:lnTo>
                      <a:pt x="0" y="96522"/>
                    </a:lnTo>
                    <a:lnTo>
                      <a:pt x="53081" y="21683"/>
                    </a:lnTo>
                    <a:lnTo>
                      <a:pt x="152017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22" name="SCHEM_line-0320"/>
              <p:cNvCxnSpPr/>
              <p:nvPr/>
            </p:nvCxnSpPr>
            <p:spPr>
              <a:xfrm>
                <a:off x="7200000" y="32742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23" name="SCHEM_polygon-0321"/>
              <p:cNvSpPr/>
              <p:nvPr/>
            </p:nvSpPr>
            <p:spPr>
              <a:xfrm>
                <a:off x="7298062" y="3327633"/>
                <a:ext cx="187779" cy="188501"/>
              </a:xfrm>
              <a:custGeom>
                <a:avLst/>
                <a:gdLst/>
                <a:ahLst/>
                <a:cxnLst/>
                <a:rect l="0" t="0" r="r" b="b"/>
                <a:pathLst>
                  <a:path w="187779" h="188501">
                    <a:moveTo>
                      <a:pt x="187779" y="92367"/>
                    </a:moveTo>
                    <a:lnTo>
                      <a:pt x="135189" y="172130"/>
                    </a:lnTo>
                    <a:lnTo>
                      <a:pt x="33635" y="188501"/>
                    </a:lnTo>
                    <a:lnTo>
                      <a:pt x="0" y="92367"/>
                    </a:lnTo>
                    <a:lnTo>
                      <a:pt x="35810" y="0"/>
                    </a:lnTo>
                    <a:lnTo>
                      <a:pt x="139250" y="5571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24" name="SCHEM_line-0322"/>
              <p:cNvCxnSpPr/>
              <p:nvPr/>
            </p:nvCxnSpPr>
            <p:spPr>
              <a:xfrm>
                <a:off x="7365600" y="33390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25" name="SCHEM_polygon-0323"/>
              <p:cNvSpPr/>
              <p:nvPr/>
            </p:nvSpPr>
            <p:spPr>
              <a:xfrm>
                <a:off x="7439758" y="3401875"/>
                <a:ext cx="208012" cy="189251"/>
              </a:xfrm>
              <a:custGeom>
                <a:avLst/>
                <a:gdLst/>
                <a:ahLst/>
                <a:cxnLst/>
                <a:rect l="0" t="0" r="r" b="b"/>
                <a:pathLst>
                  <a:path w="208012" h="189251">
                    <a:moveTo>
                      <a:pt x="208012" y="82925"/>
                    </a:moveTo>
                    <a:lnTo>
                      <a:pt x="174429" y="189251"/>
                    </a:lnTo>
                    <a:lnTo>
                      <a:pt x="67454" y="161885"/>
                    </a:lnTo>
                    <a:lnTo>
                      <a:pt x="0" y="82925"/>
                    </a:lnTo>
                    <a:lnTo>
                      <a:pt x="68232" y="5312"/>
                    </a:lnTo>
                    <a:lnTo>
                      <a:pt x="160919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26" name="SCHEM_line-0324"/>
              <p:cNvCxnSpPr/>
              <p:nvPr/>
            </p:nvCxnSpPr>
            <p:spPr>
              <a:xfrm>
                <a:off x="7531200" y="34038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</p:grpSp>
        <p:sp>
          <p:nvSpPr>
            <p:cNvPr id="327" name="SCHEM_text-0325"/>
            <p:cNvSpPr txBox="1"/>
            <p:nvPr/>
          </p:nvSpPr>
          <p:spPr>
            <a:xfrm>
              <a:off x="6588000" y="2836800"/>
              <a:ext cx="16560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Salt patch</a:t>
              </a:r>
              <a:endParaRPr lang="en-US" sz="1247"/>
            </a:p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attached to edge</a:t>
              </a:r>
              <a:endParaRPr lang="en-US" sz="1247"/>
            </a:p>
          </p:txBody>
        </p:sp>
        <p:cxnSp>
          <p:nvCxnSpPr>
            <p:cNvPr id="328" name="SCHEM_line-0326"/>
            <p:cNvCxnSpPr/>
            <p:nvPr/>
          </p:nvCxnSpPr>
          <p:spPr>
            <a:xfrm flipH="1">
              <a:off x="6494400" y="3225600"/>
              <a:ext cx="93600" cy="100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329" name="SCHEM_ellipse-0327"/>
            <p:cNvSpPr/>
            <p:nvPr/>
          </p:nvSpPr>
          <p:spPr>
            <a:xfrm>
              <a:off x="6472800" y="3304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330" name="SCHEM_text-0328"/>
            <p:cNvSpPr txBox="1"/>
            <p:nvPr/>
          </p:nvSpPr>
          <p:spPr>
            <a:xfrm>
              <a:off x="5587200" y="3981600"/>
              <a:ext cx="1944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Non-spike edge</a:t>
              </a:r>
              <a:endParaRPr lang="en-US" sz="1361"/>
            </a:p>
          </p:txBody>
        </p:sp>
        <p:cxnSp>
          <p:nvCxnSpPr>
            <p:cNvPr id="331" name="SCHEM_line-0329"/>
            <p:cNvCxnSpPr/>
            <p:nvPr/>
          </p:nvCxnSpPr>
          <p:spPr>
            <a:xfrm flipH="1" flipV="1">
              <a:off x="5803200" y="3722400"/>
              <a:ext cx="100800" cy="2304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332" name="SCHEM_ellipse-0330"/>
            <p:cNvSpPr/>
            <p:nvPr/>
          </p:nvSpPr>
          <p:spPr>
            <a:xfrm>
              <a:off x="5781600" y="3700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grpSp>
          <p:nvGrpSpPr>
            <p:cNvPr id="333" name="SCHEM_night-edge"/>
            <p:cNvGrpSpPr/>
            <p:nvPr/>
          </p:nvGrpSpPr>
          <p:grpSpPr>
            <a:xfrm>
              <a:off x="8193600" y="3254400"/>
              <a:ext cx="2336546" cy="1493629"/>
              <a:chOff x="8193600" y="3254400"/>
              <a:chExt cx="2336546" cy="1493629"/>
            </a:xfrm>
          </p:grpSpPr>
          <p:sp>
            <p:nvSpPr>
              <p:cNvPr id="334" name="SCHEM_path-0332"/>
              <p:cNvSpPr/>
              <p:nvPr/>
            </p:nvSpPr>
            <p:spPr>
              <a:xfrm>
                <a:off x="8193600" y="3384000"/>
                <a:ext cx="1663200" cy="345600"/>
              </a:xfrm>
              <a:custGeom>
                <a:avLst/>
                <a:gdLst/>
                <a:ahLst/>
                <a:cxnLst/>
                <a:rect l="0" t="0" r="r" b="b"/>
                <a:pathLst>
                  <a:path w="1663200" h="345600">
                    <a:moveTo>
                      <a:pt x="0" y="0"/>
                    </a:moveTo>
                    <a:lnTo>
                      <a:pt x="1512000" y="72000"/>
                    </a:lnTo>
                    <a:cubicBezTo>
                      <a:pt x="1663200" y="86400"/>
                      <a:pt x="1641600" y="345600"/>
                      <a:pt x="1512000" y="345600"/>
                    </a:cubicBezTo>
                    <a:lnTo>
                      <a:pt x="0" y="273600"/>
                    </a:lnTo>
                    <a:close/>
                  </a:path>
                </a:pathLst>
              </a:custGeom>
              <a:solidFill>
                <a:srgbClr val="DDE1C5"/>
              </a:solidFill>
              <a:ln w="1296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335" name="SCHEM_line-0333"/>
              <p:cNvCxnSpPr/>
              <p:nvPr/>
            </p:nvCxnSpPr>
            <p:spPr>
              <a:xfrm>
                <a:off x="8193600" y="34128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36" name="SCHEM_line-0334"/>
              <p:cNvCxnSpPr/>
              <p:nvPr/>
            </p:nvCxnSpPr>
            <p:spPr>
              <a:xfrm>
                <a:off x="8193600" y="34128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37" name="SCHEM_line-0335"/>
              <p:cNvCxnSpPr/>
              <p:nvPr/>
            </p:nvCxnSpPr>
            <p:spPr>
              <a:xfrm flipV="1">
                <a:off x="8193600" y="34632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38" name="SCHEM_line-0336"/>
              <p:cNvCxnSpPr/>
              <p:nvPr/>
            </p:nvCxnSpPr>
            <p:spPr>
              <a:xfrm flipV="1">
                <a:off x="8193600" y="34632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39" name="SCHEM_line-0337"/>
              <p:cNvCxnSpPr/>
              <p:nvPr/>
            </p:nvCxnSpPr>
            <p:spPr>
              <a:xfrm>
                <a:off x="8344800" y="34128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40" name="SCHEM_line-0338"/>
              <p:cNvCxnSpPr/>
              <p:nvPr/>
            </p:nvCxnSpPr>
            <p:spPr>
              <a:xfrm>
                <a:off x="8344800" y="34128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41" name="SCHEM_line-0339"/>
              <p:cNvCxnSpPr/>
              <p:nvPr/>
            </p:nvCxnSpPr>
            <p:spPr>
              <a:xfrm flipV="1">
                <a:off x="8344800" y="34632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42" name="SCHEM_line-0340"/>
              <p:cNvCxnSpPr/>
              <p:nvPr/>
            </p:nvCxnSpPr>
            <p:spPr>
              <a:xfrm flipV="1">
                <a:off x="8344800" y="34632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43" name="SCHEM_line-0341"/>
              <p:cNvCxnSpPr/>
              <p:nvPr/>
            </p:nvCxnSpPr>
            <p:spPr>
              <a:xfrm>
                <a:off x="8496000" y="34128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44" name="SCHEM_line-0342"/>
              <p:cNvCxnSpPr/>
              <p:nvPr/>
            </p:nvCxnSpPr>
            <p:spPr>
              <a:xfrm>
                <a:off x="8496000" y="34128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45" name="SCHEM_line-0343"/>
              <p:cNvCxnSpPr/>
              <p:nvPr/>
            </p:nvCxnSpPr>
            <p:spPr>
              <a:xfrm flipV="1">
                <a:off x="8496000" y="34632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46" name="SCHEM_line-0344"/>
              <p:cNvCxnSpPr/>
              <p:nvPr/>
            </p:nvCxnSpPr>
            <p:spPr>
              <a:xfrm flipV="1">
                <a:off x="8496000" y="34632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47" name="SCHEM_line-0345"/>
              <p:cNvCxnSpPr/>
              <p:nvPr/>
            </p:nvCxnSpPr>
            <p:spPr>
              <a:xfrm>
                <a:off x="8647200" y="34128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48" name="SCHEM_line-0346"/>
              <p:cNvCxnSpPr/>
              <p:nvPr/>
            </p:nvCxnSpPr>
            <p:spPr>
              <a:xfrm>
                <a:off x="8647200" y="34128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49" name="SCHEM_line-0347"/>
              <p:cNvCxnSpPr/>
              <p:nvPr/>
            </p:nvCxnSpPr>
            <p:spPr>
              <a:xfrm flipV="1">
                <a:off x="8647200" y="34632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50" name="SCHEM_line-0348"/>
              <p:cNvCxnSpPr/>
              <p:nvPr/>
            </p:nvCxnSpPr>
            <p:spPr>
              <a:xfrm flipV="1">
                <a:off x="8647200" y="34632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51" name="SCHEM_line-0349"/>
              <p:cNvCxnSpPr/>
              <p:nvPr/>
            </p:nvCxnSpPr>
            <p:spPr>
              <a:xfrm>
                <a:off x="8798400" y="34128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52" name="SCHEM_line-0350"/>
              <p:cNvCxnSpPr/>
              <p:nvPr/>
            </p:nvCxnSpPr>
            <p:spPr>
              <a:xfrm>
                <a:off x="8798400" y="34128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53" name="SCHEM_line-0351"/>
              <p:cNvCxnSpPr/>
              <p:nvPr/>
            </p:nvCxnSpPr>
            <p:spPr>
              <a:xfrm flipV="1">
                <a:off x="8798400" y="34632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54" name="SCHEM_line-0352"/>
              <p:cNvCxnSpPr/>
              <p:nvPr/>
            </p:nvCxnSpPr>
            <p:spPr>
              <a:xfrm flipV="1">
                <a:off x="8798400" y="34632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55" name="SCHEM_line-0353"/>
              <p:cNvCxnSpPr/>
              <p:nvPr/>
            </p:nvCxnSpPr>
            <p:spPr>
              <a:xfrm>
                <a:off x="8949600" y="34128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56" name="SCHEM_line-0354"/>
              <p:cNvCxnSpPr/>
              <p:nvPr/>
            </p:nvCxnSpPr>
            <p:spPr>
              <a:xfrm>
                <a:off x="8949600" y="34128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57" name="SCHEM_line-0355"/>
              <p:cNvCxnSpPr/>
              <p:nvPr/>
            </p:nvCxnSpPr>
            <p:spPr>
              <a:xfrm flipV="1">
                <a:off x="8949600" y="34632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58" name="SCHEM_line-0356"/>
              <p:cNvCxnSpPr/>
              <p:nvPr/>
            </p:nvCxnSpPr>
            <p:spPr>
              <a:xfrm flipV="1">
                <a:off x="8949600" y="34632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59" name="SCHEM_line-0357"/>
              <p:cNvCxnSpPr/>
              <p:nvPr/>
            </p:nvCxnSpPr>
            <p:spPr>
              <a:xfrm>
                <a:off x="9100800" y="34128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60" name="SCHEM_line-0358"/>
              <p:cNvCxnSpPr/>
              <p:nvPr/>
            </p:nvCxnSpPr>
            <p:spPr>
              <a:xfrm>
                <a:off x="9100800" y="34128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61" name="SCHEM_line-0359"/>
              <p:cNvCxnSpPr/>
              <p:nvPr/>
            </p:nvCxnSpPr>
            <p:spPr>
              <a:xfrm flipV="1">
                <a:off x="9100800" y="34632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62" name="SCHEM_line-0360"/>
              <p:cNvCxnSpPr/>
              <p:nvPr/>
            </p:nvCxnSpPr>
            <p:spPr>
              <a:xfrm flipV="1">
                <a:off x="9100800" y="34632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63" name="SCHEM_line-0361"/>
              <p:cNvCxnSpPr/>
              <p:nvPr/>
            </p:nvCxnSpPr>
            <p:spPr>
              <a:xfrm>
                <a:off x="9252000" y="34128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64" name="SCHEM_line-0362"/>
              <p:cNvCxnSpPr/>
              <p:nvPr/>
            </p:nvCxnSpPr>
            <p:spPr>
              <a:xfrm>
                <a:off x="9252000" y="34128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65" name="SCHEM_line-0363"/>
              <p:cNvCxnSpPr/>
              <p:nvPr/>
            </p:nvCxnSpPr>
            <p:spPr>
              <a:xfrm flipV="1">
                <a:off x="9252000" y="34632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66" name="SCHEM_line-0364"/>
              <p:cNvCxnSpPr/>
              <p:nvPr/>
            </p:nvCxnSpPr>
            <p:spPr>
              <a:xfrm flipV="1">
                <a:off x="9252000" y="34632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67" name="SCHEM_line-0365"/>
              <p:cNvCxnSpPr/>
              <p:nvPr/>
            </p:nvCxnSpPr>
            <p:spPr>
              <a:xfrm>
                <a:off x="9403200" y="34128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68" name="SCHEM_line-0366"/>
              <p:cNvCxnSpPr/>
              <p:nvPr/>
            </p:nvCxnSpPr>
            <p:spPr>
              <a:xfrm>
                <a:off x="9403200" y="34128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69" name="SCHEM_line-0367"/>
              <p:cNvCxnSpPr/>
              <p:nvPr/>
            </p:nvCxnSpPr>
            <p:spPr>
              <a:xfrm flipV="1">
                <a:off x="9403200" y="34632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70" name="SCHEM_line-0368"/>
              <p:cNvCxnSpPr/>
              <p:nvPr/>
            </p:nvCxnSpPr>
            <p:spPr>
              <a:xfrm flipV="1">
                <a:off x="9403200" y="34632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71" name="SCHEM_line-0369"/>
              <p:cNvCxnSpPr/>
              <p:nvPr/>
            </p:nvCxnSpPr>
            <p:spPr>
              <a:xfrm>
                <a:off x="9554400" y="34128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72" name="SCHEM_line-0370"/>
              <p:cNvCxnSpPr/>
              <p:nvPr/>
            </p:nvCxnSpPr>
            <p:spPr>
              <a:xfrm>
                <a:off x="9554400" y="34128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73" name="SCHEM_line-0371"/>
              <p:cNvCxnSpPr/>
              <p:nvPr/>
            </p:nvCxnSpPr>
            <p:spPr>
              <a:xfrm flipV="1">
                <a:off x="9554400" y="34632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74" name="SCHEM_line-0372"/>
              <p:cNvCxnSpPr/>
              <p:nvPr/>
            </p:nvCxnSpPr>
            <p:spPr>
              <a:xfrm flipV="1">
                <a:off x="9554400" y="34632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sp>
            <p:nvSpPr>
              <p:cNvPr id="375" name="SCHEM_path-0373"/>
              <p:cNvSpPr/>
              <p:nvPr/>
            </p:nvSpPr>
            <p:spPr>
              <a:xfrm>
                <a:off x="8193600" y="3254400"/>
                <a:ext cx="1641600" cy="252000"/>
              </a:xfrm>
              <a:custGeom>
                <a:avLst/>
                <a:gdLst/>
                <a:ahLst/>
                <a:cxnLst/>
                <a:rect l="0" t="0" r="r" b="b"/>
                <a:pathLst>
                  <a:path w="1641600" h="252000">
                    <a:moveTo>
                      <a:pt x="0" y="0"/>
                    </a:moveTo>
                    <a:cubicBezTo>
                      <a:pt x="288000" y="43200"/>
                      <a:pt x="648000" y="21600"/>
                      <a:pt x="1526400" y="151200"/>
                    </a:cubicBezTo>
                    <a:cubicBezTo>
                      <a:pt x="1641600" y="180000"/>
                      <a:pt x="1591200" y="252000"/>
                      <a:pt x="1447200" y="216000"/>
                    </a:cubicBezTo>
                    <a:lnTo>
                      <a:pt x="0" y="122400"/>
                    </a:lnTo>
                    <a:close/>
                  </a:path>
                </a:pathLst>
              </a:custGeom>
              <a:solidFill>
                <a:srgbClr val="95CCE5"/>
              </a:solidFill>
              <a:ln w="10800" cap="flat">
                <a:solidFill>
                  <a:srgbClr val="3189B0"/>
                </a:solidFill>
              </a:ln>
              <a:effectLst/>
            </p:spPr>
          </p:sp>
          <p:sp>
            <p:nvSpPr>
              <p:cNvPr id="376" name="SCHEM_path-0374"/>
              <p:cNvSpPr/>
              <p:nvPr/>
            </p:nvSpPr>
            <p:spPr>
              <a:xfrm>
                <a:off x="8229600" y="3304800"/>
                <a:ext cx="1404000" cy="122400"/>
              </a:xfrm>
              <a:custGeom>
                <a:avLst/>
                <a:gdLst/>
                <a:ahLst/>
                <a:cxnLst/>
                <a:rect l="0" t="0" r="r" b="b"/>
                <a:pathLst>
                  <a:path w="1404000" h="122400">
                    <a:moveTo>
                      <a:pt x="0" y="0"/>
                    </a:moveTo>
                    <a:cubicBezTo>
                      <a:pt x="540000" y="36000"/>
                      <a:pt x="1008000" y="28800"/>
                      <a:pt x="1404000" y="122400"/>
                    </a:cubicBezTo>
                  </a:path>
                </a:pathLst>
              </a:custGeom>
              <a:noFill/>
              <a:ln w="14400" cap="flat">
                <a:solidFill>
                  <a:srgbClr val="E9F9FF"/>
                </a:solidFill>
              </a:ln>
              <a:effectLst/>
            </p:spPr>
          </p:sp>
          <p:sp>
            <p:nvSpPr>
              <p:cNvPr id="377" name="SCHEM_polygon-0375"/>
              <p:cNvSpPr/>
              <p:nvPr/>
            </p:nvSpPr>
            <p:spPr>
              <a:xfrm>
                <a:off x="9817029" y="3446244"/>
                <a:ext cx="267203" cy="243789"/>
              </a:xfrm>
              <a:custGeom>
                <a:avLst/>
                <a:gdLst/>
                <a:ahLst/>
                <a:cxnLst/>
                <a:rect l="0" t="0" r="r" b="b"/>
                <a:pathLst>
                  <a:path w="267203" h="243789">
                    <a:moveTo>
                      <a:pt x="267203" y="110556"/>
                    </a:moveTo>
                    <a:lnTo>
                      <a:pt x="191287" y="235811"/>
                    </a:lnTo>
                    <a:lnTo>
                      <a:pt x="42048" y="243789"/>
                    </a:lnTo>
                    <a:lnTo>
                      <a:pt x="0" y="110556"/>
                    </a:lnTo>
                    <a:lnTo>
                      <a:pt x="57033" y="3277"/>
                    </a:lnTo>
                    <a:lnTo>
                      <a:pt x="182800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78" name="SCHEM_line-0376"/>
              <p:cNvCxnSpPr/>
              <p:nvPr/>
            </p:nvCxnSpPr>
            <p:spPr>
              <a:xfrm>
                <a:off x="9907200" y="3448800"/>
                <a:ext cx="72000" cy="2088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79" name="SCHEM_polygon-0377"/>
              <p:cNvSpPr/>
              <p:nvPr/>
            </p:nvSpPr>
            <p:spPr>
              <a:xfrm>
                <a:off x="9869179" y="3819276"/>
                <a:ext cx="280301" cy="290542"/>
              </a:xfrm>
              <a:custGeom>
                <a:avLst/>
                <a:gdLst/>
                <a:ahLst/>
                <a:cxnLst/>
                <a:rect l="0" t="0" r="r" b="b"/>
                <a:pathLst>
                  <a:path w="280301" h="290542">
                    <a:moveTo>
                      <a:pt x="280301" y="140724"/>
                    </a:moveTo>
                    <a:lnTo>
                      <a:pt x="232518" y="290542"/>
                    </a:lnTo>
                    <a:lnTo>
                      <a:pt x="62782" y="284898"/>
                    </a:lnTo>
                    <a:lnTo>
                      <a:pt x="0" y="140724"/>
                    </a:lnTo>
                    <a:lnTo>
                      <a:pt x="77974" y="22864"/>
                    </a:lnTo>
                    <a:lnTo>
                      <a:pt x="227268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80" name="SCHEM_line-0378"/>
              <p:cNvCxnSpPr/>
              <p:nvPr/>
            </p:nvCxnSpPr>
            <p:spPr>
              <a:xfrm>
                <a:off x="9983520" y="3841200"/>
                <a:ext cx="79200" cy="22968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81" name="SCHEM_polygon-0379"/>
              <p:cNvSpPr/>
              <p:nvPr/>
            </p:nvSpPr>
            <p:spPr>
              <a:xfrm>
                <a:off x="9836459" y="4316515"/>
                <a:ext cx="281989" cy="256520"/>
              </a:xfrm>
              <a:custGeom>
                <a:avLst/>
                <a:gdLst/>
                <a:ahLst/>
                <a:cxnLst/>
                <a:rect l="0" t="0" r="r" b="b"/>
                <a:pathLst>
                  <a:path w="281989" h="256520">
                    <a:moveTo>
                      <a:pt x="281989" y="133085"/>
                    </a:moveTo>
                    <a:lnTo>
                      <a:pt x="235607" y="256520"/>
                    </a:lnTo>
                    <a:lnTo>
                      <a:pt x="102460" y="240266"/>
                    </a:lnTo>
                    <a:lnTo>
                      <a:pt x="0" y="133085"/>
                    </a:lnTo>
                    <a:lnTo>
                      <a:pt x="100897" y="23196"/>
                    </a:lnTo>
                    <a:lnTo>
                      <a:pt x="241178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82" name="SCHEM_line-0380"/>
              <p:cNvCxnSpPr/>
              <p:nvPr/>
            </p:nvCxnSpPr>
            <p:spPr>
              <a:xfrm>
                <a:off x="9972000" y="4341600"/>
                <a:ext cx="72000" cy="2088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83" name="SCHEM_polygon-0381"/>
              <p:cNvSpPr/>
              <p:nvPr/>
            </p:nvSpPr>
            <p:spPr>
              <a:xfrm>
                <a:off x="9655977" y="4440221"/>
                <a:ext cx="220112" cy="232389"/>
              </a:xfrm>
              <a:custGeom>
                <a:avLst/>
                <a:gdLst/>
                <a:ahLst/>
                <a:cxnLst/>
                <a:rect l="0" t="0" r="r" b="b"/>
                <a:pathLst>
                  <a:path w="220112" h="232389">
                    <a:moveTo>
                      <a:pt x="220112" y="117379"/>
                    </a:moveTo>
                    <a:lnTo>
                      <a:pt x="172445" y="205404"/>
                    </a:lnTo>
                    <a:lnTo>
                      <a:pt x="55223" y="232389"/>
                    </a:lnTo>
                    <a:lnTo>
                      <a:pt x="0" y="117379"/>
                    </a:lnTo>
                    <a:lnTo>
                      <a:pt x="53964" y="190"/>
                    </a:lnTo>
                    <a:lnTo>
                      <a:pt x="189392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84" name="SCHEM_line-0382"/>
              <p:cNvCxnSpPr/>
              <p:nvPr/>
            </p:nvCxnSpPr>
            <p:spPr>
              <a:xfrm>
                <a:off x="9753120" y="4465800"/>
                <a:ext cx="61200" cy="17748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85" name="SCHEM_polygon-0383"/>
              <p:cNvSpPr/>
              <p:nvPr/>
            </p:nvSpPr>
            <p:spPr>
              <a:xfrm>
                <a:off x="9996695" y="4439226"/>
                <a:ext cx="334323" cy="245282"/>
              </a:xfrm>
              <a:custGeom>
                <a:avLst/>
                <a:gdLst/>
                <a:ahLst/>
                <a:cxnLst/>
                <a:rect l="0" t="0" r="r" b="b"/>
                <a:pathLst>
                  <a:path w="334323" h="245282">
                    <a:moveTo>
                      <a:pt x="334323" y="111174"/>
                    </a:moveTo>
                    <a:lnTo>
                      <a:pt x="230921" y="217203"/>
                    </a:lnTo>
                    <a:lnTo>
                      <a:pt x="92278" y="245282"/>
                    </a:lnTo>
                    <a:lnTo>
                      <a:pt x="0" y="111174"/>
                    </a:lnTo>
                    <a:lnTo>
                      <a:pt x="105519" y="0"/>
                    </a:lnTo>
                    <a:lnTo>
                      <a:pt x="233689" y="351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86" name="SCHEM_line-0384"/>
              <p:cNvCxnSpPr/>
              <p:nvPr/>
            </p:nvCxnSpPr>
            <p:spPr>
              <a:xfrm>
                <a:off x="10136160" y="4437000"/>
                <a:ext cx="75600" cy="2192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87" name="SCHEM_polygon-0385"/>
              <p:cNvSpPr/>
              <p:nvPr/>
            </p:nvSpPr>
            <p:spPr>
              <a:xfrm>
                <a:off x="10273919" y="4523544"/>
                <a:ext cx="256228" cy="224485"/>
              </a:xfrm>
              <a:custGeom>
                <a:avLst/>
                <a:gdLst/>
                <a:ahLst/>
                <a:cxnLst/>
                <a:rect l="0" t="0" r="r" b="b"/>
                <a:pathLst>
                  <a:path w="256228" h="224485">
                    <a:moveTo>
                      <a:pt x="256228" y="113256"/>
                    </a:moveTo>
                    <a:lnTo>
                      <a:pt x="201499" y="224485"/>
                    </a:lnTo>
                    <a:lnTo>
                      <a:pt x="81456" y="209947"/>
                    </a:lnTo>
                    <a:lnTo>
                      <a:pt x="0" y="113256"/>
                    </a:lnTo>
                    <a:lnTo>
                      <a:pt x="71893" y="0"/>
                    </a:lnTo>
                    <a:lnTo>
                      <a:pt x="194738" y="13739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88" name="SCHEM_line-0386"/>
              <p:cNvCxnSpPr/>
              <p:nvPr/>
            </p:nvCxnSpPr>
            <p:spPr>
              <a:xfrm>
                <a:off x="10385280" y="4539600"/>
                <a:ext cx="64800" cy="18792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cxnSp>
            <p:nvCxnSpPr>
              <p:cNvPr id="389" name="SCHEM_line-0387"/>
              <p:cNvCxnSpPr/>
              <p:nvPr/>
            </p:nvCxnSpPr>
            <p:spPr>
              <a:xfrm>
                <a:off x="8870400" y="3268800"/>
                <a:ext cx="756000" cy="158400"/>
              </a:xfrm>
              <a:prstGeom prst="line">
                <a:avLst/>
              </a:prstGeom>
              <a:noFill/>
              <a:ln w="2880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  <p:cxnSp>
            <p:nvCxnSpPr>
              <p:cNvPr id="390" name="SCHEM_line-0388"/>
              <p:cNvCxnSpPr/>
              <p:nvPr/>
            </p:nvCxnSpPr>
            <p:spPr>
              <a:xfrm flipH="1">
                <a:off x="8956800" y="3650400"/>
                <a:ext cx="712800" cy="1"/>
              </a:xfrm>
              <a:prstGeom prst="line">
                <a:avLst/>
              </a:prstGeom>
              <a:noFill/>
              <a:ln w="2880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  <p:cxnSp>
            <p:nvCxnSpPr>
              <p:cNvPr id="391" name="SCHEM_line-0389"/>
              <p:cNvCxnSpPr/>
              <p:nvPr/>
            </p:nvCxnSpPr>
            <p:spPr>
              <a:xfrm>
                <a:off x="10332000" y="3664800"/>
                <a:ext cx="1" cy="511200"/>
              </a:xfrm>
              <a:prstGeom prst="line">
                <a:avLst/>
              </a:prstGeom>
              <a:noFill/>
              <a:ln w="36000" cap="flat">
                <a:solidFill>
                  <a:srgbClr val="BD6C69"/>
                </a:solidFill>
                <a:tailEnd type="triangle" w="med" len="med"/>
              </a:ln>
              <a:effectLst/>
            </p:spPr>
          </p:cxnSp>
        </p:grpSp>
        <p:sp>
          <p:nvSpPr>
            <p:cNvPr id="392" name="SCHEM_text-0390"/>
            <p:cNvSpPr txBox="1"/>
            <p:nvPr/>
          </p:nvSpPr>
          <p:spPr>
            <a:xfrm>
              <a:off x="8906400" y="3060000"/>
              <a:ext cx="14040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Rewetting</a:t>
              </a:r>
              <a:endParaRPr lang="en-US" sz="1304"/>
            </a:p>
          </p:txBody>
        </p:sp>
        <p:sp>
          <p:nvSpPr>
            <p:cNvPr id="393" name="SCHEM_text-0391"/>
            <p:cNvSpPr txBox="1"/>
            <p:nvPr/>
          </p:nvSpPr>
          <p:spPr>
            <a:xfrm>
              <a:off x="10072800" y="2980800"/>
              <a:ext cx="1368000" cy="502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Interfacial</a:t>
              </a:r>
              <a:endParaRPr lang="en-US" sz="1361"/>
            </a:p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dissolution</a:t>
              </a:r>
              <a:endParaRPr lang="en-US" sz="1361"/>
            </a:p>
          </p:txBody>
        </p:sp>
        <p:cxnSp>
          <p:nvCxnSpPr>
            <p:cNvPr id="394" name="SCHEM_line-0392"/>
            <p:cNvCxnSpPr/>
            <p:nvPr/>
          </p:nvCxnSpPr>
          <p:spPr>
            <a:xfrm flipH="1">
              <a:off x="9856800" y="3283200"/>
              <a:ext cx="158400" cy="2664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395" name="SCHEM_ellipse-0393"/>
            <p:cNvSpPr/>
            <p:nvPr/>
          </p:nvSpPr>
          <p:spPr>
            <a:xfrm>
              <a:off x="9835200" y="3528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396" name="SCHEM_text-0394"/>
            <p:cNvSpPr txBox="1"/>
            <p:nvPr/>
          </p:nvSpPr>
          <p:spPr>
            <a:xfrm>
              <a:off x="8676000" y="3830400"/>
              <a:ext cx="16560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Back diffusion</a:t>
              </a:r>
              <a:endParaRPr lang="en-US" sz="1304"/>
            </a:p>
          </p:txBody>
        </p:sp>
        <p:sp>
          <p:nvSpPr>
            <p:cNvPr id="397" name="SCHEM_text-0395"/>
            <p:cNvSpPr txBox="1"/>
            <p:nvPr/>
          </p:nvSpPr>
          <p:spPr>
            <a:xfrm>
              <a:off x="10497600" y="3852000"/>
              <a:ext cx="10152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Gravity-driven</a:t>
              </a:r>
              <a:endParaRPr lang="en-US" sz="1191"/>
            </a:p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peeling</a:t>
              </a:r>
              <a:endParaRPr lang="en-US" sz="1191"/>
            </a:p>
          </p:txBody>
        </p:sp>
        <p:sp>
          <p:nvSpPr>
            <p:cNvPr id="398" name="SCHEM_text-0396"/>
            <p:cNvSpPr txBox="1"/>
            <p:nvPr/>
          </p:nvSpPr>
          <p:spPr>
            <a:xfrm>
              <a:off x="10512000" y="4435200"/>
              <a:ext cx="9936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Collected salt</a:t>
              </a:r>
              <a:endParaRPr lang="en-US" sz="1191"/>
            </a:p>
          </p:txBody>
        </p:sp>
        <p:sp>
          <p:nvSpPr>
            <p:cNvPr id="399" name="SCHEM_text-0397"/>
            <p:cNvSpPr txBox="1"/>
            <p:nvPr/>
          </p:nvSpPr>
          <p:spPr>
            <a:xfrm>
              <a:off x="4672800" y="4658400"/>
              <a:ext cx="3600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Edge design comparison</a:t>
              </a:r>
              <a:endParaRPr lang="en-US" sz="1531"/>
            </a:p>
          </p:txBody>
        </p:sp>
        <p:sp>
          <p:nvSpPr>
            <p:cNvPr id="400" name="SCHEM_text-0398"/>
            <p:cNvSpPr txBox="1"/>
            <p:nvPr/>
          </p:nvSpPr>
          <p:spPr>
            <a:xfrm>
              <a:off x="4672800" y="4982400"/>
              <a:ext cx="1872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Non-spike edge</a:t>
              </a:r>
              <a:endParaRPr lang="en-US" sz="1361"/>
            </a:p>
          </p:txBody>
        </p:sp>
        <p:sp>
          <p:nvSpPr>
            <p:cNvPr id="401" name="SCHEM_text-0399"/>
            <p:cNvSpPr txBox="1"/>
            <p:nvPr/>
          </p:nvSpPr>
          <p:spPr>
            <a:xfrm>
              <a:off x="6228000" y="4982400"/>
              <a:ext cx="2016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Extended warp wires</a:t>
              </a:r>
              <a:endParaRPr lang="en-US" sz="1361"/>
            </a:p>
          </p:txBody>
        </p:sp>
        <p:grpSp>
          <p:nvGrpSpPr>
            <p:cNvPr id="402" name="SCHEM_edge-comparison"/>
            <p:cNvGrpSpPr/>
            <p:nvPr/>
          </p:nvGrpSpPr>
          <p:grpSpPr>
            <a:xfrm>
              <a:off x="4680000" y="5292510"/>
              <a:ext cx="3096000" cy="618690"/>
              <a:chOff x="4680000" y="5292510"/>
              <a:chExt cx="3096000" cy="618690"/>
            </a:xfrm>
          </p:grpSpPr>
          <p:sp>
            <p:nvSpPr>
              <p:cNvPr id="403" name="SCHEM_path-0401"/>
              <p:cNvSpPr/>
              <p:nvPr/>
            </p:nvSpPr>
            <p:spPr>
              <a:xfrm>
                <a:off x="4680000" y="5601600"/>
                <a:ext cx="1296000" cy="309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309600">
                    <a:moveTo>
                      <a:pt x="0" y="0"/>
                    </a:moveTo>
                    <a:lnTo>
                      <a:pt x="1144800" y="72000"/>
                    </a:lnTo>
                    <a:cubicBezTo>
                      <a:pt x="1296000" y="86400"/>
                      <a:pt x="1274400" y="309600"/>
                      <a:pt x="1144800" y="309600"/>
                    </a:cubicBezTo>
                    <a:lnTo>
                      <a:pt x="0" y="237600"/>
                    </a:lnTo>
                    <a:close/>
                  </a:path>
                </a:pathLst>
              </a:custGeom>
              <a:solidFill>
                <a:srgbClr val="DDE1C5"/>
              </a:solidFill>
              <a:ln w="1296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404" name="SCHEM_line-0402"/>
              <p:cNvCxnSpPr/>
              <p:nvPr/>
            </p:nvCxnSpPr>
            <p:spPr>
              <a:xfrm>
                <a:off x="46800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05" name="SCHEM_line-0403"/>
              <p:cNvCxnSpPr/>
              <p:nvPr/>
            </p:nvCxnSpPr>
            <p:spPr>
              <a:xfrm>
                <a:off x="46800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06" name="SCHEM_line-0404"/>
              <p:cNvCxnSpPr/>
              <p:nvPr/>
            </p:nvCxnSpPr>
            <p:spPr>
              <a:xfrm flipV="1">
                <a:off x="46800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07" name="SCHEM_line-0405"/>
              <p:cNvCxnSpPr/>
              <p:nvPr/>
            </p:nvCxnSpPr>
            <p:spPr>
              <a:xfrm flipV="1">
                <a:off x="46800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08" name="SCHEM_line-0406"/>
              <p:cNvCxnSpPr/>
              <p:nvPr/>
            </p:nvCxnSpPr>
            <p:spPr>
              <a:xfrm>
                <a:off x="48312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09" name="SCHEM_line-0407"/>
              <p:cNvCxnSpPr/>
              <p:nvPr/>
            </p:nvCxnSpPr>
            <p:spPr>
              <a:xfrm>
                <a:off x="48312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10" name="SCHEM_line-0408"/>
              <p:cNvCxnSpPr/>
              <p:nvPr/>
            </p:nvCxnSpPr>
            <p:spPr>
              <a:xfrm flipV="1">
                <a:off x="48312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11" name="SCHEM_line-0409"/>
              <p:cNvCxnSpPr/>
              <p:nvPr/>
            </p:nvCxnSpPr>
            <p:spPr>
              <a:xfrm flipV="1">
                <a:off x="48312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12" name="SCHEM_line-0410"/>
              <p:cNvCxnSpPr/>
              <p:nvPr/>
            </p:nvCxnSpPr>
            <p:spPr>
              <a:xfrm>
                <a:off x="49824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13" name="SCHEM_line-0411"/>
              <p:cNvCxnSpPr/>
              <p:nvPr/>
            </p:nvCxnSpPr>
            <p:spPr>
              <a:xfrm>
                <a:off x="49824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14" name="SCHEM_line-0412"/>
              <p:cNvCxnSpPr/>
              <p:nvPr/>
            </p:nvCxnSpPr>
            <p:spPr>
              <a:xfrm flipV="1">
                <a:off x="49824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15" name="SCHEM_line-0413"/>
              <p:cNvCxnSpPr/>
              <p:nvPr/>
            </p:nvCxnSpPr>
            <p:spPr>
              <a:xfrm flipV="1">
                <a:off x="49824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16" name="SCHEM_line-0414"/>
              <p:cNvCxnSpPr/>
              <p:nvPr/>
            </p:nvCxnSpPr>
            <p:spPr>
              <a:xfrm>
                <a:off x="51336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17" name="SCHEM_line-0415"/>
              <p:cNvCxnSpPr/>
              <p:nvPr/>
            </p:nvCxnSpPr>
            <p:spPr>
              <a:xfrm>
                <a:off x="51336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18" name="SCHEM_line-0416"/>
              <p:cNvCxnSpPr/>
              <p:nvPr/>
            </p:nvCxnSpPr>
            <p:spPr>
              <a:xfrm flipV="1">
                <a:off x="51336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19" name="SCHEM_line-0417"/>
              <p:cNvCxnSpPr/>
              <p:nvPr/>
            </p:nvCxnSpPr>
            <p:spPr>
              <a:xfrm flipV="1">
                <a:off x="51336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20" name="SCHEM_line-0418"/>
              <p:cNvCxnSpPr/>
              <p:nvPr/>
            </p:nvCxnSpPr>
            <p:spPr>
              <a:xfrm>
                <a:off x="52848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21" name="SCHEM_line-0419"/>
              <p:cNvCxnSpPr/>
              <p:nvPr/>
            </p:nvCxnSpPr>
            <p:spPr>
              <a:xfrm>
                <a:off x="52848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22" name="SCHEM_line-0420"/>
              <p:cNvCxnSpPr/>
              <p:nvPr/>
            </p:nvCxnSpPr>
            <p:spPr>
              <a:xfrm flipV="1">
                <a:off x="52848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23" name="SCHEM_line-0421"/>
              <p:cNvCxnSpPr/>
              <p:nvPr/>
            </p:nvCxnSpPr>
            <p:spPr>
              <a:xfrm flipV="1">
                <a:off x="52848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24" name="SCHEM_line-0422"/>
              <p:cNvCxnSpPr/>
              <p:nvPr/>
            </p:nvCxnSpPr>
            <p:spPr>
              <a:xfrm>
                <a:off x="54360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25" name="SCHEM_line-0423"/>
              <p:cNvCxnSpPr/>
              <p:nvPr/>
            </p:nvCxnSpPr>
            <p:spPr>
              <a:xfrm>
                <a:off x="54360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26" name="SCHEM_line-0424"/>
              <p:cNvCxnSpPr/>
              <p:nvPr/>
            </p:nvCxnSpPr>
            <p:spPr>
              <a:xfrm flipV="1">
                <a:off x="54360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27" name="SCHEM_line-0425"/>
              <p:cNvCxnSpPr/>
              <p:nvPr/>
            </p:nvCxnSpPr>
            <p:spPr>
              <a:xfrm flipV="1">
                <a:off x="54360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28" name="SCHEM_line-0426"/>
              <p:cNvCxnSpPr/>
              <p:nvPr/>
            </p:nvCxnSpPr>
            <p:spPr>
              <a:xfrm>
                <a:off x="55872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29" name="SCHEM_line-0427"/>
              <p:cNvCxnSpPr/>
              <p:nvPr/>
            </p:nvCxnSpPr>
            <p:spPr>
              <a:xfrm>
                <a:off x="55872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30" name="SCHEM_line-0428"/>
              <p:cNvCxnSpPr/>
              <p:nvPr/>
            </p:nvCxnSpPr>
            <p:spPr>
              <a:xfrm flipV="1">
                <a:off x="55872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31" name="SCHEM_line-0429"/>
              <p:cNvCxnSpPr/>
              <p:nvPr/>
            </p:nvCxnSpPr>
            <p:spPr>
              <a:xfrm flipV="1">
                <a:off x="55872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32" name="SCHEM_line-0430"/>
              <p:cNvCxnSpPr/>
              <p:nvPr/>
            </p:nvCxnSpPr>
            <p:spPr>
              <a:xfrm>
                <a:off x="57384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33" name="SCHEM_line-0431"/>
              <p:cNvCxnSpPr/>
              <p:nvPr/>
            </p:nvCxnSpPr>
            <p:spPr>
              <a:xfrm>
                <a:off x="57384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34" name="SCHEM_line-0432"/>
              <p:cNvCxnSpPr/>
              <p:nvPr/>
            </p:nvCxnSpPr>
            <p:spPr>
              <a:xfrm flipV="1">
                <a:off x="57384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35" name="SCHEM_line-0433"/>
              <p:cNvCxnSpPr/>
              <p:nvPr/>
            </p:nvCxnSpPr>
            <p:spPr>
              <a:xfrm flipV="1">
                <a:off x="57384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sp>
            <p:nvSpPr>
              <p:cNvPr id="436" name="SCHEM_path-0434"/>
              <p:cNvSpPr/>
              <p:nvPr/>
            </p:nvSpPr>
            <p:spPr>
              <a:xfrm>
                <a:off x="6292800" y="5601600"/>
                <a:ext cx="1468800" cy="309600"/>
              </a:xfrm>
              <a:custGeom>
                <a:avLst/>
                <a:gdLst/>
                <a:ahLst/>
                <a:cxnLst/>
                <a:rect l="0" t="0" r="r" b="b"/>
                <a:pathLst>
                  <a:path w="1468800" h="309600">
                    <a:moveTo>
                      <a:pt x="0" y="0"/>
                    </a:moveTo>
                    <a:lnTo>
                      <a:pt x="1317600" y="72000"/>
                    </a:lnTo>
                    <a:cubicBezTo>
                      <a:pt x="1468800" y="86400"/>
                      <a:pt x="1447200" y="309600"/>
                      <a:pt x="1317600" y="309600"/>
                    </a:cubicBezTo>
                    <a:lnTo>
                      <a:pt x="0" y="237600"/>
                    </a:lnTo>
                    <a:close/>
                  </a:path>
                </a:pathLst>
              </a:custGeom>
              <a:solidFill>
                <a:srgbClr val="DDE1C5"/>
              </a:solidFill>
              <a:ln w="1296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437" name="SCHEM_line-0435"/>
              <p:cNvCxnSpPr/>
              <p:nvPr/>
            </p:nvCxnSpPr>
            <p:spPr>
              <a:xfrm>
                <a:off x="62928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38" name="SCHEM_line-0436"/>
              <p:cNvCxnSpPr/>
              <p:nvPr/>
            </p:nvCxnSpPr>
            <p:spPr>
              <a:xfrm>
                <a:off x="62928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39" name="SCHEM_line-0437"/>
              <p:cNvCxnSpPr/>
              <p:nvPr/>
            </p:nvCxnSpPr>
            <p:spPr>
              <a:xfrm flipV="1">
                <a:off x="62928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40" name="SCHEM_line-0438"/>
              <p:cNvCxnSpPr/>
              <p:nvPr/>
            </p:nvCxnSpPr>
            <p:spPr>
              <a:xfrm flipV="1">
                <a:off x="62928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41" name="SCHEM_line-0439"/>
              <p:cNvCxnSpPr/>
              <p:nvPr/>
            </p:nvCxnSpPr>
            <p:spPr>
              <a:xfrm>
                <a:off x="64440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42" name="SCHEM_line-0440"/>
              <p:cNvCxnSpPr/>
              <p:nvPr/>
            </p:nvCxnSpPr>
            <p:spPr>
              <a:xfrm>
                <a:off x="64440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43" name="SCHEM_line-0441"/>
              <p:cNvCxnSpPr/>
              <p:nvPr/>
            </p:nvCxnSpPr>
            <p:spPr>
              <a:xfrm flipV="1">
                <a:off x="64440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44" name="SCHEM_line-0442"/>
              <p:cNvCxnSpPr/>
              <p:nvPr/>
            </p:nvCxnSpPr>
            <p:spPr>
              <a:xfrm flipV="1">
                <a:off x="64440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45" name="SCHEM_line-0443"/>
              <p:cNvCxnSpPr/>
              <p:nvPr/>
            </p:nvCxnSpPr>
            <p:spPr>
              <a:xfrm>
                <a:off x="65952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46" name="SCHEM_line-0444"/>
              <p:cNvCxnSpPr/>
              <p:nvPr/>
            </p:nvCxnSpPr>
            <p:spPr>
              <a:xfrm>
                <a:off x="65952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47" name="SCHEM_line-0445"/>
              <p:cNvCxnSpPr/>
              <p:nvPr/>
            </p:nvCxnSpPr>
            <p:spPr>
              <a:xfrm flipV="1">
                <a:off x="65952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48" name="SCHEM_line-0446"/>
              <p:cNvCxnSpPr/>
              <p:nvPr/>
            </p:nvCxnSpPr>
            <p:spPr>
              <a:xfrm flipV="1">
                <a:off x="65952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49" name="SCHEM_line-0447"/>
              <p:cNvCxnSpPr/>
              <p:nvPr/>
            </p:nvCxnSpPr>
            <p:spPr>
              <a:xfrm>
                <a:off x="67464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50" name="SCHEM_line-0448"/>
              <p:cNvCxnSpPr/>
              <p:nvPr/>
            </p:nvCxnSpPr>
            <p:spPr>
              <a:xfrm>
                <a:off x="67464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51" name="SCHEM_line-0449"/>
              <p:cNvCxnSpPr/>
              <p:nvPr/>
            </p:nvCxnSpPr>
            <p:spPr>
              <a:xfrm flipV="1">
                <a:off x="67464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52" name="SCHEM_line-0450"/>
              <p:cNvCxnSpPr/>
              <p:nvPr/>
            </p:nvCxnSpPr>
            <p:spPr>
              <a:xfrm flipV="1">
                <a:off x="67464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53" name="SCHEM_line-0451"/>
              <p:cNvCxnSpPr/>
              <p:nvPr/>
            </p:nvCxnSpPr>
            <p:spPr>
              <a:xfrm>
                <a:off x="68976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54" name="SCHEM_line-0452"/>
              <p:cNvCxnSpPr/>
              <p:nvPr/>
            </p:nvCxnSpPr>
            <p:spPr>
              <a:xfrm>
                <a:off x="68976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55" name="SCHEM_line-0453"/>
              <p:cNvCxnSpPr/>
              <p:nvPr/>
            </p:nvCxnSpPr>
            <p:spPr>
              <a:xfrm flipV="1">
                <a:off x="68976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56" name="SCHEM_line-0454"/>
              <p:cNvCxnSpPr/>
              <p:nvPr/>
            </p:nvCxnSpPr>
            <p:spPr>
              <a:xfrm flipV="1">
                <a:off x="68976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57" name="SCHEM_line-0455"/>
              <p:cNvCxnSpPr/>
              <p:nvPr/>
            </p:nvCxnSpPr>
            <p:spPr>
              <a:xfrm>
                <a:off x="70488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58" name="SCHEM_line-0456"/>
              <p:cNvCxnSpPr/>
              <p:nvPr/>
            </p:nvCxnSpPr>
            <p:spPr>
              <a:xfrm>
                <a:off x="70488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59" name="SCHEM_line-0457"/>
              <p:cNvCxnSpPr/>
              <p:nvPr/>
            </p:nvCxnSpPr>
            <p:spPr>
              <a:xfrm flipV="1">
                <a:off x="70488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60" name="SCHEM_line-0458"/>
              <p:cNvCxnSpPr/>
              <p:nvPr/>
            </p:nvCxnSpPr>
            <p:spPr>
              <a:xfrm flipV="1">
                <a:off x="70488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61" name="SCHEM_line-0459"/>
              <p:cNvCxnSpPr/>
              <p:nvPr/>
            </p:nvCxnSpPr>
            <p:spPr>
              <a:xfrm>
                <a:off x="72000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62" name="SCHEM_line-0460"/>
              <p:cNvCxnSpPr/>
              <p:nvPr/>
            </p:nvCxnSpPr>
            <p:spPr>
              <a:xfrm>
                <a:off x="72000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63" name="SCHEM_line-0461"/>
              <p:cNvCxnSpPr/>
              <p:nvPr/>
            </p:nvCxnSpPr>
            <p:spPr>
              <a:xfrm flipV="1">
                <a:off x="72000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64" name="SCHEM_line-0462"/>
              <p:cNvCxnSpPr/>
              <p:nvPr/>
            </p:nvCxnSpPr>
            <p:spPr>
              <a:xfrm flipV="1">
                <a:off x="72000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65" name="SCHEM_line-0463"/>
              <p:cNvCxnSpPr/>
              <p:nvPr/>
            </p:nvCxnSpPr>
            <p:spPr>
              <a:xfrm>
                <a:off x="73512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66" name="SCHEM_line-0464"/>
              <p:cNvCxnSpPr/>
              <p:nvPr/>
            </p:nvCxnSpPr>
            <p:spPr>
              <a:xfrm>
                <a:off x="73512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67" name="SCHEM_line-0465"/>
              <p:cNvCxnSpPr/>
              <p:nvPr/>
            </p:nvCxnSpPr>
            <p:spPr>
              <a:xfrm flipV="1">
                <a:off x="73512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68" name="SCHEM_line-0466"/>
              <p:cNvCxnSpPr/>
              <p:nvPr/>
            </p:nvCxnSpPr>
            <p:spPr>
              <a:xfrm flipV="1">
                <a:off x="73512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69" name="SCHEM_line-0467"/>
              <p:cNvCxnSpPr/>
              <p:nvPr/>
            </p:nvCxnSpPr>
            <p:spPr>
              <a:xfrm>
                <a:off x="75024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70" name="SCHEM_line-0468"/>
              <p:cNvCxnSpPr/>
              <p:nvPr/>
            </p:nvCxnSpPr>
            <p:spPr>
              <a:xfrm>
                <a:off x="75024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71" name="SCHEM_line-0469"/>
              <p:cNvCxnSpPr/>
              <p:nvPr/>
            </p:nvCxnSpPr>
            <p:spPr>
              <a:xfrm flipV="1">
                <a:off x="75024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72" name="SCHEM_line-0470"/>
              <p:cNvCxnSpPr/>
              <p:nvPr/>
            </p:nvCxnSpPr>
            <p:spPr>
              <a:xfrm flipV="1">
                <a:off x="75024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sp>
            <p:nvSpPr>
              <p:cNvPr id="473" name="SCHEM_polygon-0471"/>
              <p:cNvSpPr/>
              <p:nvPr/>
            </p:nvSpPr>
            <p:spPr>
              <a:xfrm>
                <a:off x="4935038" y="5486247"/>
                <a:ext cx="185905" cy="165705"/>
              </a:xfrm>
              <a:custGeom>
                <a:avLst/>
                <a:gdLst/>
                <a:ahLst/>
                <a:cxnLst/>
                <a:rect l="0" t="0" r="r" b="b"/>
                <a:pathLst>
                  <a:path w="185905" h="165705">
                    <a:moveTo>
                      <a:pt x="185905" y="79353"/>
                    </a:moveTo>
                    <a:lnTo>
                      <a:pt x="133217" y="165705"/>
                    </a:lnTo>
                    <a:lnTo>
                      <a:pt x="39033" y="156133"/>
                    </a:lnTo>
                    <a:lnTo>
                      <a:pt x="0" y="79353"/>
                    </a:lnTo>
                    <a:lnTo>
                      <a:pt x="37547" y="0"/>
                    </a:lnTo>
                    <a:lnTo>
                      <a:pt x="127435" y="3017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474" name="SCHEM_line-0472"/>
              <p:cNvCxnSpPr/>
              <p:nvPr/>
            </p:nvCxnSpPr>
            <p:spPr>
              <a:xfrm>
                <a:off x="4999680" y="5495400"/>
                <a:ext cx="46800" cy="13572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475" name="SCHEM_polygon-0473"/>
              <p:cNvSpPr/>
              <p:nvPr/>
            </p:nvSpPr>
            <p:spPr>
              <a:xfrm>
                <a:off x="5129564" y="5486696"/>
                <a:ext cx="162518" cy="167794"/>
              </a:xfrm>
              <a:custGeom>
                <a:avLst/>
                <a:gdLst/>
                <a:ahLst/>
                <a:cxnLst/>
                <a:rect l="0" t="0" r="r" b="b"/>
                <a:pathLst>
                  <a:path w="162518" h="167794">
                    <a:moveTo>
                      <a:pt x="162518" y="78904"/>
                    </a:moveTo>
                    <a:lnTo>
                      <a:pt x="134557" y="167794"/>
                    </a:lnTo>
                    <a:lnTo>
                      <a:pt x="33285" y="165421"/>
                    </a:lnTo>
                    <a:lnTo>
                      <a:pt x="0" y="78904"/>
                    </a:lnTo>
                    <a:lnTo>
                      <a:pt x="37681" y="0"/>
                    </a:lnTo>
                    <a:lnTo>
                      <a:pt x="128039" y="1303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476" name="SCHEM_line-0474"/>
              <p:cNvCxnSpPr/>
              <p:nvPr/>
            </p:nvCxnSpPr>
            <p:spPr>
              <a:xfrm>
                <a:off x="5194080" y="5495400"/>
                <a:ext cx="46800" cy="13572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477" name="SCHEM_polygon-0475"/>
              <p:cNvSpPr/>
              <p:nvPr/>
            </p:nvSpPr>
            <p:spPr>
              <a:xfrm>
                <a:off x="5329540" y="5477048"/>
                <a:ext cx="183860" cy="180291"/>
              </a:xfrm>
              <a:custGeom>
                <a:avLst/>
                <a:gdLst/>
                <a:ahLst/>
                <a:cxnLst/>
                <a:rect l="0" t="0" r="r" b="b"/>
                <a:pathLst>
                  <a:path w="183860" h="180291">
                    <a:moveTo>
                      <a:pt x="183860" y="88552"/>
                    </a:moveTo>
                    <a:lnTo>
                      <a:pt x="130626" y="180291"/>
                    </a:lnTo>
                    <a:lnTo>
                      <a:pt x="39294" y="155004"/>
                    </a:lnTo>
                    <a:lnTo>
                      <a:pt x="0" y="88552"/>
                    </a:lnTo>
                    <a:lnTo>
                      <a:pt x="26535" y="0"/>
                    </a:lnTo>
                    <a:lnTo>
                      <a:pt x="127156" y="2824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478" name="SCHEM_line-0476"/>
              <p:cNvCxnSpPr/>
              <p:nvPr/>
            </p:nvCxnSpPr>
            <p:spPr>
              <a:xfrm>
                <a:off x="5388480" y="5495400"/>
                <a:ext cx="46800" cy="13572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479" name="SCHEM_polygon-0477"/>
              <p:cNvSpPr/>
              <p:nvPr/>
            </p:nvSpPr>
            <p:spPr>
              <a:xfrm>
                <a:off x="5506936" y="5483000"/>
                <a:ext cx="177340" cy="162889"/>
              </a:xfrm>
              <a:custGeom>
                <a:avLst/>
                <a:gdLst/>
                <a:ahLst/>
                <a:cxnLst/>
                <a:rect l="0" t="0" r="r" b="b"/>
                <a:pathLst>
                  <a:path w="177340" h="162889">
                    <a:moveTo>
                      <a:pt x="177340" y="82600"/>
                    </a:moveTo>
                    <a:lnTo>
                      <a:pt x="141019" y="162889"/>
                    </a:lnTo>
                    <a:lnTo>
                      <a:pt x="51165" y="157944"/>
                    </a:lnTo>
                    <a:lnTo>
                      <a:pt x="0" y="82600"/>
                    </a:lnTo>
                    <a:lnTo>
                      <a:pt x="46975" y="0"/>
                    </a:lnTo>
                    <a:lnTo>
                      <a:pt x="133178" y="15893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480" name="SCHEM_line-0478"/>
              <p:cNvCxnSpPr/>
              <p:nvPr/>
            </p:nvCxnSpPr>
            <p:spPr>
              <a:xfrm>
                <a:off x="5582880" y="5495400"/>
                <a:ext cx="46800" cy="13572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481" name="SCHEM_polygon-0479"/>
              <p:cNvSpPr/>
              <p:nvPr/>
            </p:nvSpPr>
            <p:spPr>
              <a:xfrm>
                <a:off x="5716043" y="5489358"/>
                <a:ext cx="162570" cy="152326"/>
              </a:xfrm>
              <a:custGeom>
                <a:avLst/>
                <a:gdLst/>
                <a:ahLst/>
                <a:cxnLst/>
                <a:rect l="0" t="0" r="r" b="b"/>
                <a:pathLst>
                  <a:path w="162570" h="152326">
                    <a:moveTo>
                      <a:pt x="162570" y="76242"/>
                    </a:moveTo>
                    <a:lnTo>
                      <a:pt x="119087" y="144016"/>
                    </a:lnTo>
                    <a:lnTo>
                      <a:pt x="36029" y="152326"/>
                    </a:lnTo>
                    <a:lnTo>
                      <a:pt x="0" y="76242"/>
                    </a:lnTo>
                    <a:lnTo>
                      <a:pt x="41427" y="9506"/>
                    </a:lnTo>
                    <a:lnTo>
                      <a:pt x="123975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482" name="SCHEM_line-0480"/>
              <p:cNvCxnSpPr/>
              <p:nvPr/>
            </p:nvCxnSpPr>
            <p:spPr>
              <a:xfrm>
                <a:off x="5777280" y="5495400"/>
                <a:ext cx="46800" cy="13572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483" name="SCHEM_polygon-0481"/>
              <p:cNvSpPr/>
              <p:nvPr/>
            </p:nvSpPr>
            <p:spPr>
              <a:xfrm>
                <a:off x="6843723" y="5292510"/>
                <a:ext cx="210288" cy="211388"/>
              </a:xfrm>
              <a:custGeom>
                <a:avLst/>
                <a:gdLst/>
                <a:ahLst/>
                <a:cxnLst/>
                <a:rect l="0" t="0" r="r" b="b"/>
                <a:pathLst>
                  <a:path w="210288" h="211388">
                    <a:moveTo>
                      <a:pt x="210288" y="107490"/>
                    </a:moveTo>
                    <a:lnTo>
                      <a:pt x="171463" y="211388"/>
                    </a:lnTo>
                    <a:lnTo>
                      <a:pt x="52596" y="209476"/>
                    </a:lnTo>
                    <a:lnTo>
                      <a:pt x="0" y="107490"/>
                    </a:lnTo>
                    <a:lnTo>
                      <a:pt x="61042" y="20134"/>
                    </a:lnTo>
                    <a:lnTo>
                      <a:pt x="173537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484" name="SCHEM_line-0482"/>
              <p:cNvCxnSpPr/>
              <p:nvPr/>
            </p:nvCxnSpPr>
            <p:spPr>
              <a:xfrm>
                <a:off x="6932160" y="53136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485" name="SCHEM_polygon-0483"/>
              <p:cNvSpPr/>
              <p:nvPr/>
            </p:nvSpPr>
            <p:spPr>
              <a:xfrm>
                <a:off x="7031575" y="5313753"/>
                <a:ext cx="263220" cy="170961"/>
              </a:xfrm>
              <a:custGeom>
                <a:avLst/>
                <a:gdLst/>
                <a:ahLst/>
                <a:cxnLst/>
                <a:rect l="0" t="0" r="r" b="b"/>
                <a:pathLst>
                  <a:path w="263220" h="170961">
                    <a:moveTo>
                      <a:pt x="263220" y="86247"/>
                    </a:moveTo>
                    <a:lnTo>
                      <a:pt x="181335" y="170961"/>
                    </a:lnTo>
                    <a:lnTo>
                      <a:pt x="85869" y="166884"/>
                    </a:lnTo>
                    <a:lnTo>
                      <a:pt x="0" y="86247"/>
                    </a:lnTo>
                    <a:lnTo>
                      <a:pt x="82630" y="0"/>
                    </a:lnTo>
                    <a:lnTo>
                      <a:pt x="180936" y="2223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486" name="SCHEM_line-0484"/>
              <p:cNvCxnSpPr/>
              <p:nvPr/>
            </p:nvCxnSpPr>
            <p:spPr>
              <a:xfrm>
                <a:off x="7140960" y="53136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487" name="SCHEM_polygon-0485"/>
              <p:cNvSpPr/>
              <p:nvPr/>
            </p:nvSpPr>
            <p:spPr>
              <a:xfrm>
                <a:off x="7277271" y="5299515"/>
                <a:ext cx="224979" cy="213422"/>
              </a:xfrm>
              <a:custGeom>
                <a:avLst/>
                <a:gdLst/>
                <a:ahLst/>
                <a:cxnLst/>
                <a:rect l="0" t="0" r="r" b="b"/>
                <a:pathLst>
                  <a:path w="224979" h="213422">
                    <a:moveTo>
                      <a:pt x="224979" y="100485"/>
                    </a:moveTo>
                    <a:lnTo>
                      <a:pt x="160733" y="213422"/>
                    </a:lnTo>
                    <a:lnTo>
                      <a:pt x="31457" y="211460"/>
                    </a:lnTo>
                    <a:lnTo>
                      <a:pt x="0" y="100485"/>
                    </a:lnTo>
                    <a:lnTo>
                      <a:pt x="37513" y="0"/>
                    </a:lnTo>
                    <a:lnTo>
                      <a:pt x="150152" y="5876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488" name="SCHEM_line-0486"/>
              <p:cNvCxnSpPr/>
              <p:nvPr/>
            </p:nvCxnSpPr>
            <p:spPr>
              <a:xfrm>
                <a:off x="7349760" y="53136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489" name="SCHEM_polygon-0487"/>
              <p:cNvSpPr/>
              <p:nvPr/>
            </p:nvSpPr>
            <p:spPr>
              <a:xfrm>
                <a:off x="6822789" y="5440761"/>
                <a:ext cx="253292" cy="212376"/>
              </a:xfrm>
              <a:custGeom>
                <a:avLst/>
                <a:gdLst/>
                <a:ahLst/>
                <a:cxnLst/>
                <a:rect l="0" t="0" r="r" b="b"/>
                <a:pathLst>
                  <a:path w="253292" h="212376">
                    <a:moveTo>
                      <a:pt x="253292" y="103239"/>
                    </a:moveTo>
                    <a:lnTo>
                      <a:pt x="195421" y="212376"/>
                    </a:lnTo>
                    <a:lnTo>
                      <a:pt x="82650" y="189428"/>
                    </a:lnTo>
                    <a:lnTo>
                      <a:pt x="0" y="103239"/>
                    </a:lnTo>
                    <a:lnTo>
                      <a:pt x="82418" y="16649"/>
                    </a:lnTo>
                    <a:lnTo>
                      <a:pt x="192016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490" name="SCHEM_line-0488"/>
              <p:cNvCxnSpPr/>
              <p:nvPr/>
            </p:nvCxnSpPr>
            <p:spPr>
              <a:xfrm>
                <a:off x="6932160" y="54576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491" name="SCHEM_polygon-0489"/>
              <p:cNvSpPr/>
              <p:nvPr/>
            </p:nvSpPr>
            <p:spPr>
              <a:xfrm>
                <a:off x="7063210" y="5433749"/>
                <a:ext cx="208149" cy="222426"/>
              </a:xfrm>
              <a:custGeom>
                <a:avLst/>
                <a:gdLst/>
                <a:ahLst/>
                <a:cxnLst/>
                <a:rect l="0" t="0" r="r" b="b"/>
                <a:pathLst>
                  <a:path w="208149" h="222426">
                    <a:moveTo>
                      <a:pt x="208149" y="110251"/>
                    </a:moveTo>
                    <a:lnTo>
                      <a:pt x="165554" y="222426"/>
                    </a:lnTo>
                    <a:lnTo>
                      <a:pt x="37706" y="219516"/>
                    </a:lnTo>
                    <a:lnTo>
                      <a:pt x="0" y="110251"/>
                    </a:lnTo>
                    <a:lnTo>
                      <a:pt x="37137" y="0"/>
                    </a:lnTo>
                    <a:lnTo>
                      <a:pt x="159701" y="8214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492" name="SCHEM_line-0490"/>
              <p:cNvCxnSpPr/>
              <p:nvPr/>
            </p:nvCxnSpPr>
            <p:spPr>
              <a:xfrm>
                <a:off x="7140960" y="54576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493" name="SCHEM_polygon-0491"/>
              <p:cNvSpPr/>
              <p:nvPr/>
            </p:nvSpPr>
            <p:spPr>
              <a:xfrm>
                <a:off x="7256417" y="5437079"/>
                <a:ext cx="238673" cy="193898"/>
              </a:xfrm>
              <a:custGeom>
                <a:avLst/>
                <a:gdLst/>
                <a:ahLst/>
                <a:cxnLst/>
                <a:rect l="0" t="0" r="r" b="b"/>
                <a:pathLst>
                  <a:path w="238673" h="193898">
                    <a:moveTo>
                      <a:pt x="238673" y="106921"/>
                    </a:moveTo>
                    <a:lnTo>
                      <a:pt x="166550" y="193814"/>
                    </a:lnTo>
                    <a:lnTo>
                      <a:pt x="66167" y="193898"/>
                    </a:lnTo>
                    <a:lnTo>
                      <a:pt x="0" y="106921"/>
                    </a:lnTo>
                    <a:lnTo>
                      <a:pt x="69158" y="25126"/>
                    </a:lnTo>
                    <a:lnTo>
                      <a:pt x="178113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494" name="SCHEM_line-0492"/>
              <p:cNvCxnSpPr/>
              <p:nvPr/>
            </p:nvCxnSpPr>
            <p:spPr>
              <a:xfrm>
                <a:off x="7349760" y="54576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495" name="SCHEM_path-0493"/>
              <p:cNvSpPr/>
              <p:nvPr/>
            </p:nvSpPr>
            <p:spPr>
              <a:xfrm>
                <a:off x="6444000" y="5443200"/>
                <a:ext cx="165600" cy="374400"/>
              </a:xfrm>
              <a:custGeom>
                <a:avLst/>
                <a:gdLst/>
                <a:ahLst/>
                <a:cxnLst/>
                <a:rect l="0" t="0" r="r" b="b"/>
                <a:pathLst>
                  <a:path w="165600" h="374400">
                    <a:moveTo>
                      <a:pt x="0" y="374400"/>
                    </a:moveTo>
                    <a:cubicBezTo>
                      <a:pt x="93600" y="252000"/>
                      <a:pt x="129600" y="115200"/>
                      <a:pt x="165600" y="0"/>
                    </a:cubicBezTo>
                  </a:path>
                </a:pathLst>
              </a:custGeom>
              <a:noFill/>
              <a:ln w="57600" cap="flat">
                <a:solidFill>
                  <a:srgbClr val="292929"/>
                </a:solidFill>
              </a:ln>
              <a:effectLst/>
            </p:spPr>
          </p:sp>
          <p:sp>
            <p:nvSpPr>
              <p:cNvPr id="496" name="SCHEM_path-0494"/>
              <p:cNvSpPr/>
              <p:nvPr/>
            </p:nvSpPr>
            <p:spPr>
              <a:xfrm>
                <a:off x="6444000" y="5443200"/>
                <a:ext cx="165600" cy="374400"/>
              </a:xfrm>
              <a:custGeom>
                <a:avLst/>
                <a:gdLst/>
                <a:ahLst/>
                <a:cxnLst/>
                <a:rect l="0" t="0" r="r" b="b"/>
                <a:pathLst>
                  <a:path w="165600" h="374400">
                    <a:moveTo>
                      <a:pt x="0" y="374400"/>
                    </a:moveTo>
                    <a:cubicBezTo>
                      <a:pt x="93600" y="252000"/>
                      <a:pt x="129600" y="115200"/>
                      <a:pt x="165600" y="0"/>
                    </a:cubicBezTo>
                  </a:path>
                </a:pathLst>
              </a:custGeom>
              <a:noFill/>
              <a:ln w="38880" cap="flat">
                <a:solidFill>
                  <a:srgbClr val="CAD6B5"/>
                </a:solidFill>
              </a:ln>
              <a:effectLst/>
            </p:spPr>
          </p:sp>
          <p:sp>
            <p:nvSpPr>
              <p:cNvPr id="497" name="SCHEM_path-0495"/>
              <p:cNvSpPr/>
              <p:nvPr/>
            </p:nvSpPr>
            <p:spPr>
              <a:xfrm>
                <a:off x="6760800" y="5443200"/>
                <a:ext cx="165600" cy="374400"/>
              </a:xfrm>
              <a:custGeom>
                <a:avLst/>
                <a:gdLst/>
                <a:ahLst/>
                <a:cxnLst/>
                <a:rect l="0" t="0" r="r" b="b"/>
                <a:pathLst>
                  <a:path w="165600" h="374400">
                    <a:moveTo>
                      <a:pt x="0" y="374400"/>
                    </a:moveTo>
                    <a:cubicBezTo>
                      <a:pt x="93600" y="252000"/>
                      <a:pt x="129600" y="115200"/>
                      <a:pt x="165600" y="0"/>
                    </a:cubicBezTo>
                  </a:path>
                </a:pathLst>
              </a:custGeom>
              <a:noFill/>
              <a:ln w="57600" cap="flat">
                <a:solidFill>
                  <a:srgbClr val="292929"/>
                </a:solidFill>
              </a:ln>
              <a:effectLst/>
            </p:spPr>
          </p:sp>
          <p:sp>
            <p:nvSpPr>
              <p:cNvPr id="498" name="SCHEM_path-0496"/>
              <p:cNvSpPr/>
              <p:nvPr/>
            </p:nvSpPr>
            <p:spPr>
              <a:xfrm>
                <a:off x="6760800" y="5443200"/>
                <a:ext cx="165600" cy="374400"/>
              </a:xfrm>
              <a:custGeom>
                <a:avLst/>
                <a:gdLst/>
                <a:ahLst/>
                <a:cxnLst/>
                <a:rect l="0" t="0" r="r" b="b"/>
                <a:pathLst>
                  <a:path w="165600" h="374400">
                    <a:moveTo>
                      <a:pt x="0" y="374400"/>
                    </a:moveTo>
                    <a:cubicBezTo>
                      <a:pt x="93600" y="252000"/>
                      <a:pt x="129600" y="115200"/>
                      <a:pt x="165600" y="0"/>
                    </a:cubicBezTo>
                  </a:path>
                </a:pathLst>
              </a:custGeom>
              <a:noFill/>
              <a:ln w="38880" cap="flat">
                <a:solidFill>
                  <a:srgbClr val="CAD6B5"/>
                </a:solidFill>
              </a:ln>
              <a:effectLst/>
            </p:spPr>
          </p:sp>
          <p:sp>
            <p:nvSpPr>
              <p:cNvPr id="499" name="SCHEM_path-0497"/>
              <p:cNvSpPr/>
              <p:nvPr/>
            </p:nvSpPr>
            <p:spPr>
              <a:xfrm>
                <a:off x="7106400" y="5443200"/>
                <a:ext cx="165600" cy="374400"/>
              </a:xfrm>
              <a:custGeom>
                <a:avLst/>
                <a:gdLst/>
                <a:ahLst/>
                <a:cxnLst/>
                <a:rect l="0" t="0" r="r" b="b"/>
                <a:pathLst>
                  <a:path w="165600" h="374400">
                    <a:moveTo>
                      <a:pt x="0" y="374400"/>
                    </a:moveTo>
                    <a:cubicBezTo>
                      <a:pt x="93600" y="252000"/>
                      <a:pt x="129600" y="115200"/>
                      <a:pt x="165600" y="0"/>
                    </a:cubicBezTo>
                  </a:path>
                </a:pathLst>
              </a:custGeom>
              <a:noFill/>
              <a:ln w="57600" cap="flat">
                <a:solidFill>
                  <a:srgbClr val="292929"/>
                </a:solidFill>
              </a:ln>
              <a:effectLst/>
            </p:spPr>
          </p:sp>
          <p:sp>
            <p:nvSpPr>
              <p:cNvPr id="500" name="SCHEM_path-0498"/>
              <p:cNvSpPr/>
              <p:nvPr/>
            </p:nvSpPr>
            <p:spPr>
              <a:xfrm>
                <a:off x="7106400" y="5443200"/>
                <a:ext cx="165600" cy="374400"/>
              </a:xfrm>
              <a:custGeom>
                <a:avLst/>
                <a:gdLst/>
                <a:ahLst/>
                <a:cxnLst/>
                <a:rect l="0" t="0" r="r" b="b"/>
                <a:pathLst>
                  <a:path w="165600" h="374400">
                    <a:moveTo>
                      <a:pt x="0" y="374400"/>
                    </a:moveTo>
                    <a:cubicBezTo>
                      <a:pt x="93600" y="252000"/>
                      <a:pt x="129600" y="115200"/>
                      <a:pt x="165600" y="0"/>
                    </a:cubicBezTo>
                  </a:path>
                </a:pathLst>
              </a:custGeom>
              <a:noFill/>
              <a:ln w="38880" cap="flat">
                <a:solidFill>
                  <a:srgbClr val="CAD6B5"/>
                </a:solidFill>
              </a:ln>
              <a:effectLst/>
            </p:spPr>
          </p:sp>
          <p:sp>
            <p:nvSpPr>
              <p:cNvPr id="501" name="SCHEM_path-0499"/>
              <p:cNvSpPr/>
              <p:nvPr/>
            </p:nvSpPr>
            <p:spPr>
              <a:xfrm>
                <a:off x="7524000" y="5443200"/>
                <a:ext cx="165600" cy="374400"/>
              </a:xfrm>
              <a:custGeom>
                <a:avLst/>
                <a:gdLst/>
                <a:ahLst/>
                <a:cxnLst/>
                <a:rect l="0" t="0" r="r" b="b"/>
                <a:pathLst>
                  <a:path w="165600" h="374400">
                    <a:moveTo>
                      <a:pt x="0" y="374400"/>
                    </a:moveTo>
                    <a:cubicBezTo>
                      <a:pt x="93600" y="252000"/>
                      <a:pt x="129600" y="115200"/>
                      <a:pt x="165600" y="0"/>
                    </a:cubicBezTo>
                  </a:path>
                </a:pathLst>
              </a:custGeom>
              <a:noFill/>
              <a:ln w="57600" cap="flat">
                <a:solidFill>
                  <a:srgbClr val="292929"/>
                </a:solidFill>
              </a:ln>
              <a:effectLst/>
            </p:spPr>
          </p:sp>
          <p:sp>
            <p:nvSpPr>
              <p:cNvPr id="502" name="SCHEM_path-0500"/>
              <p:cNvSpPr/>
              <p:nvPr/>
            </p:nvSpPr>
            <p:spPr>
              <a:xfrm>
                <a:off x="7524000" y="5443200"/>
                <a:ext cx="165600" cy="374400"/>
              </a:xfrm>
              <a:custGeom>
                <a:avLst/>
                <a:gdLst/>
                <a:ahLst/>
                <a:cxnLst/>
                <a:rect l="0" t="0" r="r" b="b"/>
                <a:pathLst>
                  <a:path w="165600" h="374400">
                    <a:moveTo>
                      <a:pt x="0" y="374400"/>
                    </a:moveTo>
                    <a:cubicBezTo>
                      <a:pt x="93600" y="252000"/>
                      <a:pt x="129600" y="115200"/>
                      <a:pt x="165600" y="0"/>
                    </a:cubicBezTo>
                  </a:path>
                </a:pathLst>
              </a:custGeom>
              <a:noFill/>
              <a:ln w="38880" cap="flat">
                <a:solidFill>
                  <a:srgbClr val="CAD6B5"/>
                </a:solidFill>
              </a:ln>
              <a:effectLst/>
            </p:spPr>
          </p:sp>
        </p:grpSp>
        <p:sp>
          <p:nvSpPr>
            <p:cNvPr id="503" name="SCHEM_text-0501"/>
            <p:cNvSpPr txBox="1"/>
            <p:nvPr/>
          </p:nvSpPr>
          <p:spPr>
            <a:xfrm>
              <a:off x="8596800" y="4852800"/>
              <a:ext cx="2916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High-salinity limitation</a:t>
              </a:r>
              <a:endParaRPr lang="en-US" sz="1474"/>
            </a:p>
          </p:txBody>
        </p:sp>
        <p:grpSp>
          <p:nvGrpSpPr>
            <p:cNvPr id="504" name="SCHEM_high-salinity"/>
            <p:cNvGrpSpPr/>
            <p:nvPr/>
          </p:nvGrpSpPr>
          <p:grpSpPr>
            <a:xfrm>
              <a:off x="8604000" y="5373093"/>
              <a:ext cx="2131200" cy="595707"/>
              <a:chOff x="8604000" y="5373093"/>
              <a:chExt cx="2131200" cy="595707"/>
            </a:xfrm>
          </p:grpSpPr>
          <p:sp>
            <p:nvSpPr>
              <p:cNvPr id="505" name="SCHEM_path-0503"/>
              <p:cNvSpPr/>
              <p:nvPr/>
            </p:nvSpPr>
            <p:spPr>
              <a:xfrm>
                <a:off x="8604000" y="5673600"/>
                <a:ext cx="2131200" cy="295200"/>
              </a:xfrm>
              <a:custGeom>
                <a:avLst/>
                <a:gdLst/>
                <a:ahLst/>
                <a:cxnLst/>
                <a:rect l="0" t="0" r="r" b="b"/>
                <a:pathLst>
                  <a:path w="2131200" h="295200">
                    <a:moveTo>
                      <a:pt x="0" y="0"/>
                    </a:moveTo>
                    <a:lnTo>
                      <a:pt x="1980000" y="72000"/>
                    </a:lnTo>
                    <a:cubicBezTo>
                      <a:pt x="2131200" y="86400"/>
                      <a:pt x="2109600" y="295200"/>
                      <a:pt x="1980000" y="295200"/>
                    </a:cubicBezTo>
                    <a:lnTo>
                      <a:pt x="0" y="223200"/>
                    </a:lnTo>
                    <a:close/>
                  </a:path>
                </a:pathLst>
              </a:custGeom>
              <a:solidFill>
                <a:srgbClr val="DDE1C5"/>
              </a:solidFill>
              <a:ln w="1296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506" name="SCHEM_line-0504"/>
              <p:cNvCxnSpPr/>
              <p:nvPr/>
            </p:nvCxnSpPr>
            <p:spPr>
              <a:xfrm>
                <a:off x="86040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07" name="SCHEM_line-0505"/>
              <p:cNvCxnSpPr/>
              <p:nvPr/>
            </p:nvCxnSpPr>
            <p:spPr>
              <a:xfrm>
                <a:off x="86040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08" name="SCHEM_line-0506"/>
              <p:cNvCxnSpPr/>
              <p:nvPr/>
            </p:nvCxnSpPr>
            <p:spPr>
              <a:xfrm flipV="1">
                <a:off x="86040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09" name="SCHEM_line-0507"/>
              <p:cNvCxnSpPr/>
              <p:nvPr/>
            </p:nvCxnSpPr>
            <p:spPr>
              <a:xfrm flipV="1">
                <a:off x="86040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10" name="SCHEM_line-0508"/>
              <p:cNvCxnSpPr/>
              <p:nvPr/>
            </p:nvCxnSpPr>
            <p:spPr>
              <a:xfrm>
                <a:off x="87552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11" name="SCHEM_line-0509"/>
              <p:cNvCxnSpPr/>
              <p:nvPr/>
            </p:nvCxnSpPr>
            <p:spPr>
              <a:xfrm>
                <a:off x="87552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12" name="SCHEM_line-0510"/>
              <p:cNvCxnSpPr/>
              <p:nvPr/>
            </p:nvCxnSpPr>
            <p:spPr>
              <a:xfrm flipV="1">
                <a:off x="87552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13" name="SCHEM_line-0511"/>
              <p:cNvCxnSpPr/>
              <p:nvPr/>
            </p:nvCxnSpPr>
            <p:spPr>
              <a:xfrm flipV="1">
                <a:off x="87552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14" name="SCHEM_line-0512"/>
              <p:cNvCxnSpPr/>
              <p:nvPr/>
            </p:nvCxnSpPr>
            <p:spPr>
              <a:xfrm>
                <a:off x="89064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15" name="SCHEM_line-0513"/>
              <p:cNvCxnSpPr/>
              <p:nvPr/>
            </p:nvCxnSpPr>
            <p:spPr>
              <a:xfrm>
                <a:off x="89064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16" name="SCHEM_line-0514"/>
              <p:cNvCxnSpPr/>
              <p:nvPr/>
            </p:nvCxnSpPr>
            <p:spPr>
              <a:xfrm flipV="1">
                <a:off x="89064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17" name="SCHEM_line-0515"/>
              <p:cNvCxnSpPr/>
              <p:nvPr/>
            </p:nvCxnSpPr>
            <p:spPr>
              <a:xfrm flipV="1">
                <a:off x="89064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18" name="SCHEM_line-0516"/>
              <p:cNvCxnSpPr/>
              <p:nvPr/>
            </p:nvCxnSpPr>
            <p:spPr>
              <a:xfrm>
                <a:off x="90576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19" name="SCHEM_line-0517"/>
              <p:cNvCxnSpPr/>
              <p:nvPr/>
            </p:nvCxnSpPr>
            <p:spPr>
              <a:xfrm>
                <a:off x="90576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20" name="SCHEM_line-0518"/>
              <p:cNvCxnSpPr/>
              <p:nvPr/>
            </p:nvCxnSpPr>
            <p:spPr>
              <a:xfrm flipV="1">
                <a:off x="90576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21" name="SCHEM_line-0519"/>
              <p:cNvCxnSpPr/>
              <p:nvPr/>
            </p:nvCxnSpPr>
            <p:spPr>
              <a:xfrm flipV="1">
                <a:off x="90576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22" name="SCHEM_line-0520"/>
              <p:cNvCxnSpPr/>
              <p:nvPr/>
            </p:nvCxnSpPr>
            <p:spPr>
              <a:xfrm>
                <a:off x="92088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23" name="SCHEM_line-0521"/>
              <p:cNvCxnSpPr/>
              <p:nvPr/>
            </p:nvCxnSpPr>
            <p:spPr>
              <a:xfrm>
                <a:off x="92088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24" name="SCHEM_line-0522"/>
              <p:cNvCxnSpPr/>
              <p:nvPr/>
            </p:nvCxnSpPr>
            <p:spPr>
              <a:xfrm flipV="1">
                <a:off x="92088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25" name="SCHEM_line-0523"/>
              <p:cNvCxnSpPr/>
              <p:nvPr/>
            </p:nvCxnSpPr>
            <p:spPr>
              <a:xfrm flipV="1">
                <a:off x="92088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26" name="SCHEM_line-0524"/>
              <p:cNvCxnSpPr/>
              <p:nvPr/>
            </p:nvCxnSpPr>
            <p:spPr>
              <a:xfrm>
                <a:off x="93600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27" name="SCHEM_line-0525"/>
              <p:cNvCxnSpPr/>
              <p:nvPr/>
            </p:nvCxnSpPr>
            <p:spPr>
              <a:xfrm>
                <a:off x="93600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28" name="SCHEM_line-0526"/>
              <p:cNvCxnSpPr/>
              <p:nvPr/>
            </p:nvCxnSpPr>
            <p:spPr>
              <a:xfrm flipV="1">
                <a:off x="93600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29" name="SCHEM_line-0527"/>
              <p:cNvCxnSpPr/>
              <p:nvPr/>
            </p:nvCxnSpPr>
            <p:spPr>
              <a:xfrm flipV="1">
                <a:off x="93600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30" name="SCHEM_line-0528"/>
              <p:cNvCxnSpPr/>
              <p:nvPr/>
            </p:nvCxnSpPr>
            <p:spPr>
              <a:xfrm>
                <a:off x="95112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31" name="SCHEM_line-0529"/>
              <p:cNvCxnSpPr/>
              <p:nvPr/>
            </p:nvCxnSpPr>
            <p:spPr>
              <a:xfrm>
                <a:off x="95112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32" name="SCHEM_line-0530"/>
              <p:cNvCxnSpPr/>
              <p:nvPr/>
            </p:nvCxnSpPr>
            <p:spPr>
              <a:xfrm flipV="1">
                <a:off x="95112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33" name="SCHEM_line-0531"/>
              <p:cNvCxnSpPr/>
              <p:nvPr/>
            </p:nvCxnSpPr>
            <p:spPr>
              <a:xfrm flipV="1">
                <a:off x="95112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34" name="SCHEM_line-0532"/>
              <p:cNvCxnSpPr/>
              <p:nvPr/>
            </p:nvCxnSpPr>
            <p:spPr>
              <a:xfrm>
                <a:off x="96624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35" name="SCHEM_line-0533"/>
              <p:cNvCxnSpPr/>
              <p:nvPr/>
            </p:nvCxnSpPr>
            <p:spPr>
              <a:xfrm>
                <a:off x="96624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36" name="SCHEM_line-0534"/>
              <p:cNvCxnSpPr/>
              <p:nvPr/>
            </p:nvCxnSpPr>
            <p:spPr>
              <a:xfrm flipV="1">
                <a:off x="96624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37" name="SCHEM_line-0535"/>
              <p:cNvCxnSpPr/>
              <p:nvPr/>
            </p:nvCxnSpPr>
            <p:spPr>
              <a:xfrm flipV="1">
                <a:off x="96624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38" name="SCHEM_line-0536"/>
              <p:cNvCxnSpPr/>
              <p:nvPr/>
            </p:nvCxnSpPr>
            <p:spPr>
              <a:xfrm>
                <a:off x="98136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39" name="SCHEM_line-0537"/>
              <p:cNvCxnSpPr/>
              <p:nvPr/>
            </p:nvCxnSpPr>
            <p:spPr>
              <a:xfrm>
                <a:off x="98136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40" name="SCHEM_line-0538"/>
              <p:cNvCxnSpPr/>
              <p:nvPr/>
            </p:nvCxnSpPr>
            <p:spPr>
              <a:xfrm flipV="1">
                <a:off x="98136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41" name="SCHEM_line-0539"/>
              <p:cNvCxnSpPr/>
              <p:nvPr/>
            </p:nvCxnSpPr>
            <p:spPr>
              <a:xfrm flipV="1">
                <a:off x="98136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42" name="SCHEM_line-0540"/>
              <p:cNvCxnSpPr/>
              <p:nvPr/>
            </p:nvCxnSpPr>
            <p:spPr>
              <a:xfrm>
                <a:off x="99648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43" name="SCHEM_line-0541"/>
              <p:cNvCxnSpPr/>
              <p:nvPr/>
            </p:nvCxnSpPr>
            <p:spPr>
              <a:xfrm>
                <a:off x="99648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44" name="SCHEM_line-0542"/>
              <p:cNvCxnSpPr/>
              <p:nvPr/>
            </p:nvCxnSpPr>
            <p:spPr>
              <a:xfrm flipV="1">
                <a:off x="99648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45" name="SCHEM_line-0543"/>
              <p:cNvCxnSpPr/>
              <p:nvPr/>
            </p:nvCxnSpPr>
            <p:spPr>
              <a:xfrm flipV="1">
                <a:off x="99648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46" name="SCHEM_line-0544"/>
              <p:cNvCxnSpPr/>
              <p:nvPr/>
            </p:nvCxnSpPr>
            <p:spPr>
              <a:xfrm>
                <a:off x="101160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47" name="SCHEM_line-0545"/>
              <p:cNvCxnSpPr/>
              <p:nvPr/>
            </p:nvCxnSpPr>
            <p:spPr>
              <a:xfrm>
                <a:off x="101160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48" name="SCHEM_line-0546"/>
              <p:cNvCxnSpPr/>
              <p:nvPr/>
            </p:nvCxnSpPr>
            <p:spPr>
              <a:xfrm flipV="1">
                <a:off x="101160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49" name="SCHEM_line-0547"/>
              <p:cNvCxnSpPr/>
              <p:nvPr/>
            </p:nvCxnSpPr>
            <p:spPr>
              <a:xfrm flipV="1">
                <a:off x="101160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50" name="SCHEM_line-0548"/>
              <p:cNvCxnSpPr/>
              <p:nvPr/>
            </p:nvCxnSpPr>
            <p:spPr>
              <a:xfrm>
                <a:off x="102672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51" name="SCHEM_line-0549"/>
              <p:cNvCxnSpPr/>
              <p:nvPr/>
            </p:nvCxnSpPr>
            <p:spPr>
              <a:xfrm>
                <a:off x="102672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52" name="SCHEM_line-0550"/>
              <p:cNvCxnSpPr/>
              <p:nvPr/>
            </p:nvCxnSpPr>
            <p:spPr>
              <a:xfrm flipV="1">
                <a:off x="102672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53" name="SCHEM_line-0551"/>
              <p:cNvCxnSpPr/>
              <p:nvPr/>
            </p:nvCxnSpPr>
            <p:spPr>
              <a:xfrm flipV="1">
                <a:off x="102672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54" name="SCHEM_line-0552"/>
              <p:cNvCxnSpPr/>
              <p:nvPr/>
            </p:nvCxnSpPr>
            <p:spPr>
              <a:xfrm>
                <a:off x="104184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55" name="SCHEM_line-0553"/>
              <p:cNvCxnSpPr/>
              <p:nvPr/>
            </p:nvCxnSpPr>
            <p:spPr>
              <a:xfrm>
                <a:off x="104184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56" name="SCHEM_line-0554"/>
              <p:cNvCxnSpPr/>
              <p:nvPr/>
            </p:nvCxnSpPr>
            <p:spPr>
              <a:xfrm flipV="1">
                <a:off x="104184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57" name="SCHEM_line-0555"/>
              <p:cNvCxnSpPr/>
              <p:nvPr/>
            </p:nvCxnSpPr>
            <p:spPr>
              <a:xfrm flipV="1">
                <a:off x="104184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sp>
            <p:nvSpPr>
              <p:cNvPr id="558" name="SCHEM_path-0556"/>
              <p:cNvSpPr/>
              <p:nvPr/>
            </p:nvSpPr>
            <p:spPr>
              <a:xfrm>
                <a:off x="8604000" y="5544000"/>
                <a:ext cx="2109600" cy="252000"/>
              </a:xfrm>
              <a:custGeom>
                <a:avLst/>
                <a:gdLst/>
                <a:ahLst/>
                <a:cxnLst/>
                <a:rect l="0" t="0" r="r" b="b"/>
                <a:pathLst>
                  <a:path w="2109600" h="252000">
                    <a:moveTo>
                      <a:pt x="0" y="0"/>
                    </a:moveTo>
                    <a:cubicBezTo>
                      <a:pt x="288000" y="43200"/>
                      <a:pt x="648000" y="21600"/>
                      <a:pt x="1994400" y="151200"/>
                    </a:cubicBezTo>
                    <a:cubicBezTo>
                      <a:pt x="2109600" y="180000"/>
                      <a:pt x="2059200" y="252000"/>
                      <a:pt x="1915200" y="216000"/>
                    </a:cubicBezTo>
                    <a:lnTo>
                      <a:pt x="0" y="122400"/>
                    </a:lnTo>
                    <a:close/>
                  </a:path>
                </a:pathLst>
              </a:custGeom>
              <a:solidFill>
                <a:srgbClr val="95CCE5"/>
              </a:solidFill>
              <a:ln w="10800" cap="flat">
                <a:solidFill>
                  <a:srgbClr val="3189B0"/>
                </a:solidFill>
              </a:ln>
              <a:effectLst/>
            </p:spPr>
          </p:sp>
          <p:sp>
            <p:nvSpPr>
              <p:cNvPr id="559" name="SCHEM_path-0557"/>
              <p:cNvSpPr/>
              <p:nvPr/>
            </p:nvSpPr>
            <p:spPr>
              <a:xfrm>
                <a:off x="8640000" y="5594400"/>
                <a:ext cx="1872000" cy="122400"/>
              </a:xfrm>
              <a:custGeom>
                <a:avLst/>
                <a:gdLst/>
                <a:ahLst/>
                <a:cxnLst/>
                <a:rect l="0" t="0" r="r" b="b"/>
                <a:pathLst>
                  <a:path w="1872000" h="122400">
                    <a:moveTo>
                      <a:pt x="0" y="0"/>
                    </a:moveTo>
                    <a:cubicBezTo>
                      <a:pt x="540000" y="36000"/>
                      <a:pt x="1476000" y="28800"/>
                      <a:pt x="1872000" y="122400"/>
                    </a:cubicBezTo>
                  </a:path>
                </a:pathLst>
              </a:custGeom>
              <a:noFill/>
              <a:ln w="14400" cap="flat">
                <a:solidFill>
                  <a:srgbClr val="E9F9FF"/>
                </a:solidFill>
              </a:ln>
              <a:effectLst/>
            </p:spPr>
          </p:sp>
          <p:sp>
            <p:nvSpPr>
              <p:cNvPr id="560" name="SCHEM_polygon-0558"/>
              <p:cNvSpPr/>
              <p:nvPr/>
            </p:nvSpPr>
            <p:spPr>
              <a:xfrm>
                <a:off x="8789963" y="5473866"/>
                <a:ext cx="205408" cy="182761"/>
              </a:xfrm>
              <a:custGeom>
                <a:avLst/>
                <a:gdLst/>
                <a:ahLst/>
                <a:cxnLst/>
                <a:rect l="0" t="0" r="r" b="b"/>
                <a:pathLst>
                  <a:path w="205408" h="182761">
                    <a:moveTo>
                      <a:pt x="205408" y="98934"/>
                    </a:moveTo>
                    <a:lnTo>
                      <a:pt x="138510" y="174577"/>
                    </a:lnTo>
                    <a:lnTo>
                      <a:pt x="46439" y="182761"/>
                    </a:lnTo>
                    <a:lnTo>
                      <a:pt x="0" y="98934"/>
                    </a:lnTo>
                    <a:lnTo>
                      <a:pt x="37718" y="0"/>
                    </a:lnTo>
                    <a:lnTo>
                      <a:pt x="150827" y="1957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561" name="SCHEM_line-0559"/>
              <p:cNvCxnSpPr/>
              <p:nvPr/>
            </p:nvCxnSpPr>
            <p:spPr>
              <a:xfrm>
                <a:off x="8863200" y="54918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562" name="SCHEM_polygon-0560"/>
              <p:cNvSpPr/>
              <p:nvPr/>
            </p:nvSpPr>
            <p:spPr>
              <a:xfrm>
                <a:off x="8982516" y="5472018"/>
                <a:ext cx="191741" cy="198398"/>
              </a:xfrm>
              <a:custGeom>
                <a:avLst/>
                <a:gdLst/>
                <a:ahLst/>
                <a:cxnLst/>
                <a:rect l="0" t="0" r="r" b="b"/>
                <a:pathLst>
                  <a:path w="191741" h="198398">
                    <a:moveTo>
                      <a:pt x="191741" y="100782"/>
                    </a:moveTo>
                    <a:lnTo>
                      <a:pt x="160242" y="198398"/>
                    </a:lnTo>
                    <a:lnTo>
                      <a:pt x="57963" y="180319"/>
                    </a:lnTo>
                    <a:lnTo>
                      <a:pt x="0" y="100782"/>
                    </a:lnTo>
                    <a:lnTo>
                      <a:pt x="47990" y="3971"/>
                    </a:lnTo>
                    <a:lnTo>
                      <a:pt x="162070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563" name="SCHEM_line-0561"/>
              <p:cNvCxnSpPr/>
              <p:nvPr/>
            </p:nvCxnSpPr>
            <p:spPr>
              <a:xfrm>
                <a:off x="9064800" y="54918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564" name="SCHEM_polygon-0562"/>
              <p:cNvSpPr/>
              <p:nvPr/>
            </p:nvSpPr>
            <p:spPr>
              <a:xfrm>
                <a:off x="9194922" y="5490605"/>
                <a:ext cx="194921" cy="185239"/>
              </a:xfrm>
              <a:custGeom>
                <a:avLst/>
                <a:gdLst/>
                <a:ahLst/>
                <a:cxnLst/>
                <a:rect l="0" t="0" r="r" b="b"/>
                <a:pathLst>
                  <a:path w="194921" h="185239">
                    <a:moveTo>
                      <a:pt x="194921" y="82195"/>
                    </a:moveTo>
                    <a:lnTo>
                      <a:pt x="146521" y="174762"/>
                    </a:lnTo>
                    <a:lnTo>
                      <a:pt x="33585" y="185239"/>
                    </a:lnTo>
                    <a:lnTo>
                      <a:pt x="0" y="82195"/>
                    </a:lnTo>
                    <a:lnTo>
                      <a:pt x="45622" y="0"/>
                    </a:lnTo>
                    <a:lnTo>
                      <a:pt x="136828" y="6418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565" name="SCHEM_line-0563"/>
              <p:cNvCxnSpPr/>
              <p:nvPr/>
            </p:nvCxnSpPr>
            <p:spPr>
              <a:xfrm>
                <a:off x="9266400" y="54918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566" name="SCHEM_polygon-0564"/>
              <p:cNvSpPr/>
              <p:nvPr/>
            </p:nvSpPr>
            <p:spPr>
              <a:xfrm>
                <a:off x="9390396" y="5387608"/>
                <a:ext cx="195881" cy="167993"/>
              </a:xfrm>
              <a:custGeom>
                <a:avLst/>
                <a:gdLst/>
                <a:ahLst/>
                <a:cxnLst/>
                <a:rect l="0" t="0" r="r" b="b"/>
                <a:pathLst>
                  <a:path w="195881" h="167993">
                    <a:moveTo>
                      <a:pt x="195881" y="77192"/>
                    </a:moveTo>
                    <a:lnTo>
                      <a:pt x="151628" y="167993"/>
                    </a:lnTo>
                    <a:lnTo>
                      <a:pt x="54457" y="154697"/>
                    </a:lnTo>
                    <a:lnTo>
                      <a:pt x="0" y="77192"/>
                    </a:lnTo>
                    <a:lnTo>
                      <a:pt x="54637" y="0"/>
                    </a:lnTo>
                    <a:lnTo>
                      <a:pt x="142613" y="2007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567" name="SCHEM_line-0565"/>
              <p:cNvCxnSpPr/>
              <p:nvPr/>
            </p:nvCxnSpPr>
            <p:spPr>
              <a:xfrm>
                <a:off x="9468000" y="53838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568" name="SCHEM_polygon-0566"/>
              <p:cNvSpPr/>
              <p:nvPr/>
            </p:nvSpPr>
            <p:spPr>
              <a:xfrm>
                <a:off x="9572300" y="5373093"/>
                <a:ext cx="238876" cy="185801"/>
              </a:xfrm>
              <a:custGeom>
                <a:avLst/>
                <a:gdLst/>
                <a:ahLst/>
                <a:cxnLst/>
                <a:rect l="0" t="0" r="r" b="b"/>
                <a:pathLst>
                  <a:path w="238876" h="185801">
                    <a:moveTo>
                      <a:pt x="238876" y="91707"/>
                    </a:moveTo>
                    <a:lnTo>
                      <a:pt x="169660" y="179626"/>
                    </a:lnTo>
                    <a:lnTo>
                      <a:pt x="64575" y="185801"/>
                    </a:lnTo>
                    <a:lnTo>
                      <a:pt x="0" y="91707"/>
                    </a:lnTo>
                    <a:lnTo>
                      <a:pt x="71381" y="9401"/>
                    </a:lnTo>
                    <a:lnTo>
                      <a:pt x="171847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569" name="SCHEM_line-0567"/>
              <p:cNvCxnSpPr/>
              <p:nvPr/>
            </p:nvCxnSpPr>
            <p:spPr>
              <a:xfrm>
                <a:off x="9669600" y="53838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570" name="SCHEM_polygon-0568"/>
              <p:cNvSpPr/>
              <p:nvPr/>
            </p:nvSpPr>
            <p:spPr>
              <a:xfrm>
                <a:off x="9793417" y="5481200"/>
                <a:ext cx="199083" cy="181276"/>
              </a:xfrm>
              <a:custGeom>
                <a:avLst/>
                <a:gdLst/>
                <a:ahLst/>
                <a:cxnLst/>
                <a:rect l="0" t="0" r="r" b="b"/>
                <a:pathLst>
                  <a:path w="199083" h="181276">
                    <a:moveTo>
                      <a:pt x="199083" y="91600"/>
                    </a:moveTo>
                    <a:lnTo>
                      <a:pt x="150714" y="180507"/>
                    </a:lnTo>
                    <a:lnTo>
                      <a:pt x="47609" y="181276"/>
                    </a:lnTo>
                    <a:lnTo>
                      <a:pt x="0" y="91600"/>
                    </a:lnTo>
                    <a:lnTo>
                      <a:pt x="46498" y="0"/>
                    </a:lnTo>
                    <a:lnTo>
                      <a:pt x="150000" y="3929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571" name="SCHEM_line-0569"/>
              <p:cNvCxnSpPr/>
              <p:nvPr/>
            </p:nvCxnSpPr>
            <p:spPr>
              <a:xfrm>
                <a:off x="9871200" y="54918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572" name="SCHEM_polygon-0570"/>
              <p:cNvSpPr/>
              <p:nvPr/>
            </p:nvSpPr>
            <p:spPr>
              <a:xfrm>
                <a:off x="9996575" y="5467259"/>
                <a:ext cx="204945" cy="203659"/>
              </a:xfrm>
              <a:custGeom>
                <a:avLst/>
                <a:gdLst/>
                <a:ahLst/>
                <a:cxnLst/>
                <a:rect l="0" t="0" r="r" b="b"/>
                <a:pathLst>
                  <a:path w="204945" h="203659">
                    <a:moveTo>
                      <a:pt x="204945" y="105541"/>
                    </a:moveTo>
                    <a:lnTo>
                      <a:pt x="143518" y="184684"/>
                    </a:lnTo>
                    <a:lnTo>
                      <a:pt x="41177" y="203659"/>
                    </a:lnTo>
                    <a:lnTo>
                      <a:pt x="0" y="105541"/>
                    </a:lnTo>
                    <a:lnTo>
                      <a:pt x="36891" y="0"/>
                    </a:lnTo>
                    <a:lnTo>
                      <a:pt x="144667" y="24408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573" name="SCHEM_line-0571"/>
              <p:cNvCxnSpPr/>
              <p:nvPr/>
            </p:nvCxnSpPr>
            <p:spPr>
              <a:xfrm>
                <a:off x="10072800" y="54918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574" name="SCHEM_polygon-0572"/>
              <p:cNvSpPr/>
              <p:nvPr/>
            </p:nvSpPr>
            <p:spPr>
              <a:xfrm>
                <a:off x="10181170" y="5481238"/>
                <a:ext cx="203758" cy="179914"/>
              </a:xfrm>
              <a:custGeom>
                <a:avLst/>
                <a:gdLst/>
                <a:ahLst/>
                <a:cxnLst/>
                <a:rect l="0" t="0" r="r" b="b"/>
                <a:pathLst>
                  <a:path w="203758" h="179914">
                    <a:moveTo>
                      <a:pt x="203758" y="91562"/>
                    </a:moveTo>
                    <a:lnTo>
                      <a:pt x="165840" y="179914"/>
                    </a:lnTo>
                    <a:lnTo>
                      <a:pt x="69541" y="170004"/>
                    </a:lnTo>
                    <a:lnTo>
                      <a:pt x="0" y="91562"/>
                    </a:lnTo>
                    <a:lnTo>
                      <a:pt x="61967" y="0"/>
                    </a:lnTo>
                    <a:lnTo>
                      <a:pt x="158969" y="15111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575" name="SCHEM_line-0573"/>
              <p:cNvCxnSpPr/>
              <p:nvPr/>
            </p:nvCxnSpPr>
            <p:spPr>
              <a:xfrm>
                <a:off x="10274400" y="54918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</p:grpSp>
        <p:sp>
          <p:nvSpPr>
            <p:cNvPr id="576" name="SCHEM_text-0574"/>
            <p:cNvSpPr txBox="1"/>
            <p:nvPr/>
          </p:nvSpPr>
          <p:spPr>
            <a:xfrm>
              <a:off x="9936000" y="5155200"/>
              <a:ext cx="1569600" cy="3664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96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Central salt patch</a:t>
              </a:r>
              <a:endParaRPr lang="en-US" sz="964"/>
            </a:p>
            <a:p>
              <a:pPr algn="l">
                <a:buNone/>
              </a:pPr>
              <a:r>
                <a:rPr lang="en-US" sz="96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can form at high salinity</a:t>
              </a:r>
              <a:endParaRPr lang="en-US" sz="964"/>
            </a:p>
          </p:txBody>
        </p:sp>
        <p:cxnSp>
          <p:nvCxnSpPr>
            <p:cNvPr id="577" name="SCHEM_line-0575"/>
            <p:cNvCxnSpPr/>
            <p:nvPr/>
          </p:nvCxnSpPr>
          <p:spPr>
            <a:xfrm flipH="1">
              <a:off x="9770400" y="5385600"/>
              <a:ext cx="216000" cy="180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578" name="SCHEM_ellipse-0576"/>
            <p:cNvSpPr/>
            <p:nvPr/>
          </p:nvSpPr>
          <p:spPr>
            <a:xfrm>
              <a:off x="9748800" y="5544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579" name="SCHEM_text-0577"/>
            <p:cNvSpPr txBox="1"/>
            <p:nvPr/>
          </p:nvSpPr>
          <p:spPr>
            <a:xfrm>
              <a:off x="8812800" y="6033600"/>
              <a:ext cx="25200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Peeling limited at high salinity</a:t>
              </a:r>
              <a:endParaRPr lang="en-US" sz="1191"/>
            </a:p>
          </p:txBody>
        </p:sp>
        <p:sp>
          <p:nvSpPr>
            <p:cNvPr id="580" name="SCHEM_text-0578"/>
            <p:cNvSpPr txBox="1"/>
            <p:nvPr/>
          </p:nvSpPr>
          <p:spPr>
            <a:xfrm>
              <a:off x="3038400" y="6264000"/>
              <a:ext cx="8388000" cy="2109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020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Nature Communications (2024) | doi:10.1038/s41467-024-45108-2 | Conceptual; not to scale</a:t>
              </a:r>
              <a:endParaRPr lang="en-US" sz="102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cientific">
  <a:themeElements>
    <a:clrScheme name="Scientific">
      <a:dk1>
        <a:srgbClr val="202020"/>
      </a:dk1>
      <a:lt1>
        <a:srgbClr val="FFFFFF"/>
      </a:lt1>
      <a:dk2>
        <a:srgbClr val="505050"/>
      </a:dk2>
      <a:lt2>
        <a:srgbClr val="EEEEEE"/>
      </a:lt2>
      <a:accent1>
        <a:srgbClr val="159DDD"/>
      </a:accent1>
      <a:accent2>
        <a:srgbClr val="E04746"/>
      </a:accent2>
      <a:accent3>
        <a:srgbClr val="AAB568"/>
      </a:accent3>
      <a:accent4>
        <a:srgbClr val="DDE5C8"/>
      </a:accent4>
      <a:accent5>
        <a:srgbClr val="999999"/>
      </a:accent5>
      <a:accent6>
        <a:srgbClr val="777777"/>
      </a:accent6>
      <a:hlink>
        <a:srgbClr val="0563C1"/>
      </a:hlink>
      <a:folHlink>
        <a:srgbClr val="954F72"/>
      </a:folHlink>
    </a:clrScheme>
    <a:fontScheme name="Scientific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Scientif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