
<file path=[Content_Types].xml><?xml version="1.0" encoding="utf-8"?>
<ns0:Types xmlns:ns0="http://schemas.openxmlformats.org/package/2006/content-types"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Layouts/slideLayout1.xml" ContentType="application/vnd.openxmlformats-officedocument.presentationml.slideLayout+xml"/>
  <ns0:Override PartName="/ppt/theme/theme1.xml" ContentType="application/vnd.openxmlformats-officedocument.theme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</ns0: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1520000" cy="6480000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slide" Target="slides/slide1.xml" /><ns0:Relationship Id="rId3" Type="http://schemas.openxmlformats.org/officeDocument/2006/relationships/slide" Target="slides/slide2.xml" /><ns0:Relationship Id="rId4" Type="http://schemas.openxmlformats.org/officeDocument/2006/relationships/slide" Target="slides/slide3.xml" /><ns0:Relationship Id="rId5" Type="http://schemas.openxmlformats.org/officeDocument/2006/relationships/slide" Target="slides/slide4.xml" /><ns0:Relationship Id="rId6" Type="http://schemas.openxmlformats.org/officeDocument/2006/relationships/slide" Target="slides/slide5.xml" /><ns0:Relationship Id="rId7" Type="http://schemas.openxmlformats.org/officeDocument/2006/relationships/slide" Target="slides/slide6.xml" /><ns0:Relationship Id="rId8" Type="http://schemas.openxmlformats.org/officeDocument/2006/relationships/slide" Target="slides/slide7.xml" /><ns0:Relationship Id="rId9" Type="http://schemas.openxmlformats.org/officeDocument/2006/relationships/slide" Target="slides/slide8.xml" /><ns0:Relationship Id="rId10" Type="http://schemas.openxmlformats.org/officeDocument/2006/relationships/slide" Target="slides/slide9.xml" /><ns0:Relationship Id="rId11" Type="http://schemas.openxmlformats.org/officeDocument/2006/relationships/slide" Target="slides/slide10.xml" /><ns0:Relationship Id="rId12" Type="http://schemas.openxmlformats.org/officeDocument/2006/relationships/slide" Target="slides/slide11.xml" /><ns0:Relationship Id="rId13" Type="http://schemas.openxmlformats.org/officeDocument/2006/relationships/slide" Target="slides/slide12.xml" /></ns0: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  <p:grpSp>
        <p:nvGrpSpPr>
          <p:cNvPr id="2" name="SCHEM_figure"/>
          <p:cNvGrpSpPr/>
          <p:nvPr/>
        </p:nvGrpSpPr>
        <p:grpSpPr>
          <a:xfrm>
            <a:off x="180000" y="144000"/>
            <a:ext cx="11304000" cy="6323760"/>
            <a:chOff x="180000" y="144000"/>
            <a:chExt cx="11304000" cy="6323760"/>
          </a:xfrm>
        </p:grpSpPr>
        <p:sp>
          <p:nvSpPr>
            <p:cNvPr id="3" name="SCHEM_text-0001"/>
            <p:cNvSpPr txBox="1"/>
            <p:nvPr/>
          </p:nvSpPr>
          <p:spPr>
            <a:xfrm>
              <a:off x="252000" y="144000"/>
              <a:ext cx="104400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2381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Dual-window radiative cooling</a:t>
              </a:r>
              <a:endParaRPr lang="en-US" sz="2381"/>
            </a:p>
          </p:txBody>
        </p:sp>
        <p:sp>
          <p:nvSpPr>
            <p:cNvPr id="4" name="SCHEM_text-0002"/>
            <p:cNvSpPr txBox="1"/>
            <p:nvPr/>
          </p:nvSpPr>
          <p:spPr>
            <a:xfrm>
              <a:off x="324000" y="1008000"/>
              <a:ext cx="2304000" cy="541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Incident solar radiation</a:t>
              </a:r>
              <a:endParaRPr lang="en-US" sz="1474"/>
            </a:p>
            <a:p>
              <a:pPr algn="ctr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(shortwave)</a:t>
              </a:r>
              <a:endParaRPr lang="en-US" sz="1474"/>
            </a:p>
          </p:txBody>
        </p:sp>
        <p:sp>
          <p:nvSpPr>
            <p:cNvPr id="5" name="SCHEM_text-0003"/>
            <p:cNvSpPr txBox="1"/>
            <p:nvPr/>
          </p:nvSpPr>
          <p:spPr>
            <a:xfrm>
              <a:off x="2376000" y="1540800"/>
              <a:ext cx="2304000" cy="2887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Reflected solar radiation</a:t>
              </a:r>
              <a:endParaRPr lang="en-US" sz="1474"/>
            </a:p>
          </p:txBody>
        </p:sp>
        <p:sp>
          <p:nvSpPr>
            <p:cNvPr id="6" name="SCHEM_text-0004"/>
            <p:cNvSpPr txBox="1"/>
            <p:nvPr/>
          </p:nvSpPr>
          <p:spPr>
            <a:xfrm>
              <a:off x="4608000" y="864000"/>
              <a:ext cx="2160000" cy="7941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Thermal radiation</a:t>
              </a:r>
              <a:endParaRPr lang="en-US" sz="1474"/>
            </a:p>
            <a:p>
              <a:pPr algn="ctr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8–13 µm</a:t>
              </a:r>
              <a:endParaRPr lang="en-US" sz="1474"/>
            </a:p>
            <a:p>
              <a:pPr algn="ctr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(atmospheric window)</a:t>
              </a:r>
              <a:endParaRPr lang="en-US" sz="1474"/>
            </a:p>
          </p:txBody>
        </p:sp>
        <p:sp>
          <p:nvSpPr>
            <p:cNvPr id="7" name="SCHEM_text-0005"/>
            <p:cNvSpPr txBox="1"/>
            <p:nvPr/>
          </p:nvSpPr>
          <p:spPr>
            <a:xfrm>
              <a:off x="6984000" y="806400"/>
              <a:ext cx="2376000" cy="12996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Thermal radiation</a:t>
              </a:r>
              <a:endParaRPr lang="en-US" sz="1474"/>
            </a:p>
            <a:p>
              <a:pPr algn="ctr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16–25 µm</a:t>
              </a:r>
              <a:endParaRPr lang="en-US" sz="1474"/>
            </a:p>
            <a:p>
              <a:pPr algn="ctr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(atmospheric window)</a:t>
              </a:r>
              <a:endParaRPr lang="en-US" sz="1474"/>
            </a:p>
            <a:p>
              <a:pPr algn="ctr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(Humidity-dependent</a:t>
              </a:r>
              <a:endParaRPr lang="en-US" sz="1474"/>
            </a:p>
            <a:p>
              <a:pPr algn="ctr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transmission)</a:t>
              </a:r>
              <a:endParaRPr lang="en-US" sz="1474"/>
            </a:p>
          </p:txBody>
        </p:sp>
        <p:grpSp>
          <p:nvGrpSpPr>
            <p:cNvPr id="8" name="SCHEM_atmosphere"/>
            <p:cNvGrpSpPr/>
            <p:nvPr/>
          </p:nvGrpSpPr>
          <p:grpSpPr>
            <a:xfrm>
              <a:off x="201600" y="2721600"/>
              <a:ext cx="10296000" cy="849600"/>
              <a:chOff x="201600" y="2721600"/>
              <a:chExt cx="10296000" cy="849600"/>
            </a:xfrm>
          </p:grpSpPr>
          <p:sp>
            <p:nvSpPr>
              <p:cNvPr id="9" name="SCHEM_rect-0007"/>
              <p:cNvSpPr/>
              <p:nvPr/>
            </p:nvSpPr>
            <p:spPr>
              <a:xfrm>
                <a:off x="201600" y="2721600"/>
                <a:ext cx="10008000" cy="849600"/>
              </a:xfrm>
              <a:prstGeom prst="rect">
                <a:avLst/>
              </a:prstGeom>
              <a:solidFill>
                <a:srgbClr val="EDF7FC"/>
              </a:solidFill>
              <a:ln w="9360" cap="flat">
                <a:noFill/>
              </a:ln>
              <a:effectLst/>
            </p:spPr>
          </p:sp>
          <p:cxnSp>
            <p:nvCxnSpPr>
              <p:cNvPr id="10" name="SCHEM_line-0008"/>
              <p:cNvCxnSpPr/>
              <p:nvPr/>
            </p:nvCxnSpPr>
            <p:spPr>
              <a:xfrm>
                <a:off x="201600" y="2721600"/>
                <a:ext cx="10008000" cy="1"/>
              </a:xfrm>
              <a:prstGeom prst="line">
                <a:avLst/>
              </a:prstGeom>
              <a:noFill/>
              <a:ln w="9360" cap="flat">
                <a:solidFill>
                  <a:srgbClr val="9BD2F1"/>
                </a:solidFill>
                <a:prstDash val="dash"/>
              </a:ln>
              <a:effectLst/>
            </p:spPr>
          </p:cxnSp>
          <p:cxnSp>
            <p:nvCxnSpPr>
              <p:cNvPr id="11" name="SCHEM_line-0009"/>
              <p:cNvCxnSpPr/>
              <p:nvPr/>
            </p:nvCxnSpPr>
            <p:spPr>
              <a:xfrm>
                <a:off x="201600" y="3571200"/>
                <a:ext cx="10008000" cy="1"/>
              </a:xfrm>
              <a:prstGeom prst="line">
                <a:avLst/>
              </a:prstGeom>
              <a:noFill/>
              <a:ln w="9360" cap="flat">
                <a:solidFill>
                  <a:srgbClr val="9BD2F1"/>
                </a:solidFill>
                <a:prstDash val="dash"/>
              </a:ln>
              <a:effectLst/>
            </p:spPr>
          </p:cxnSp>
          <p:sp>
            <p:nvSpPr>
              <p:cNvPr id="12" name="SCHEM_ellipse-0010"/>
              <p:cNvSpPr/>
              <p:nvPr/>
            </p:nvSpPr>
            <p:spPr>
              <a:xfrm>
                <a:off x="333681" y="3088709"/>
                <a:ext cx="52638" cy="52638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13" name="SCHEM_ellipse-0011"/>
              <p:cNvSpPr/>
              <p:nvPr/>
            </p:nvSpPr>
            <p:spPr>
              <a:xfrm>
                <a:off x="516163" y="3365643"/>
                <a:ext cx="49114" cy="49114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14" name="SCHEM_ellipse-0012"/>
              <p:cNvSpPr/>
              <p:nvPr/>
            </p:nvSpPr>
            <p:spPr>
              <a:xfrm>
                <a:off x="694604" y="3120537"/>
                <a:ext cx="53672" cy="53672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15" name="SCHEM_ellipse-0013"/>
              <p:cNvSpPr/>
              <p:nvPr/>
            </p:nvSpPr>
            <p:spPr>
              <a:xfrm>
                <a:off x="876737" y="2933471"/>
                <a:ext cx="50846" cy="50846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16" name="SCHEM_ellipse-0014"/>
              <p:cNvSpPr/>
              <p:nvPr/>
            </p:nvSpPr>
            <p:spPr>
              <a:xfrm>
                <a:off x="1052195" y="3187863"/>
                <a:ext cx="61369" cy="61369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17" name="SCHEM_ellipse-0015"/>
              <p:cNvSpPr/>
              <p:nvPr/>
            </p:nvSpPr>
            <p:spPr>
              <a:xfrm>
                <a:off x="1242080" y="2884573"/>
                <a:ext cx="43039" cy="43039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18" name="SCHEM_ellipse-0016"/>
              <p:cNvSpPr/>
              <p:nvPr/>
            </p:nvSpPr>
            <p:spPr>
              <a:xfrm>
                <a:off x="1413323" y="2873083"/>
                <a:ext cx="61993" cy="61993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19" name="SCHEM_ellipse-0017"/>
              <p:cNvSpPr/>
              <p:nvPr/>
            </p:nvSpPr>
            <p:spPr>
              <a:xfrm>
                <a:off x="1608416" y="3238989"/>
                <a:ext cx="33248" cy="33248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20" name="SCHEM_ellipse-0018"/>
              <p:cNvSpPr/>
              <p:nvPr/>
            </p:nvSpPr>
            <p:spPr>
              <a:xfrm>
                <a:off x="1771860" y="3390115"/>
                <a:ext cx="67801" cy="67801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21" name="SCHEM_ellipse-0019"/>
              <p:cNvSpPr/>
              <p:nvPr/>
            </p:nvSpPr>
            <p:spPr>
              <a:xfrm>
                <a:off x="1959117" y="3205204"/>
                <a:ext cx="54727" cy="54727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22" name="SCHEM_ellipse-0020"/>
              <p:cNvSpPr/>
              <p:nvPr/>
            </p:nvSpPr>
            <p:spPr>
              <a:xfrm>
                <a:off x="2151079" y="2926930"/>
                <a:ext cx="32242" cy="32242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23" name="SCHEM_ellipse-0021"/>
              <p:cNvSpPr/>
              <p:nvPr/>
            </p:nvSpPr>
            <p:spPr>
              <a:xfrm>
                <a:off x="2330965" y="3142397"/>
                <a:ext cx="33910" cy="33910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24" name="SCHEM_ellipse-0022"/>
              <p:cNvSpPr/>
              <p:nvPr/>
            </p:nvSpPr>
            <p:spPr>
              <a:xfrm>
                <a:off x="2508271" y="2941760"/>
                <a:ext cx="40738" cy="40738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25" name="SCHEM_ellipse-0023"/>
              <p:cNvSpPr/>
              <p:nvPr/>
            </p:nvSpPr>
            <p:spPr>
              <a:xfrm>
                <a:off x="2684835" y="2844219"/>
                <a:ext cx="49050" cy="49050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26" name="SCHEM_ellipse-0024"/>
              <p:cNvSpPr/>
              <p:nvPr/>
            </p:nvSpPr>
            <p:spPr>
              <a:xfrm>
                <a:off x="2858470" y="3076508"/>
                <a:ext cx="63220" cy="63220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27" name="SCHEM_ellipse-0025"/>
              <p:cNvSpPr/>
              <p:nvPr/>
            </p:nvSpPr>
            <p:spPr>
              <a:xfrm>
                <a:off x="3042974" y="3126127"/>
                <a:ext cx="55653" cy="55653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28" name="SCHEM_ellipse-0026"/>
              <p:cNvSpPr/>
              <p:nvPr/>
            </p:nvSpPr>
            <p:spPr>
              <a:xfrm>
                <a:off x="3223279" y="3114427"/>
                <a:ext cx="56482" cy="56482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29" name="SCHEM_ellipse-0027"/>
              <p:cNvSpPr/>
              <p:nvPr/>
            </p:nvSpPr>
            <p:spPr>
              <a:xfrm>
                <a:off x="3411193" y="3096868"/>
                <a:ext cx="42094" cy="42094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30" name="SCHEM_ellipse-0028"/>
              <p:cNvSpPr/>
              <p:nvPr/>
            </p:nvSpPr>
            <p:spPr>
              <a:xfrm>
                <a:off x="3578481" y="3398554"/>
                <a:ext cx="68959" cy="68959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31" name="SCHEM_ellipse-0029"/>
              <p:cNvSpPr/>
              <p:nvPr/>
            </p:nvSpPr>
            <p:spPr>
              <a:xfrm>
                <a:off x="3764590" y="3312124"/>
                <a:ext cx="58180" cy="58180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32" name="SCHEM_ellipse-0030"/>
              <p:cNvSpPr/>
              <p:nvPr/>
            </p:nvSpPr>
            <p:spPr>
              <a:xfrm>
                <a:off x="3954261" y="3014930"/>
                <a:ext cx="40279" cy="40279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33" name="SCHEM_ellipse-0031"/>
              <p:cNvSpPr/>
              <p:nvPr/>
            </p:nvSpPr>
            <p:spPr>
              <a:xfrm>
                <a:off x="4137965" y="3002614"/>
                <a:ext cx="34309" cy="34309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34" name="SCHEM_ellipse-0032"/>
              <p:cNvSpPr/>
              <p:nvPr/>
            </p:nvSpPr>
            <p:spPr>
              <a:xfrm>
                <a:off x="4312505" y="3274764"/>
                <a:ext cx="46671" cy="46671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35" name="SCHEM_ellipse-0033"/>
              <p:cNvSpPr/>
              <p:nvPr/>
            </p:nvSpPr>
            <p:spPr>
              <a:xfrm>
                <a:off x="4493484" y="3321852"/>
                <a:ext cx="46151" cy="46151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36" name="SCHEM_ellipse-0034"/>
              <p:cNvSpPr/>
              <p:nvPr/>
            </p:nvSpPr>
            <p:spPr>
              <a:xfrm>
                <a:off x="4665578" y="3378229"/>
                <a:ext cx="63403" cy="63403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37" name="SCHEM_ellipse-0035"/>
              <p:cNvSpPr/>
              <p:nvPr/>
            </p:nvSpPr>
            <p:spPr>
              <a:xfrm>
                <a:off x="4858234" y="2831752"/>
                <a:ext cx="39532" cy="39532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38" name="SCHEM_ellipse-0036"/>
              <p:cNvSpPr/>
              <p:nvPr/>
            </p:nvSpPr>
            <p:spPr>
              <a:xfrm>
                <a:off x="5034082" y="3357432"/>
                <a:ext cx="49276" cy="49276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39" name="SCHEM_ellipse-0037"/>
              <p:cNvSpPr/>
              <p:nvPr/>
            </p:nvSpPr>
            <p:spPr>
              <a:xfrm>
                <a:off x="5216160" y="3399666"/>
                <a:ext cx="46560" cy="46560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40" name="SCHEM_ellipse-0038"/>
              <p:cNvSpPr/>
              <p:nvPr/>
            </p:nvSpPr>
            <p:spPr>
              <a:xfrm>
                <a:off x="5392537" y="2866173"/>
                <a:ext cx="55247" cy="55247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41" name="SCHEM_ellipse-0039"/>
              <p:cNvSpPr/>
              <p:nvPr/>
            </p:nvSpPr>
            <p:spPr>
              <a:xfrm>
                <a:off x="5579990" y="3284337"/>
                <a:ext cx="41780" cy="41780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42" name="SCHEM_ellipse-0040"/>
              <p:cNvSpPr/>
              <p:nvPr/>
            </p:nvSpPr>
            <p:spPr>
              <a:xfrm>
                <a:off x="5759534" y="2879956"/>
                <a:ext cx="44132" cy="44132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43" name="SCHEM_ellipse-0041"/>
              <p:cNvSpPr/>
              <p:nvPr/>
            </p:nvSpPr>
            <p:spPr>
              <a:xfrm>
                <a:off x="5932289" y="3383419"/>
                <a:ext cx="60061" cy="60061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44" name="SCHEM_ellipse-0042"/>
              <p:cNvSpPr/>
              <p:nvPr/>
            </p:nvSpPr>
            <p:spPr>
              <a:xfrm>
                <a:off x="6122588" y="2899560"/>
                <a:ext cx="40905" cy="40905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45" name="SCHEM_ellipse-0043"/>
              <p:cNvSpPr/>
              <p:nvPr/>
            </p:nvSpPr>
            <p:spPr>
              <a:xfrm>
                <a:off x="6306799" y="2893169"/>
                <a:ext cx="33922" cy="33922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46" name="SCHEM_ellipse-0044"/>
              <p:cNvSpPr/>
              <p:nvPr/>
            </p:nvSpPr>
            <p:spPr>
              <a:xfrm>
                <a:off x="6485314" y="3296857"/>
                <a:ext cx="38332" cy="38332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47" name="SCHEM_ellipse-0045"/>
              <p:cNvSpPr/>
              <p:nvPr/>
            </p:nvSpPr>
            <p:spPr>
              <a:xfrm>
                <a:off x="6660984" y="3153165"/>
                <a:ext cx="48432" cy="48432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48" name="SCHEM_ellipse-0046"/>
              <p:cNvSpPr/>
              <p:nvPr/>
            </p:nvSpPr>
            <p:spPr>
              <a:xfrm>
                <a:off x="6836379" y="2932866"/>
                <a:ext cx="59082" cy="59082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49" name="SCHEM_ellipse-0047"/>
              <p:cNvSpPr/>
              <p:nvPr/>
            </p:nvSpPr>
            <p:spPr>
              <a:xfrm>
                <a:off x="7018750" y="2899690"/>
                <a:ext cx="55781" cy="55781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50" name="SCHEM_ellipse-0048"/>
              <p:cNvSpPr/>
              <p:nvPr/>
            </p:nvSpPr>
            <p:spPr>
              <a:xfrm>
                <a:off x="7203643" y="2895431"/>
                <a:ext cx="47433" cy="47433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51" name="SCHEM_ellipse-0049"/>
              <p:cNvSpPr/>
              <p:nvPr/>
            </p:nvSpPr>
            <p:spPr>
              <a:xfrm>
                <a:off x="7387189" y="2954453"/>
                <a:ext cx="41781" cy="41781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52" name="SCHEM_ellipse-0050"/>
              <p:cNvSpPr/>
              <p:nvPr/>
            </p:nvSpPr>
            <p:spPr>
              <a:xfrm>
                <a:off x="7557920" y="3386566"/>
                <a:ext cx="61760" cy="61760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53" name="SCHEM_ellipse-0051"/>
              <p:cNvSpPr/>
              <p:nvPr/>
            </p:nvSpPr>
            <p:spPr>
              <a:xfrm>
                <a:off x="7737115" y="2996173"/>
                <a:ext cx="64809" cy="64809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54" name="SCHEM_ellipse-0052"/>
              <p:cNvSpPr/>
              <p:nvPr/>
            </p:nvSpPr>
            <p:spPr>
              <a:xfrm>
                <a:off x="7927019" y="2950865"/>
                <a:ext cx="46442" cy="46442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55" name="SCHEM_ellipse-0053"/>
              <p:cNvSpPr/>
              <p:nvPr/>
            </p:nvSpPr>
            <p:spPr>
              <a:xfrm>
                <a:off x="8103105" y="3321617"/>
                <a:ext cx="55710" cy="55710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56" name="SCHEM_ellipse-0054"/>
              <p:cNvSpPr/>
              <p:nvPr/>
            </p:nvSpPr>
            <p:spPr>
              <a:xfrm>
                <a:off x="8277320" y="2875354"/>
                <a:ext cx="68719" cy="68719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57" name="SCHEM_ellipse-0055"/>
              <p:cNvSpPr/>
              <p:nvPr/>
            </p:nvSpPr>
            <p:spPr>
              <a:xfrm>
                <a:off x="8471725" y="2954889"/>
                <a:ext cx="41350" cy="41350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58" name="SCHEM_ellipse-0056"/>
              <p:cNvSpPr/>
              <p:nvPr/>
            </p:nvSpPr>
            <p:spPr>
              <a:xfrm>
                <a:off x="8651122" y="3279835"/>
                <a:ext cx="43996" cy="43996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59" name="SCHEM_ellipse-0057"/>
              <p:cNvSpPr/>
              <p:nvPr/>
            </p:nvSpPr>
            <p:spPr>
              <a:xfrm>
                <a:off x="8836626" y="3006803"/>
                <a:ext cx="34428" cy="34428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60" name="SCHEM_ellipse-0058"/>
              <p:cNvSpPr/>
              <p:nvPr/>
            </p:nvSpPr>
            <p:spPr>
              <a:xfrm>
                <a:off x="9007811" y="2877008"/>
                <a:ext cx="53498" cy="53498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61" name="SCHEM_ellipse-0059"/>
              <p:cNvSpPr/>
              <p:nvPr/>
            </p:nvSpPr>
            <p:spPr>
              <a:xfrm>
                <a:off x="9188184" y="2965829"/>
                <a:ext cx="54192" cy="54192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62" name="SCHEM_ellipse-0060"/>
              <p:cNvSpPr/>
              <p:nvPr/>
            </p:nvSpPr>
            <p:spPr>
              <a:xfrm>
                <a:off x="9371676" y="3043654"/>
                <a:ext cx="48648" cy="48648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63" name="SCHEM_ellipse-0061"/>
              <p:cNvSpPr/>
              <p:nvPr/>
            </p:nvSpPr>
            <p:spPr>
              <a:xfrm>
                <a:off x="9551825" y="3385672"/>
                <a:ext cx="49791" cy="49791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64" name="SCHEM_ellipse-0062"/>
              <p:cNvSpPr/>
              <p:nvPr/>
            </p:nvSpPr>
            <p:spPr>
              <a:xfrm>
                <a:off x="9725379" y="3154229"/>
                <a:ext cx="64123" cy="64123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sp>
            <p:nvSpPr>
              <p:cNvPr id="65" name="SCHEM_ellipse-0063"/>
              <p:cNvSpPr/>
              <p:nvPr/>
            </p:nvSpPr>
            <p:spPr>
              <a:xfrm>
                <a:off x="9919435" y="2939100"/>
                <a:ext cx="37451" cy="37451"/>
              </a:xfrm>
              <a:prstGeom prst="ellipse">
                <a:avLst/>
              </a:prstGeom>
              <a:solidFill>
                <a:srgbClr val="C8E7F7"/>
              </a:solidFill>
              <a:ln w="5760" cap="flat">
                <a:solidFill>
                  <a:srgbClr val="81B9D8"/>
                </a:solidFill>
              </a:ln>
              <a:effectLst/>
            </p:spPr>
          </p:sp>
          <p:cxnSp>
            <p:nvCxnSpPr>
              <p:cNvPr id="66" name="SCHEM_line-0064"/>
              <p:cNvCxnSpPr/>
              <p:nvPr/>
            </p:nvCxnSpPr>
            <p:spPr>
              <a:xfrm>
                <a:off x="10332000" y="2721600"/>
                <a:ext cx="93600" cy="1"/>
              </a:xfrm>
              <a:prstGeom prst="line">
                <a:avLst/>
              </a:prstGeom>
              <a:noFill/>
              <a:ln w="100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67" name="SCHEM_line-0065"/>
              <p:cNvCxnSpPr/>
              <p:nvPr/>
            </p:nvCxnSpPr>
            <p:spPr>
              <a:xfrm>
                <a:off x="10425600" y="2721600"/>
                <a:ext cx="1" cy="849600"/>
              </a:xfrm>
              <a:prstGeom prst="line">
                <a:avLst/>
              </a:prstGeom>
              <a:noFill/>
              <a:ln w="100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68" name="SCHEM_line-0066"/>
              <p:cNvCxnSpPr/>
              <p:nvPr/>
            </p:nvCxnSpPr>
            <p:spPr>
              <a:xfrm>
                <a:off x="10332000" y="3571200"/>
                <a:ext cx="93600" cy="1"/>
              </a:xfrm>
              <a:prstGeom prst="line">
                <a:avLst/>
              </a:prstGeom>
              <a:noFill/>
              <a:ln w="100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69" name="SCHEM_line-0067"/>
              <p:cNvCxnSpPr/>
              <p:nvPr/>
            </p:nvCxnSpPr>
            <p:spPr>
              <a:xfrm>
                <a:off x="10425600" y="3146400"/>
                <a:ext cx="72000" cy="1"/>
              </a:xfrm>
              <a:prstGeom prst="line">
                <a:avLst/>
              </a:prstGeom>
              <a:noFill/>
              <a:ln w="10080" cap="flat">
                <a:solidFill>
                  <a:srgbClr val="292929"/>
                </a:solidFill>
              </a:ln>
              <a:effectLst/>
            </p:spPr>
          </p:cxnSp>
        </p:grpSp>
        <p:sp>
          <p:nvSpPr>
            <p:cNvPr id="70" name="SCHEM_text-0068"/>
            <p:cNvSpPr txBox="1"/>
            <p:nvPr/>
          </p:nvSpPr>
          <p:spPr>
            <a:xfrm>
              <a:off x="10533600" y="3045600"/>
              <a:ext cx="9504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Atmosphere</a:t>
              </a:r>
              <a:endParaRPr lang="en-US" sz="1361"/>
            </a:p>
          </p:txBody>
        </p:sp>
        <p:grpSp>
          <p:nvGrpSpPr>
            <p:cNvPr id="71" name="SCHEM_fibrous-composite"/>
            <p:cNvGrpSpPr/>
            <p:nvPr/>
          </p:nvGrpSpPr>
          <p:grpSpPr>
            <a:xfrm>
              <a:off x="208800" y="3837600"/>
              <a:ext cx="8200800" cy="1447200"/>
              <a:chOff x="208800" y="3837600"/>
              <a:chExt cx="8200800" cy="1447200"/>
            </a:xfrm>
          </p:grpSpPr>
          <p:sp>
            <p:nvSpPr>
              <p:cNvPr id="72" name="SCHEM_rect-0070"/>
              <p:cNvSpPr/>
              <p:nvPr/>
            </p:nvSpPr>
            <p:spPr>
              <a:xfrm>
                <a:off x="208800" y="3837600"/>
                <a:ext cx="8200800" cy="1252800"/>
              </a:xfrm>
              <a:prstGeom prst="rect">
                <a:avLst/>
              </a:prstGeom>
              <a:solidFill>
                <a:srgbClr val="F5F5F2"/>
              </a:solidFill>
              <a:ln w="7200" cap="flat">
                <a:solidFill>
                  <a:srgbClr val="858585"/>
                </a:solidFill>
              </a:ln>
              <a:effectLst/>
            </p:spPr>
          </p:sp>
          <p:sp>
            <p:nvSpPr>
              <p:cNvPr id="73" name="SCHEM_path-0071"/>
              <p:cNvSpPr/>
              <p:nvPr/>
            </p:nvSpPr>
            <p:spPr>
              <a:xfrm>
                <a:off x="326392" y="3943406"/>
                <a:ext cx="222847" cy="244195"/>
              </a:xfrm>
              <a:custGeom>
                <a:avLst/>
                <a:gdLst/>
                <a:ahLst/>
                <a:cxnLst/>
                <a:rect l="0" t="0" r="r" b="b"/>
                <a:pathLst>
                  <a:path w="222847" h="244195">
                    <a:moveTo>
                      <a:pt x="222764" y="124310"/>
                    </a:moveTo>
                    <a:cubicBezTo>
                      <a:pt x="222680" y="148179"/>
                      <a:pt x="209589" y="178090"/>
                      <a:pt x="195737" y="195709"/>
                    </a:cubicBezTo>
                    <a:cubicBezTo>
                      <a:pt x="181885" y="213328"/>
                      <a:pt x="159513" y="222660"/>
                      <a:pt x="139652" y="230022"/>
                    </a:cubicBezTo>
                    <a:cubicBezTo>
                      <a:pt x="119791" y="237385"/>
                      <a:pt x="97664" y="244195"/>
                      <a:pt x="76569" y="239885"/>
                    </a:cubicBezTo>
                    <a:cubicBezTo>
                      <a:pt x="55475" y="235576"/>
                      <a:pt x="25704" y="223426"/>
                      <a:pt x="13086" y="204164"/>
                    </a:cubicBezTo>
                    <a:cubicBezTo>
                      <a:pt x="469" y="184901"/>
                      <a:pt x="0" y="150212"/>
                      <a:pt x="865" y="124310"/>
                    </a:cubicBezTo>
                    <a:cubicBezTo>
                      <a:pt x="1731" y="98409"/>
                      <a:pt x="5411" y="67139"/>
                      <a:pt x="18279" y="48757"/>
                    </a:cubicBezTo>
                    <a:cubicBezTo>
                      <a:pt x="31147" y="30375"/>
                      <a:pt x="57267" y="21075"/>
                      <a:pt x="78075" y="14017"/>
                    </a:cubicBezTo>
                    <a:cubicBezTo>
                      <a:pt x="98883" y="6960"/>
                      <a:pt x="123432" y="0"/>
                      <a:pt x="143126" y="6413"/>
                    </a:cubicBezTo>
                    <a:cubicBezTo>
                      <a:pt x="162820" y="12826"/>
                      <a:pt x="182965" y="32847"/>
                      <a:pt x="196238" y="52497"/>
                    </a:cubicBezTo>
                    <a:cubicBezTo>
                      <a:pt x="209511" y="72146"/>
                      <a:pt x="222847" y="100442"/>
                      <a:pt x="222764" y="124310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74" name="SCHEM_path-0072"/>
              <p:cNvSpPr/>
              <p:nvPr/>
            </p:nvSpPr>
            <p:spPr>
              <a:xfrm>
                <a:off x="1336294" y="3922052"/>
                <a:ext cx="204244" cy="277536"/>
              </a:xfrm>
              <a:custGeom>
                <a:avLst/>
                <a:gdLst/>
                <a:ahLst/>
                <a:cxnLst/>
                <a:rect l="0" t="0" r="r" b="b"/>
                <a:pathLst>
                  <a:path w="204244" h="277536">
                    <a:moveTo>
                      <a:pt x="200614" y="145710"/>
                    </a:moveTo>
                    <a:cubicBezTo>
                      <a:pt x="200095" y="173651"/>
                      <a:pt x="200824" y="207355"/>
                      <a:pt x="189760" y="228047"/>
                    </a:cubicBezTo>
                    <a:cubicBezTo>
                      <a:pt x="178695" y="248740"/>
                      <a:pt x="153671" y="263063"/>
                      <a:pt x="134226" y="269863"/>
                    </a:cubicBezTo>
                    <a:cubicBezTo>
                      <a:pt x="114782" y="276663"/>
                      <a:pt x="90778" y="277536"/>
                      <a:pt x="73092" y="268846"/>
                    </a:cubicBezTo>
                    <a:cubicBezTo>
                      <a:pt x="55407" y="260157"/>
                      <a:pt x="40287" y="238250"/>
                      <a:pt x="28115" y="217728"/>
                    </a:cubicBezTo>
                    <a:cubicBezTo>
                      <a:pt x="15943" y="197205"/>
                      <a:pt x="120" y="169773"/>
                      <a:pt x="60" y="145710"/>
                    </a:cubicBezTo>
                    <a:cubicBezTo>
                      <a:pt x="0" y="121646"/>
                      <a:pt x="16207" y="96399"/>
                      <a:pt x="27753" y="73347"/>
                    </a:cubicBezTo>
                    <a:cubicBezTo>
                      <a:pt x="39300" y="50295"/>
                      <a:pt x="51900" y="14793"/>
                      <a:pt x="69340" y="7396"/>
                    </a:cubicBezTo>
                    <a:cubicBezTo>
                      <a:pt x="86780" y="0"/>
                      <a:pt x="111805" y="20136"/>
                      <a:pt x="132394" y="28970"/>
                    </a:cubicBezTo>
                    <a:cubicBezTo>
                      <a:pt x="152983" y="37803"/>
                      <a:pt x="181504" y="40942"/>
                      <a:pt x="192874" y="60398"/>
                    </a:cubicBezTo>
                    <a:cubicBezTo>
                      <a:pt x="204244" y="79855"/>
                      <a:pt x="201133" y="117768"/>
                      <a:pt x="200614" y="145710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75" name="SCHEM_path-0073"/>
              <p:cNvSpPr/>
              <p:nvPr/>
            </p:nvSpPr>
            <p:spPr>
              <a:xfrm>
                <a:off x="1393011" y="4610973"/>
                <a:ext cx="260548" cy="192999"/>
              </a:xfrm>
              <a:custGeom>
                <a:avLst/>
                <a:gdLst/>
                <a:ahLst/>
                <a:cxnLst/>
                <a:rect l="0" t="0" r="r" b="b"/>
                <a:pathLst>
                  <a:path w="260548" h="192999">
                    <a:moveTo>
                      <a:pt x="259719" y="99073"/>
                    </a:moveTo>
                    <a:cubicBezTo>
                      <a:pt x="260548" y="116822"/>
                      <a:pt x="238843" y="138847"/>
                      <a:pt x="221637" y="153603"/>
                    </a:cubicBezTo>
                    <a:cubicBezTo>
                      <a:pt x="204430" y="168358"/>
                      <a:pt x="180713" y="182211"/>
                      <a:pt x="156481" y="187605"/>
                    </a:cubicBezTo>
                    <a:cubicBezTo>
                      <a:pt x="132250" y="192999"/>
                      <a:pt x="99149" y="192385"/>
                      <a:pt x="76248" y="185967"/>
                    </a:cubicBezTo>
                    <a:cubicBezTo>
                      <a:pt x="53347" y="179549"/>
                      <a:pt x="31639" y="163578"/>
                      <a:pt x="19075" y="149096"/>
                    </a:cubicBezTo>
                    <a:cubicBezTo>
                      <a:pt x="6512" y="134613"/>
                      <a:pt x="1736" y="116195"/>
                      <a:pt x="868" y="99073"/>
                    </a:cubicBezTo>
                    <a:cubicBezTo>
                      <a:pt x="0" y="81951"/>
                      <a:pt x="1351" y="60945"/>
                      <a:pt x="13869" y="46363"/>
                    </a:cubicBezTo>
                    <a:cubicBezTo>
                      <a:pt x="26386" y="31780"/>
                      <a:pt x="51852" y="18318"/>
                      <a:pt x="75973" y="11578"/>
                    </a:cubicBezTo>
                    <a:cubicBezTo>
                      <a:pt x="100094" y="4838"/>
                      <a:pt x="135146" y="0"/>
                      <a:pt x="158594" y="5922"/>
                    </a:cubicBezTo>
                    <a:cubicBezTo>
                      <a:pt x="182042" y="11845"/>
                      <a:pt x="199807" y="31587"/>
                      <a:pt x="216661" y="47112"/>
                    </a:cubicBezTo>
                    <a:cubicBezTo>
                      <a:pt x="233515" y="62637"/>
                      <a:pt x="258890" y="81325"/>
                      <a:pt x="259719" y="99073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76" name="SCHEM_path-0074"/>
              <p:cNvSpPr/>
              <p:nvPr/>
            </p:nvSpPr>
            <p:spPr>
              <a:xfrm>
                <a:off x="4480967" y="4267122"/>
                <a:ext cx="223454" cy="303955"/>
              </a:xfrm>
              <a:custGeom>
                <a:avLst/>
                <a:gdLst/>
                <a:ahLst/>
                <a:cxnLst/>
                <a:rect l="0" t="0" r="r" b="b"/>
                <a:pathLst>
                  <a:path w="223454" h="303955">
                    <a:moveTo>
                      <a:pt x="210979" y="143458"/>
                    </a:moveTo>
                    <a:cubicBezTo>
                      <a:pt x="211624" y="174581"/>
                      <a:pt x="223454" y="217242"/>
                      <a:pt x="212215" y="238654"/>
                    </a:cubicBezTo>
                    <a:cubicBezTo>
                      <a:pt x="200977" y="260067"/>
                      <a:pt x="166795" y="261986"/>
                      <a:pt x="143549" y="271933"/>
                    </a:cubicBezTo>
                    <a:cubicBezTo>
                      <a:pt x="120303" y="281879"/>
                      <a:pt x="94808" y="303955"/>
                      <a:pt x="72741" y="298334"/>
                    </a:cubicBezTo>
                    <a:cubicBezTo>
                      <a:pt x="50675" y="292712"/>
                      <a:pt x="22298" y="264016"/>
                      <a:pt x="11149" y="238204"/>
                    </a:cubicBezTo>
                    <a:cubicBezTo>
                      <a:pt x="0" y="212391"/>
                      <a:pt x="4297" y="173576"/>
                      <a:pt x="5847" y="143458"/>
                    </a:cubicBezTo>
                    <a:cubicBezTo>
                      <a:pt x="7397" y="113341"/>
                      <a:pt x="8480" y="80030"/>
                      <a:pt x="20449" y="57498"/>
                    </a:cubicBezTo>
                    <a:cubicBezTo>
                      <a:pt x="32418" y="34966"/>
                      <a:pt x="56849" y="16536"/>
                      <a:pt x="77661" y="8268"/>
                    </a:cubicBezTo>
                    <a:cubicBezTo>
                      <a:pt x="98473" y="0"/>
                      <a:pt x="123541" y="615"/>
                      <a:pt x="145322" y="7890"/>
                    </a:cubicBezTo>
                    <a:cubicBezTo>
                      <a:pt x="167102" y="15165"/>
                      <a:pt x="197403" y="29323"/>
                      <a:pt x="208346" y="51918"/>
                    </a:cubicBezTo>
                    <a:cubicBezTo>
                      <a:pt x="219289" y="74512"/>
                      <a:pt x="210334" y="112335"/>
                      <a:pt x="210979" y="143458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77" name="SCHEM_path-0075"/>
              <p:cNvSpPr/>
              <p:nvPr/>
            </p:nvSpPr>
            <p:spPr>
              <a:xfrm>
                <a:off x="922857" y="3862336"/>
                <a:ext cx="298063" cy="229771"/>
              </a:xfrm>
              <a:custGeom>
                <a:avLst/>
                <a:gdLst/>
                <a:ahLst/>
                <a:cxnLst/>
                <a:rect l="0" t="0" r="r" b="b"/>
                <a:pathLst>
                  <a:path w="298063" h="229771">
                    <a:moveTo>
                      <a:pt x="290696" y="111287"/>
                    </a:moveTo>
                    <a:cubicBezTo>
                      <a:pt x="289124" y="133023"/>
                      <a:pt x="287497" y="155339"/>
                      <a:pt x="273180" y="173993"/>
                    </a:cubicBezTo>
                    <a:cubicBezTo>
                      <a:pt x="258863" y="192647"/>
                      <a:pt x="232060" y="216652"/>
                      <a:pt x="204794" y="223212"/>
                    </a:cubicBezTo>
                    <a:cubicBezTo>
                      <a:pt x="177528" y="229771"/>
                      <a:pt x="136655" y="222046"/>
                      <a:pt x="109585" y="213350"/>
                    </a:cubicBezTo>
                    <a:cubicBezTo>
                      <a:pt x="82516" y="204655"/>
                      <a:pt x="60584" y="188050"/>
                      <a:pt x="42378" y="171040"/>
                    </a:cubicBezTo>
                    <a:cubicBezTo>
                      <a:pt x="24172" y="154029"/>
                      <a:pt x="700" y="131390"/>
                      <a:pt x="350" y="111287"/>
                    </a:cubicBezTo>
                    <a:cubicBezTo>
                      <a:pt x="0" y="91184"/>
                      <a:pt x="22315" y="67975"/>
                      <a:pt x="40279" y="50420"/>
                    </a:cubicBezTo>
                    <a:cubicBezTo>
                      <a:pt x="58243" y="32866"/>
                      <a:pt x="81849" y="11917"/>
                      <a:pt x="108133" y="5958"/>
                    </a:cubicBezTo>
                    <a:cubicBezTo>
                      <a:pt x="134417" y="0"/>
                      <a:pt x="168904" y="8400"/>
                      <a:pt x="197983" y="14670"/>
                    </a:cubicBezTo>
                    <a:cubicBezTo>
                      <a:pt x="227063" y="20940"/>
                      <a:pt x="267159" y="27474"/>
                      <a:pt x="282611" y="43577"/>
                    </a:cubicBezTo>
                    <a:cubicBezTo>
                      <a:pt x="298063" y="59680"/>
                      <a:pt x="292268" y="89551"/>
                      <a:pt x="290696" y="111287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78" name="SCHEM_path-0076"/>
              <p:cNvSpPr/>
              <p:nvPr/>
            </p:nvSpPr>
            <p:spPr>
              <a:xfrm>
                <a:off x="1797360" y="4145926"/>
                <a:ext cx="220497" cy="292206"/>
              </a:xfrm>
              <a:custGeom>
                <a:avLst/>
                <a:gdLst/>
                <a:ahLst/>
                <a:cxnLst/>
                <a:rect l="0" t="0" r="r" b="b"/>
                <a:pathLst>
                  <a:path w="220497" h="292206">
                    <a:moveTo>
                      <a:pt x="217932" y="144583"/>
                    </a:moveTo>
                    <a:cubicBezTo>
                      <a:pt x="217491" y="173487"/>
                      <a:pt x="217764" y="206638"/>
                      <a:pt x="206788" y="230030"/>
                    </a:cubicBezTo>
                    <a:cubicBezTo>
                      <a:pt x="195813" y="253422"/>
                      <a:pt x="172283" y="277667"/>
                      <a:pt x="152079" y="284937"/>
                    </a:cubicBezTo>
                    <a:cubicBezTo>
                      <a:pt x="131875" y="292206"/>
                      <a:pt x="104859" y="284115"/>
                      <a:pt x="85565" y="273649"/>
                    </a:cubicBezTo>
                    <a:cubicBezTo>
                      <a:pt x="66272" y="263184"/>
                      <a:pt x="50319" y="243655"/>
                      <a:pt x="36316" y="222144"/>
                    </a:cubicBezTo>
                    <a:cubicBezTo>
                      <a:pt x="22314" y="200633"/>
                      <a:pt x="3099" y="171918"/>
                      <a:pt x="1550" y="144583"/>
                    </a:cubicBezTo>
                    <a:cubicBezTo>
                      <a:pt x="0" y="117247"/>
                      <a:pt x="12885" y="79109"/>
                      <a:pt x="27019" y="58131"/>
                    </a:cubicBezTo>
                    <a:cubicBezTo>
                      <a:pt x="41153" y="37152"/>
                      <a:pt x="65597" y="27348"/>
                      <a:pt x="86354" y="18712"/>
                    </a:cubicBezTo>
                    <a:cubicBezTo>
                      <a:pt x="107112" y="10076"/>
                      <a:pt x="131050" y="0"/>
                      <a:pt x="151564" y="6315"/>
                    </a:cubicBezTo>
                    <a:cubicBezTo>
                      <a:pt x="172077" y="12631"/>
                      <a:pt x="198374" y="33559"/>
                      <a:pt x="209435" y="56604"/>
                    </a:cubicBezTo>
                    <a:cubicBezTo>
                      <a:pt x="220497" y="79648"/>
                      <a:pt x="218373" y="115678"/>
                      <a:pt x="217932" y="144583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79" name="SCHEM_path-0077"/>
              <p:cNvSpPr/>
              <p:nvPr/>
            </p:nvSpPr>
            <p:spPr>
              <a:xfrm>
                <a:off x="1877467" y="4046093"/>
                <a:ext cx="255197" cy="253909"/>
              </a:xfrm>
              <a:custGeom>
                <a:avLst/>
                <a:gdLst/>
                <a:ahLst/>
                <a:cxnLst/>
                <a:rect l="0" t="0" r="r" b="b"/>
                <a:pathLst>
                  <a:path w="255197" h="253909">
                    <a:moveTo>
                      <a:pt x="253249" y="128492"/>
                    </a:moveTo>
                    <a:cubicBezTo>
                      <a:pt x="255197" y="150329"/>
                      <a:pt x="246640" y="180765"/>
                      <a:pt x="232232" y="198028"/>
                    </a:cubicBezTo>
                    <a:cubicBezTo>
                      <a:pt x="217823" y="215291"/>
                      <a:pt x="190406" y="223848"/>
                      <a:pt x="166797" y="232071"/>
                    </a:cubicBezTo>
                    <a:cubicBezTo>
                      <a:pt x="143188" y="240294"/>
                      <a:pt x="112054" y="253909"/>
                      <a:pt x="90578" y="247367"/>
                    </a:cubicBezTo>
                    <a:cubicBezTo>
                      <a:pt x="69103" y="240825"/>
                      <a:pt x="52927" y="212632"/>
                      <a:pt x="37943" y="192820"/>
                    </a:cubicBezTo>
                    <a:cubicBezTo>
                      <a:pt x="22960" y="173007"/>
                      <a:pt x="1357" y="150402"/>
                      <a:pt x="678" y="128492"/>
                    </a:cubicBezTo>
                    <a:cubicBezTo>
                      <a:pt x="0" y="106582"/>
                      <a:pt x="18753" y="80775"/>
                      <a:pt x="33873" y="61360"/>
                    </a:cubicBezTo>
                    <a:cubicBezTo>
                      <a:pt x="48992" y="41946"/>
                      <a:pt x="68343" y="20704"/>
                      <a:pt x="91396" y="12006"/>
                    </a:cubicBezTo>
                    <a:cubicBezTo>
                      <a:pt x="114450" y="3307"/>
                      <a:pt x="150668" y="0"/>
                      <a:pt x="172192" y="9167"/>
                    </a:cubicBezTo>
                    <a:cubicBezTo>
                      <a:pt x="193717" y="18335"/>
                      <a:pt x="207033" y="47123"/>
                      <a:pt x="220543" y="67010"/>
                    </a:cubicBezTo>
                    <a:cubicBezTo>
                      <a:pt x="234052" y="86898"/>
                      <a:pt x="251301" y="106656"/>
                      <a:pt x="253249" y="128492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80" name="SCHEM_path-0078"/>
              <p:cNvSpPr/>
              <p:nvPr/>
            </p:nvSpPr>
            <p:spPr>
              <a:xfrm>
                <a:off x="7816390" y="4711090"/>
                <a:ext cx="208036" cy="201133"/>
              </a:xfrm>
              <a:custGeom>
                <a:avLst/>
                <a:gdLst/>
                <a:ahLst/>
                <a:cxnLst/>
                <a:rect l="0" t="0" r="r" b="b"/>
                <a:pathLst>
                  <a:path w="208036" h="201133">
                    <a:moveTo>
                      <a:pt x="207880" y="99180"/>
                    </a:moveTo>
                    <a:cubicBezTo>
                      <a:pt x="207724" y="117219"/>
                      <a:pt x="192319" y="137059"/>
                      <a:pt x="179537" y="152995"/>
                    </a:cubicBezTo>
                    <a:cubicBezTo>
                      <a:pt x="166754" y="168930"/>
                      <a:pt x="150659" y="188449"/>
                      <a:pt x="131185" y="194791"/>
                    </a:cubicBezTo>
                    <a:cubicBezTo>
                      <a:pt x="111712" y="201133"/>
                      <a:pt x="82834" y="197728"/>
                      <a:pt x="62696" y="191044"/>
                    </a:cubicBezTo>
                    <a:cubicBezTo>
                      <a:pt x="42558" y="184360"/>
                      <a:pt x="20715" y="169997"/>
                      <a:pt x="10358" y="154686"/>
                    </a:cubicBezTo>
                    <a:cubicBezTo>
                      <a:pt x="0" y="139375"/>
                      <a:pt x="417" y="117595"/>
                      <a:pt x="550" y="99180"/>
                    </a:cubicBezTo>
                    <a:cubicBezTo>
                      <a:pt x="684" y="80764"/>
                      <a:pt x="942" y="59885"/>
                      <a:pt x="11159" y="44191"/>
                    </a:cubicBezTo>
                    <a:cubicBezTo>
                      <a:pt x="21377" y="28496"/>
                      <a:pt x="42493" y="10023"/>
                      <a:pt x="61854" y="5012"/>
                    </a:cubicBezTo>
                    <a:cubicBezTo>
                      <a:pt x="81216" y="0"/>
                      <a:pt x="107560" y="7497"/>
                      <a:pt x="127330" y="14121"/>
                    </a:cubicBezTo>
                    <a:cubicBezTo>
                      <a:pt x="147100" y="20746"/>
                      <a:pt x="167048" y="30583"/>
                      <a:pt x="180473" y="44759"/>
                    </a:cubicBezTo>
                    <a:cubicBezTo>
                      <a:pt x="193898" y="58936"/>
                      <a:pt x="208036" y="81140"/>
                      <a:pt x="207880" y="99180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81" name="SCHEM_path-0079"/>
              <p:cNvSpPr/>
              <p:nvPr/>
            </p:nvSpPr>
            <p:spPr>
              <a:xfrm>
                <a:off x="6895052" y="4819509"/>
                <a:ext cx="171599" cy="284100"/>
              </a:xfrm>
              <a:custGeom>
                <a:avLst/>
                <a:gdLst/>
                <a:ahLst/>
                <a:cxnLst/>
                <a:rect l="0" t="0" r="r" b="b"/>
                <a:pathLst>
                  <a:path w="171599" h="284100">
                    <a:moveTo>
                      <a:pt x="164926" y="144422"/>
                    </a:moveTo>
                    <a:cubicBezTo>
                      <a:pt x="166399" y="170964"/>
                      <a:pt x="171599" y="209110"/>
                      <a:pt x="162664" y="228905"/>
                    </a:cubicBezTo>
                    <a:cubicBezTo>
                      <a:pt x="153729" y="248699"/>
                      <a:pt x="128844" y="255295"/>
                      <a:pt x="111315" y="263190"/>
                    </a:cubicBezTo>
                    <a:cubicBezTo>
                      <a:pt x="93787" y="271085"/>
                      <a:pt x="72634" y="284100"/>
                      <a:pt x="57494" y="276275"/>
                    </a:cubicBezTo>
                    <a:cubicBezTo>
                      <a:pt x="42354" y="268449"/>
                      <a:pt x="29788" y="238214"/>
                      <a:pt x="20478" y="216239"/>
                    </a:cubicBezTo>
                    <a:cubicBezTo>
                      <a:pt x="11167" y="194263"/>
                      <a:pt x="3258" y="170152"/>
                      <a:pt x="1629" y="144422"/>
                    </a:cubicBezTo>
                    <a:cubicBezTo>
                      <a:pt x="0" y="118693"/>
                      <a:pt x="1509" y="84376"/>
                      <a:pt x="10704" y="61862"/>
                    </a:cubicBezTo>
                    <a:cubicBezTo>
                      <a:pt x="19899" y="39348"/>
                      <a:pt x="39473" y="17974"/>
                      <a:pt x="56800" y="9339"/>
                    </a:cubicBezTo>
                    <a:cubicBezTo>
                      <a:pt x="74127" y="704"/>
                      <a:pt x="98495" y="0"/>
                      <a:pt x="114666" y="10053"/>
                    </a:cubicBezTo>
                    <a:cubicBezTo>
                      <a:pt x="130837" y="20105"/>
                      <a:pt x="145450" y="47259"/>
                      <a:pt x="153827" y="69654"/>
                    </a:cubicBezTo>
                    <a:cubicBezTo>
                      <a:pt x="162204" y="92049"/>
                      <a:pt x="163453" y="117880"/>
                      <a:pt x="164926" y="144422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82" name="SCHEM_path-0080"/>
              <p:cNvSpPr/>
              <p:nvPr/>
            </p:nvSpPr>
            <p:spPr>
              <a:xfrm>
                <a:off x="7128851" y="4486341"/>
                <a:ext cx="201246" cy="278273"/>
              </a:xfrm>
              <a:custGeom>
                <a:avLst/>
                <a:gdLst/>
                <a:ahLst/>
                <a:cxnLst/>
                <a:rect l="0" t="0" r="r" b="b"/>
                <a:pathLst>
                  <a:path w="201246" h="278273">
                    <a:moveTo>
                      <a:pt x="193976" y="132195"/>
                    </a:moveTo>
                    <a:cubicBezTo>
                      <a:pt x="191425" y="157688"/>
                      <a:pt x="185922" y="181572"/>
                      <a:pt x="175915" y="201160"/>
                    </a:cubicBezTo>
                    <a:cubicBezTo>
                      <a:pt x="165909" y="220749"/>
                      <a:pt x="151197" y="238118"/>
                      <a:pt x="133938" y="249727"/>
                    </a:cubicBezTo>
                    <a:cubicBezTo>
                      <a:pt x="116678" y="261335"/>
                      <a:pt x="89415" y="278273"/>
                      <a:pt x="72357" y="270810"/>
                    </a:cubicBezTo>
                    <a:cubicBezTo>
                      <a:pt x="55299" y="263347"/>
                      <a:pt x="43352" y="228052"/>
                      <a:pt x="31589" y="204950"/>
                    </a:cubicBezTo>
                    <a:cubicBezTo>
                      <a:pt x="19825" y="181847"/>
                      <a:pt x="3553" y="158191"/>
                      <a:pt x="1777" y="132195"/>
                    </a:cubicBezTo>
                    <a:cubicBezTo>
                      <a:pt x="0" y="106199"/>
                      <a:pt x="8682" y="70066"/>
                      <a:pt x="20928" y="48973"/>
                    </a:cubicBezTo>
                    <a:cubicBezTo>
                      <a:pt x="33175" y="27881"/>
                      <a:pt x="56440" y="11280"/>
                      <a:pt x="75256" y="5640"/>
                    </a:cubicBezTo>
                    <a:cubicBezTo>
                      <a:pt x="94073" y="0"/>
                      <a:pt x="114498" y="8038"/>
                      <a:pt x="133825" y="15132"/>
                    </a:cubicBezTo>
                    <a:cubicBezTo>
                      <a:pt x="153152" y="22226"/>
                      <a:pt x="181195" y="28691"/>
                      <a:pt x="191221" y="48202"/>
                    </a:cubicBezTo>
                    <a:cubicBezTo>
                      <a:pt x="201246" y="67712"/>
                      <a:pt x="196526" y="106702"/>
                      <a:pt x="193976" y="132195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83" name="SCHEM_path-0081"/>
              <p:cNvSpPr/>
              <p:nvPr/>
            </p:nvSpPr>
            <p:spPr>
              <a:xfrm>
                <a:off x="5994954" y="4047108"/>
                <a:ext cx="269789" cy="196694"/>
              </a:xfrm>
              <a:custGeom>
                <a:avLst/>
                <a:gdLst/>
                <a:ahLst/>
                <a:cxnLst/>
                <a:rect l="0" t="0" r="r" b="b"/>
                <a:pathLst>
                  <a:path w="269789" h="196694">
                    <a:moveTo>
                      <a:pt x="268832" y="103845"/>
                    </a:moveTo>
                    <a:cubicBezTo>
                      <a:pt x="267874" y="121985"/>
                      <a:pt x="250544" y="142171"/>
                      <a:pt x="235177" y="156679"/>
                    </a:cubicBezTo>
                    <a:cubicBezTo>
                      <a:pt x="219811" y="171187"/>
                      <a:pt x="198855" y="185092"/>
                      <a:pt x="176634" y="190893"/>
                    </a:cubicBezTo>
                    <a:cubicBezTo>
                      <a:pt x="154414" y="196694"/>
                      <a:pt x="125674" y="196282"/>
                      <a:pt x="101854" y="191485"/>
                    </a:cubicBezTo>
                    <a:cubicBezTo>
                      <a:pt x="78035" y="186687"/>
                      <a:pt x="50650" y="176716"/>
                      <a:pt x="33717" y="162109"/>
                    </a:cubicBezTo>
                    <a:cubicBezTo>
                      <a:pt x="16784" y="147502"/>
                      <a:pt x="0" y="123125"/>
                      <a:pt x="256" y="103845"/>
                    </a:cubicBezTo>
                    <a:cubicBezTo>
                      <a:pt x="512" y="84566"/>
                      <a:pt x="19111" y="62881"/>
                      <a:pt x="35255" y="46430"/>
                    </a:cubicBezTo>
                    <a:cubicBezTo>
                      <a:pt x="51398" y="29979"/>
                      <a:pt x="73468" y="10279"/>
                      <a:pt x="97117" y="5139"/>
                    </a:cubicBezTo>
                    <a:cubicBezTo>
                      <a:pt x="120766" y="0"/>
                      <a:pt x="153182" y="8477"/>
                      <a:pt x="177149" y="15594"/>
                    </a:cubicBezTo>
                    <a:cubicBezTo>
                      <a:pt x="201117" y="22712"/>
                      <a:pt x="225642" y="33136"/>
                      <a:pt x="240922" y="47844"/>
                    </a:cubicBezTo>
                    <a:cubicBezTo>
                      <a:pt x="256203" y="62553"/>
                      <a:pt x="269789" y="85706"/>
                      <a:pt x="268832" y="103845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84" name="SCHEM_path-0082"/>
              <p:cNvSpPr/>
              <p:nvPr/>
            </p:nvSpPr>
            <p:spPr>
              <a:xfrm>
                <a:off x="560472" y="4187372"/>
                <a:ext cx="221786" cy="213855"/>
              </a:xfrm>
              <a:custGeom>
                <a:avLst/>
                <a:gdLst/>
                <a:ahLst/>
                <a:cxnLst/>
                <a:rect l="0" t="0" r="r" b="b"/>
                <a:pathLst>
                  <a:path w="221786" h="213855">
                    <a:moveTo>
                      <a:pt x="221565" y="108965"/>
                    </a:moveTo>
                    <a:cubicBezTo>
                      <a:pt x="221345" y="129091"/>
                      <a:pt x="202268" y="153464"/>
                      <a:pt x="188072" y="168854"/>
                    </a:cubicBezTo>
                    <a:cubicBezTo>
                      <a:pt x="173876" y="184244"/>
                      <a:pt x="155341" y="194404"/>
                      <a:pt x="136392" y="201303"/>
                    </a:cubicBezTo>
                    <a:cubicBezTo>
                      <a:pt x="117443" y="208202"/>
                      <a:pt x="95293" y="213855"/>
                      <a:pt x="74378" y="210249"/>
                    </a:cubicBezTo>
                    <a:cubicBezTo>
                      <a:pt x="53462" y="206642"/>
                      <a:pt x="21796" y="196543"/>
                      <a:pt x="10898" y="179663"/>
                    </a:cubicBezTo>
                    <a:cubicBezTo>
                      <a:pt x="0" y="162782"/>
                      <a:pt x="7555" y="131475"/>
                      <a:pt x="8988" y="108965"/>
                    </a:cubicBezTo>
                    <a:cubicBezTo>
                      <a:pt x="10421" y="86455"/>
                      <a:pt x="8725" y="61881"/>
                      <a:pt x="19496" y="44604"/>
                    </a:cubicBezTo>
                    <a:cubicBezTo>
                      <a:pt x="30267" y="27326"/>
                      <a:pt x="53928" y="10600"/>
                      <a:pt x="73615" y="5300"/>
                    </a:cubicBezTo>
                    <a:cubicBezTo>
                      <a:pt x="93302" y="0"/>
                      <a:pt x="118319" y="5671"/>
                      <a:pt x="137616" y="12804"/>
                    </a:cubicBezTo>
                    <a:cubicBezTo>
                      <a:pt x="156913" y="19938"/>
                      <a:pt x="175405" y="32072"/>
                      <a:pt x="189397" y="48099"/>
                    </a:cubicBezTo>
                    <a:cubicBezTo>
                      <a:pt x="203388" y="64126"/>
                      <a:pt x="221786" y="88839"/>
                      <a:pt x="221565" y="108965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85" name="SCHEM_path-0083"/>
              <p:cNvSpPr/>
              <p:nvPr/>
            </p:nvSpPr>
            <p:spPr>
              <a:xfrm>
                <a:off x="5323503" y="4647260"/>
                <a:ext cx="306945" cy="290894"/>
              </a:xfrm>
              <a:custGeom>
                <a:avLst/>
                <a:gdLst/>
                <a:ahLst/>
                <a:cxnLst/>
                <a:rect l="0" t="0" r="r" b="b"/>
                <a:pathLst>
                  <a:path w="306945" h="290894">
                    <a:moveTo>
                      <a:pt x="306787" y="160443"/>
                    </a:moveTo>
                    <a:cubicBezTo>
                      <a:pt x="306628" y="189909"/>
                      <a:pt x="296313" y="228166"/>
                      <a:pt x="277260" y="248509"/>
                    </a:cubicBezTo>
                    <a:cubicBezTo>
                      <a:pt x="258207" y="268852"/>
                      <a:pt x="220558" y="276203"/>
                      <a:pt x="192468" y="282499"/>
                    </a:cubicBezTo>
                    <a:cubicBezTo>
                      <a:pt x="164379" y="288796"/>
                      <a:pt x="138116" y="290894"/>
                      <a:pt x="108722" y="286289"/>
                    </a:cubicBezTo>
                    <a:cubicBezTo>
                      <a:pt x="79329" y="281684"/>
                      <a:pt x="32217" y="275844"/>
                      <a:pt x="16108" y="254870"/>
                    </a:cubicBezTo>
                    <a:cubicBezTo>
                      <a:pt x="0" y="233896"/>
                      <a:pt x="10703" y="190962"/>
                      <a:pt x="12072" y="160443"/>
                    </a:cubicBezTo>
                    <a:cubicBezTo>
                      <a:pt x="13441" y="129925"/>
                      <a:pt x="8754" y="94330"/>
                      <a:pt x="24323" y="71757"/>
                    </a:cubicBezTo>
                    <a:cubicBezTo>
                      <a:pt x="39891" y="49185"/>
                      <a:pt x="75735" y="35670"/>
                      <a:pt x="105483" y="25008"/>
                    </a:cubicBezTo>
                    <a:cubicBezTo>
                      <a:pt x="135230" y="14346"/>
                      <a:pt x="174019" y="0"/>
                      <a:pt x="202807" y="7784"/>
                    </a:cubicBezTo>
                    <a:cubicBezTo>
                      <a:pt x="231594" y="15569"/>
                      <a:pt x="260879" y="46271"/>
                      <a:pt x="278209" y="71714"/>
                    </a:cubicBezTo>
                    <a:cubicBezTo>
                      <a:pt x="295539" y="97158"/>
                      <a:pt x="306945" y="130978"/>
                      <a:pt x="306787" y="160443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86" name="SCHEM_path-0084"/>
              <p:cNvSpPr/>
              <p:nvPr/>
            </p:nvSpPr>
            <p:spPr>
              <a:xfrm>
                <a:off x="8132220" y="4667470"/>
                <a:ext cx="204383" cy="196748"/>
              </a:xfrm>
              <a:custGeom>
                <a:avLst/>
                <a:gdLst/>
                <a:ahLst/>
                <a:cxnLst/>
                <a:rect l="0" t="0" r="r" b="b"/>
                <a:pathLst>
                  <a:path w="204383" h="196748">
                    <a:moveTo>
                      <a:pt x="202477" y="92870"/>
                    </a:moveTo>
                    <a:cubicBezTo>
                      <a:pt x="204383" y="112186"/>
                      <a:pt x="202765" y="139862"/>
                      <a:pt x="190349" y="154564"/>
                    </a:cubicBezTo>
                    <a:cubicBezTo>
                      <a:pt x="177934" y="169266"/>
                      <a:pt x="149543" y="175074"/>
                      <a:pt x="127984" y="181083"/>
                    </a:cubicBezTo>
                    <a:cubicBezTo>
                      <a:pt x="106425" y="187091"/>
                      <a:pt x="79371" y="196748"/>
                      <a:pt x="60996" y="190616"/>
                    </a:cubicBezTo>
                    <a:cubicBezTo>
                      <a:pt x="42622" y="184485"/>
                      <a:pt x="27815" y="160586"/>
                      <a:pt x="17736" y="144295"/>
                    </a:cubicBezTo>
                    <a:cubicBezTo>
                      <a:pt x="7657" y="128004"/>
                      <a:pt x="1046" y="110355"/>
                      <a:pt x="523" y="92870"/>
                    </a:cubicBezTo>
                    <a:cubicBezTo>
                      <a:pt x="0" y="75386"/>
                      <a:pt x="3422" y="52639"/>
                      <a:pt x="14597" y="39388"/>
                    </a:cubicBezTo>
                    <a:cubicBezTo>
                      <a:pt x="25771" y="26138"/>
                      <a:pt x="48644" y="19231"/>
                      <a:pt x="67569" y="13369"/>
                    </a:cubicBezTo>
                    <a:cubicBezTo>
                      <a:pt x="86493" y="7507"/>
                      <a:pt x="109585" y="0"/>
                      <a:pt x="128143" y="4217"/>
                    </a:cubicBezTo>
                    <a:cubicBezTo>
                      <a:pt x="146701" y="8433"/>
                      <a:pt x="166526" y="23894"/>
                      <a:pt x="178916" y="38669"/>
                    </a:cubicBezTo>
                    <a:cubicBezTo>
                      <a:pt x="191305" y="53445"/>
                      <a:pt x="200572" y="73554"/>
                      <a:pt x="202477" y="92870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87" name="SCHEM_path-0085"/>
              <p:cNvSpPr/>
              <p:nvPr/>
            </p:nvSpPr>
            <p:spPr>
              <a:xfrm>
                <a:off x="5169511" y="4417380"/>
                <a:ext cx="243577" cy="185194"/>
              </a:xfrm>
              <a:custGeom>
                <a:avLst/>
                <a:gdLst/>
                <a:ahLst/>
                <a:cxnLst/>
                <a:rect l="0" t="0" r="r" b="b"/>
                <a:pathLst>
                  <a:path w="243577" h="185194">
                    <a:moveTo>
                      <a:pt x="243294" y="93466"/>
                    </a:moveTo>
                    <a:cubicBezTo>
                      <a:pt x="243010" y="109469"/>
                      <a:pt x="232310" y="128587"/>
                      <a:pt x="218086" y="141054"/>
                    </a:cubicBezTo>
                    <a:cubicBezTo>
                      <a:pt x="203862" y="153520"/>
                      <a:pt x="180799" y="161620"/>
                      <a:pt x="157952" y="168264"/>
                    </a:cubicBezTo>
                    <a:cubicBezTo>
                      <a:pt x="135104" y="174907"/>
                      <a:pt x="103361" y="185194"/>
                      <a:pt x="81000" y="180914"/>
                    </a:cubicBezTo>
                    <a:cubicBezTo>
                      <a:pt x="58638" y="176635"/>
                      <a:pt x="37065" y="157163"/>
                      <a:pt x="23783" y="142588"/>
                    </a:cubicBezTo>
                    <a:cubicBezTo>
                      <a:pt x="10501" y="128013"/>
                      <a:pt x="2616" y="110491"/>
                      <a:pt x="1308" y="93466"/>
                    </a:cubicBezTo>
                    <a:cubicBezTo>
                      <a:pt x="0" y="76440"/>
                      <a:pt x="2367" y="54410"/>
                      <a:pt x="15934" y="40436"/>
                    </a:cubicBezTo>
                    <a:cubicBezTo>
                      <a:pt x="29501" y="26463"/>
                      <a:pt x="58032" y="15379"/>
                      <a:pt x="82711" y="9624"/>
                    </a:cubicBezTo>
                    <a:cubicBezTo>
                      <a:pt x="107389" y="3868"/>
                      <a:pt x="141161" y="0"/>
                      <a:pt x="164007" y="5901"/>
                    </a:cubicBezTo>
                    <a:cubicBezTo>
                      <a:pt x="186853" y="11803"/>
                      <a:pt x="206572" y="30437"/>
                      <a:pt x="219786" y="45031"/>
                    </a:cubicBezTo>
                    <a:cubicBezTo>
                      <a:pt x="233001" y="59625"/>
                      <a:pt x="243577" y="77462"/>
                      <a:pt x="243294" y="93466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88" name="SCHEM_path-0086"/>
              <p:cNvSpPr/>
              <p:nvPr/>
            </p:nvSpPr>
            <p:spPr>
              <a:xfrm>
                <a:off x="1753773" y="4762270"/>
                <a:ext cx="239735" cy="261937"/>
              </a:xfrm>
              <a:custGeom>
                <a:avLst/>
                <a:gdLst/>
                <a:ahLst/>
                <a:cxnLst/>
                <a:rect l="0" t="0" r="r" b="b"/>
                <a:pathLst>
                  <a:path w="239735" h="261937">
                    <a:moveTo>
                      <a:pt x="238171" y="132178"/>
                    </a:moveTo>
                    <a:cubicBezTo>
                      <a:pt x="239735" y="155371"/>
                      <a:pt x="229586" y="187428"/>
                      <a:pt x="214875" y="205213"/>
                    </a:cubicBezTo>
                    <a:cubicBezTo>
                      <a:pt x="200164" y="222998"/>
                      <a:pt x="173010" y="230549"/>
                      <a:pt x="149904" y="238888"/>
                    </a:cubicBezTo>
                    <a:cubicBezTo>
                      <a:pt x="126799" y="247227"/>
                      <a:pt x="97011" y="261937"/>
                      <a:pt x="76244" y="255246"/>
                    </a:cubicBezTo>
                    <a:cubicBezTo>
                      <a:pt x="55477" y="248556"/>
                      <a:pt x="37873" y="219256"/>
                      <a:pt x="25301" y="198745"/>
                    </a:cubicBezTo>
                    <a:cubicBezTo>
                      <a:pt x="12728" y="178233"/>
                      <a:pt x="1618" y="154962"/>
                      <a:pt x="809" y="132178"/>
                    </a:cubicBezTo>
                    <a:cubicBezTo>
                      <a:pt x="0" y="109393"/>
                      <a:pt x="8015" y="82986"/>
                      <a:pt x="20447" y="62036"/>
                    </a:cubicBezTo>
                    <a:cubicBezTo>
                      <a:pt x="32878" y="41085"/>
                      <a:pt x="53701" y="12952"/>
                      <a:pt x="75400" y="6476"/>
                    </a:cubicBezTo>
                    <a:cubicBezTo>
                      <a:pt x="97098" y="0"/>
                      <a:pt x="128956" y="13251"/>
                      <a:pt x="150637" y="23181"/>
                    </a:cubicBezTo>
                    <a:cubicBezTo>
                      <a:pt x="172319" y="33111"/>
                      <a:pt x="190900" y="47888"/>
                      <a:pt x="205489" y="66054"/>
                    </a:cubicBezTo>
                    <a:cubicBezTo>
                      <a:pt x="220078" y="84220"/>
                      <a:pt x="236606" y="108984"/>
                      <a:pt x="238171" y="132178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89" name="SCHEM_path-0087"/>
              <p:cNvSpPr/>
              <p:nvPr/>
            </p:nvSpPr>
            <p:spPr>
              <a:xfrm>
                <a:off x="937668" y="4237406"/>
                <a:ext cx="306540" cy="240659"/>
              </a:xfrm>
              <a:custGeom>
                <a:avLst/>
                <a:gdLst/>
                <a:ahLst/>
                <a:cxnLst/>
                <a:rect l="0" t="0" r="r" b="b"/>
                <a:pathLst>
                  <a:path w="306540" h="240659">
                    <a:moveTo>
                      <a:pt x="290368" y="123507"/>
                    </a:moveTo>
                    <a:cubicBezTo>
                      <a:pt x="292329" y="149178"/>
                      <a:pt x="306540" y="186763"/>
                      <a:pt x="291538" y="204135"/>
                    </a:cubicBezTo>
                    <a:cubicBezTo>
                      <a:pt x="276536" y="221507"/>
                      <a:pt x="229453" y="222377"/>
                      <a:pt x="200357" y="227741"/>
                    </a:cubicBezTo>
                    <a:cubicBezTo>
                      <a:pt x="171262" y="233104"/>
                      <a:pt x="144846" y="240659"/>
                      <a:pt x="116964" y="236316"/>
                    </a:cubicBezTo>
                    <a:cubicBezTo>
                      <a:pt x="89083" y="231973"/>
                      <a:pt x="52109" y="220484"/>
                      <a:pt x="33070" y="201682"/>
                    </a:cubicBezTo>
                    <a:cubicBezTo>
                      <a:pt x="14031" y="182881"/>
                      <a:pt x="0" y="147888"/>
                      <a:pt x="2731" y="123507"/>
                    </a:cubicBezTo>
                    <a:cubicBezTo>
                      <a:pt x="5462" y="99127"/>
                      <a:pt x="30718" y="74983"/>
                      <a:pt x="49457" y="55400"/>
                    </a:cubicBezTo>
                    <a:cubicBezTo>
                      <a:pt x="68195" y="35817"/>
                      <a:pt x="90017" y="12018"/>
                      <a:pt x="115162" y="6009"/>
                    </a:cubicBezTo>
                    <a:cubicBezTo>
                      <a:pt x="140308" y="0"/>
                      <a:pt x="172895" y="11995"/>
                      <a:pt x="200330" y="19345"/>
                    </a:cubicBezTo>
                    <a:cubicBezTo>
                      <a:pt x="227765" y="26695"/>
                      <a:pt x="264766" y="32749"/>
                      <a:pt x="279772" y="50109"/>
                    </a:cubicBezTo>
                    <a:cubicBezTo>
                      <a:pt x="294778" y="67469"/>
                      <a:pt x="288407" y="97836"/>
                      <a:pt x="290368" y="123507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90" name="SCHEM_path-0088"/>
              <p:cNvSpPr/>
              <p:nvPr/>
            </p:nvSpPr>
            <p:spPr>
              <a:xfrm>
                <a:off x="8092668" y="4024645"/>
                <a:ext cx="236639" cy="258823"/>
              </a:xfrm>
              <a:custGeom>
                <a:avLst/>
                <a:gdLst/>
                <a:ahLst/>
                <a:cxnLst/>
                <a:rect l="0" t="0" r="r" b="b"/>
                <a:pathLst>
                  <a:path w="236639" h="258823">
                    <a:moveTo>
                      <a:pt x="234989" y="129458"/>
                    </a:moveTo>
                    <a:cubicBezTo>
                      <a:pt x="236639" y="155487"/>
                      <a:pt x="231838" y="191146"/>
                      <a:pt x="218607" y="211719"/>
                    </a:cubicBezTo>
                    <a:cubicBezTo>
                      <a:pt x="205377" y="232291"/>
                      <a:pt x="177366" y="246961"/>
                      <a:pt x="155607" y="252892"/>
                    </a:cubicBezTo>
                    <a:cubicBezTo>
                      <a:pt x="133849" y="258823"/>
                      <a:pt x="109530" y="254625"/>
                      <a:pt x="88057" y="247302"/>
                    </a:cubicBezTo>
                    <a:cubicBezTo>
                      <a:pt x="66584" y="239979"/>
                      <a:pt x="41375" y="228594"/>
                      <a:pt x="26772" y="208953"/>
                    </a:cubicBezTo>
                    <a:cubicBezTo>
                      <a:pt x="12168" y="189312"/>
                      <a:pt x="0" y="155588"/>
                      <a:pt x="437" y="129458"/>
                    </a:cubicBezTo>
                    <a:cubicBezTo>
                      <a:pt x="875" y="103329"/>
                      <a:pt x="14912" y="72244"/>
                      <a:pt x="29395" y="52176"/>
                    </a:cubicBezTo>
                    <a:cubicBezTo>
                      <a:pt x="43879" y="32108"/>
                      <a:pt x="66384" y="16453"/>
                      <a:pt x="87338" y="9048"/>
                    </a:cubicBezTo>
                    <a:cubicBezTo>
                      <a:pt x="108293" y="1644"/>
                      <a:pt x="134896" y="0"/>
                      <a:pt x="155124" y="7749"/>
                    </a:cubicBezTo>
                    <a:cubicBezTo>
                      <a:pt x="175353" y="15499"/>
                      <a:pt x="195398" y="35260"/>
                      <a:pt x="208708" y="55545"/>
                    </a:cubicBezTo>
                    <a:cubicBezTo>
                      <a:pt x="222019" y="75830"/>
                      <a:pt x="233339" y="103429"/>
                      <a:pt x="234989" y="129458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91" name="SCHEM_path-0089"/>
              <p:cNvSpPr/>
              <p:nvPr/>
            </p:nvSpPr>
            <p:spPr>
              <a:xfrm>
                <a:off x="3741877" y="4663572"/>
                <a:ext cx="258888" cy="186263"/>
              </a:xfrm>
              <a:custGeom>
                <a:avLst/>
                <a:gdLst/>
                <a:ahLst/>
                <a:cxnLst/>
                <a:rect l="0" t="0" r="r" b="b"/>
                <a:pathLst>
                  <a:path w="258888" h="186263">
                    <a:moveTo>
                      <a:pt x="256164" y="95814"/>
                    </a:moveTo>
                    <a:cubicBezTo>
                      <a:pt x="253440" y="113143"/>
                      <a:pt x="231510" y="129354"/>
                      <a:pt x="216298" y="143398"/>
                    </a:cubicBezTo>
                    <a:cubicBezTo>
                      <a:pt x="201087" y="157443"/>
                      <a:pt x="185801" y="173903"/>
                      <a:pt x="164895" y="180083"/>
                    </a:cubicBezTo>
                    <a:cubicBezTo>
                      <a:pt x="143990" y="186263"/>
                      <a:pt x="114005" y="185375"/>
                      <a:pt x="90866" y="180479"/>
                    </a:cubicBezTo>
                    <a:cubicBezTo>
                      <a:pt x="67727" y="175584"/>
                      <a:pt x="41071" y="164823"/>
                      <a:pt x="26060" y="150712"/>
                    </a:cubicBezTo>
                    <a:cubicBezTo>
                      <a:pt x="11049" y="136601"/>
                      <a:pt x="0" y="113681"/>
                      <a:pt x="802" y="95814"/>
                    </a:cubicBezTo>
                    <a:cubicBezTo>
                      <a:pt x="1603" y="77946"/>
                      <a:pt x="16291" y="58601"/>
                      <a:pt x="30870" y="43506"/>
                    </a:cubicBezTo>
                    <a:cubicBezTo>
                      <a:pt x="45449" y="28411"/>
                      <a:pt x="65978" y="10485"/>
                      <a:pt x="88278" y="5242"/>
                    </a:cubicBezTo>
                    <a:cubicBezTo>
                      <a:pt x="110579" y="0"/>
                      <a:pt x="140612" y="6354"/>
                      <a:pt x="164673" y="12051"/>
                    </a:cubicBezTo>
                    <a:cubicBezTo>
                      <a:pt x="188733" y="17748"/>
                      <a:pt x="217393" y="25464"/>
                      <a:pt x="232641" y="39425"/>
                    </a:cubicBezTo>
                    <a:cubicBezTo>
                      <a:pt x="247890" y="53385"/>
                      <a:pt x="258888" y="78485"/>
                      <a:pt x="256164" y="95814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92" name="SCHEM_path-0090"/>
              <p:cNvSpPr/>
              <p:nvPr/>
            </p:nvSpPr>
            <p:spPr>
              <a:xfrm>
                <a:off x="1029677" y="4856106"/>
                <a:ext cx="184495" cy="203787"/>
              </a:xfrm>
              <a:custGeom>
                <a:avLst/>
                <a:gdLst/>
                <a:ahLst/>
                <a:cxnLst/>
                <a:rect l="0" t="0" r="r" b="b"/>
                <a:pathLst>
                  <a:path w="184495" h="203787">
                    <a:moveTo>
                      <a:pt x="178507" y="101709"/>
                    </a:moveTo>
                    <a:cubicBezTo>
                      <a:pt x="180887" y="120488"/>
                      <a:pt x="184495" y="147270"/>
                      <a:pt x="175436" y="163452"/>
                    </a:cubicBezTo>
                    <a:cubicBezTo>
                      <a:pt x="166377" y="179634"/>
                      <a:pt x="142510" y="193815"/>
                      <a:pt x="124153" y="198801"/>
                    </a:cubicBezTo>
                    <a:cubicBezTo>
                      <a:pt x="105796" y="203787"/>
                      <a:pt x="83028" y="199947"/>
                      <a:pt x="65294" y="193370"/>
                    </a:cubicBezTo>
                    <a:cubicBezTo>
                      <a:pt x="47560" y="186793"/>
                      <a:pt x="28625" y="174617"/>
                      <a:pt x="17750" y="159340"/>
                    </a:cubicBezTo>
                    <a:cubicBezTo>
                      <a:pt x="6874" y="144063"/>
                      <a:pt x="78" y="120949"/>
                      <a:pt x="39" y="101709"/>
                    </a:cubicBezTo>
                    <a:cubicBezTo>
                      <a:pt x="0" y="82469"/>
                      <a:pt x="6276" y="58015"/>
                      <a:pt x="17514" y="43899"/>
                    </a:cubicBezTo>
                    <a:cubicBezTo>
                      <a:pt x="28752" y="29783"/>
                      <a:pt x="49746" y="23392"/>
                      <a:pt x="67467" y="17014"/>
                    </a:cubicBezTo>
                    <a:cubicBezTo>
                      <a:pt x="85187" y="10635"/>
                      <a:pt x="108224" y="0"/>
                      <a:pt x="123838" y="5627"/>
                    </a:cubicBezTo>
                    <a:cubicBezTo>
                      <a:pt x="139453" y="11255"/>
                      <a:pt x="152043" y="34764"/>
                      <a:pt x="161154" y="50778"/>
                    </a:cubicBezTo>
                    <a:cubicBezTo>
                      <a:pt x="170265" y="66791"/>
                      <a:pt x="176127" y="82930"/>
                      <a:pt x="178507" y="101709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93" name="SCHEM_path-0091"/>
              <p:cNvSpPr/>
              <p:nvPr/>
            </p:nvSpPr>
            <p:spPr>
              <a:xfrm>
                <a:off x="2871119" y="4561098"/>
                <a:ext cx="270302" cy="232890"/>
              </a:xfrm>
              <a:custGeom>
                <a:avLst/>
                <a:gdLst/>
                <a:ahLst/>
                <a:cxnLst/>
                <a:rect l="0" t="0" r="r" b="b"/>
                <a:pathLst>
                  <a:path w="270302" h="232890">
                    <a:moveTo>
                      <a:pt x="270275" y="121143"/>
                    </a:moveTo>
                    <a:cubicBezTo>
                      <a:pt x="270302" y="143975"/>
                      <a:pt x="264667" y="172018"/>
                      <a:pt x="248432" y="189685"/>
                    </a:cubicBezTo>
                    <a:cubicBezTo>
                      <a:pt x="232196" y="207351"/>
                      <a:pt x="199738" y="221395"/>
                      <a:pt x="172862" y="227142"/>
                    </a:cubicBezTo>
                    <a:cubicBezTo>
                      <a:pt x="145987" y="232890"/>
                      <a:pt x="113290" y="230969"/>
                      <a:pt x="87177" y="224169"/>
                    </a:cubicBezTo>
                    <a:cubicBezTo>
                      <a:pt x="61064" y="217370"/>
                      <a:pt x="30611" y="203517"/>
                      <a:pt x="16186" y="186346"/>
                    </a:cubicBezTo>
                    <a:cubicBezTo>
                      <a:pt x="1760" y="169175"/>
                      <a:pt x="1053" y="143125"/>
                      <a:pt x="624" y="121143"/>
                    </a:cubicBezTo>
                    <a:cubicBezTo>
                      <a:pt x="195" y="99162"/>
                      <a:pt x="0" y="73614"/>
                      <a:pt x="13611" y="54458"/>
                    </a:cubicBezTo>
                    <a:cubicBezTo>
                      <a:pt x="27223" y="35301"/>
                      <a:pt x="55894" y="12407"/>
                      <a:pt x="82293" y="6204"/>
                    </a:cubicBezTo>
                    <a:cubicBezTo>
                      <a:pt x="108692" y="0"/>
                      <a:pt x="144341" y="9488"/>
                      <a:pt x="172005" y="17236"/>
                    </a:cubicBezTo>
                    <a:cubicBezTo>
                      <a:pt x="199669" y="24984"/>
                      <a:pt x="231897" y="35374"/>
                      <a:pt x="248275" y="52692"/>
                    </a:cubicBezTo>
                    <a:cubicBezTo>
                      <a:pt x="264654" y="70010"/>
                      <a:pt x="270249" y="98311"/>
                      <a:pt x="270275" y="121143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94" name="SCHEM_path-0092"/>
              <p:cNvSpPr/>
              <p:nvPr/>
            </p:nvSpPr>
            <p:spPr>
              <a:xfrm>
                <a:off x="4179954" y="4645065"/>
                <a:ext cx="213511" cy="223924"/>
              </a:xfrm>
              <a:custGeom>
                <a:avLst/>
                <a:gdLst/>
                <a:ahLst/>
                <a:cxnLst/>
                <a:rect l="0" t="0" r="r" b="b"/>
                <a:pathLst>
                  <a:path w="213511" h="223924">
                    <a:moveTo>
                      <a:pt x="211731" y="113833"/>
                    </a:moveTo>
                    <a:cubicBezTo>
                      <a:pt x="209950" y="134210"/>
                      <a:pt x="201032" y="153777"/>
                      <a:pt x="190199" y="170933"/>
                    </a:cubicBezTo>
                    <a:cubicBezTo>
                      <a:pt x="179367" y="188089"/>
                      <a:pt x="164561" y="209610"/>
                      <a:pt x="146735" y="216767"/>
                    </a:cubicBezTo>
                    <a:cubicBezTo>
                      <a:pt x="128908" y="223924"/>
                      <a:pt x="103983" y="219426"/>
                      <a:pt x="83240" y="213874"/>
                    </a:cubicBezTo>
                    <a:cubicBezTo>
                      <a:pt x="62496" y="208322"/>
                      <a:pt x="36132" y="200130"/>
                      <a:pt x="22275" y="183457"/>
                    </a:cubicBezTo>
                    <a:cubicBezTo>
                      <a:pt x="8418" y="166783"/>
                      <a:pt x="0" y="136968"/>
                      <a:pt x="97" y="113833"/>
                    </a:cubicBezTo>
                    <a:cubicBezTo>
                      <a:pt x="193" y="90699"/>
                      <a:pt x="9013" y="61373"/>
                      <a:pt x="22854" y="44648"/>
                    </a:cubicBezTo>
                    <a:cubicBezTo>
                      <a:pt x="36695" y="27922"/>
                      <a:pt x="62233" y="19944"/>
                      <a:pt x="83142" y="13480"/>
                    </a:cubicBezTo>
                    <a:cubicBezTo>
                      <a:pt x="104051" y="7017"/>
                      <a:pt x="128686" y="0"/>
                      <a:pt x="148309" y="5866"/>
                    </a:cubicBezTo>
                    <a:cubicBezTo>
                      <a:pt x="167932" y="11731"/>
                      <a:pt x="190310" y="30679"/>
                      <a:pt x="200880" y="48674"/>
                    </a:cubicBezTo>
                    <a:cubicBezTo>
                      <a:pt x="211450" y="66668"/>
                      <a:pt x="213511" y="93457"/>
                      <a:pt x="211731" y="113833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95" name="SCHEM_path-0093"/>
              <p:cNvSpPr/>
              <p:nvPr/>
            </p:nvSpPr>
            <p:spPr>
              <a:xfrm>
                <a:off x="5107936" y="4512628"/>
                <a:ext cx="190149" cy="178286"/>
              </a:xfrm>
              <a:custGeom>
                <a:avLst/>
                <a:gdLst/>
                <a:ahLst/>
                <a:cxnLst/>
                <a:rect l="0" t="0" r="r" b="b"/>
                <a:pathLst>
                  <a:path w="190149" h="178286">
                    <a:moveTo>
                      <a:pt x="190132" y="90648"/>
                    </a:moveTo>
                    <a:cubicBezTo>
                      <a:pt x="190149" y="109668"/>
                      <a:pt x="182520" y="133696"/>
                      <a:pt x="171253" y="147748"/>
                    </a:cubicBezTo>
                    <a:cubicBezTo>
                      <a:pt x="159985" y="161801"/>
                      <a:pt x="138963" y="171642"/>
                      <a:pt x="122526" y="174964"/>
                    </a:cubicBezTo>
                    <a:cubicBezTo>
                      <a:pt x="106089" y="178286"/>
                      <a:pt x="87974" y="173336"/>
                      <a:pt x="72630" y="167679"/>
                    </a:cubicBezTo>
                    <a:cubicBezTo>
                      <a:pt x="57286" y="162022"/>
                      <a:pt x="42508" y="153861"/>
                      <a:pt x="30462" y="141023"/>
                    </a:cubicBezTo>
                    <a:cubicBezTo>
                      <a:pt x="18415" y="128184"/>
                      <a:pt x="0" y="107171"/>
                      <a:pt x="352" y="90648"/>
                    </a:cubicBezTo>
                    <a:cubicBezTo>
                      <a:pt x="705" y="74126"/>
                      <a:pt x="20658" y="55144"/>
                      <a:pt x="32575" y="41888"/>
                    </a:cubicBezTo>
                    <a:cubicBezTo>
                      <a:pt x="44492" y="28631"/>
                      <a:pt x="56730" y="17467"/>
                      <a:pt x="71855" y="11111"/>
                    </a:cubicBezTo>
                    <a:cubicBezTo>
                      <a:pt x="86980" y="4755"/>
                      <a:pt x="106775" y="0"/>
                      <a:pt x="123324" y="3753"/>
                    </a:cubicBezTo>
                    <a:cubicBezTo>
                      <a:pt x="139872" y="7506"/>
                      <a:pt x="160011" y="19147"/>
                      <a:pt x="171146" y="33630"/>
                    </a:cubicBezTo>
                    <a:cubicBezTo>
                      <a:pt x="182281" y="48112"/>
                      <a:pt x="190114" y="71629"/>
                      <a:pt x="190132" y="90648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96" name="SCHEM_path-0094"/>
              <p:cNvSpPr/>
              <p:nvPr/>
            </p:nvSpPr>
            <p:spPr>
              <a:xfrm>
                <a:off x="1295577" y="4535390"/>
                <a:ext cx="277359" cy="296276"/>
              </a:xfrm>
              <a:custGeom>
                <a:avLst/>
                <a:gdLst/>
                <a:ahLst/>
                <a:cxnLst/>
                <a:rect l="0" t="0" r="r" b="b"/>
                <a:pathLst>
                  <a:path w="277359" h="296276">
                    <a:moveTo>
                      <a:pt x="277041" y="158781"/>
                    </a:moveTo>
                    <a:cubicBezTo>
                      <a:pt x="276724" y="188812"/>
                      <a:pt x="267289" y="227234"/>
                      <a:pt x="250339" y="248115"/>
                    </a:cubicBezTo>
                    <a:cubicBezTo>
                      <a:pt x="233388" y="268995"/>
                      <a:pt x="200487" y="277140"/>
                      <a:pt x="175337" y="284066"/>
                    </a:cubicBezTo>
                    <a:cubicBezTo>
                      <a:pt x="150186" y="290992"/>
                      <a:pt x="123538" y="296276"/>
                      <a:pt x="99435" y="289670"/>
                    </a:cubicBezTo>
                    <a:cubicBezTo>
                      <a:pt x="75332" y="283064"/>
                      <a:pt x="47042" y="266244"/>
                      <a:pt x="30719" y="244429"/>
                    </a:cubicBezTo>
                    <a:cubicBezTo>
                      <a:pt x="14396" y="222614"/>
                      <a:pt x="2995" y="188523"/>
                      <a:pt x="1497" y="158781"/>
                    </a:cubicBezTo>
                    <a:cubicBezTo>
                      <a:pt x="0" y="129038"/>
                      <a:pt x="6472" y="91367"/>
                      <a:pt x="21735" y="65974"/>
                    </a:cubicBezTo>
                    <a:cubicBezTo>
                      <a:pt x="36997" y="40581"/>
                      <a:pt x="67175" y="12844"/>
                      <a:pt x="93074" y="6422"/>
                    </a:cubicBezTo>
                    <a:cubicBezTo>
                      <a:pt x="118973" y="0"/>
                      <a:pt x="150602" y="17192"/>
                      <a:pt x="177130" y="27443"/>
                    </a:cubicBezTo>
                    <a:cubicBezTo>
                      <a:pt x="203658" y="37695"/>
                      <a:pt x="235591" y="46041"/>
                      <a:pt x="252243" y="67930"/>
                    </a:cubicBezTo>
                    <a:cubicBezTo>
                      <a:pt x="268894" y="89820"/>
                      <a:pt x="277359" y="128750"/>
                      <a:pt x="277041" y="158781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97" name="SCHEM_path-0095"/>
              <p:cNvSpPr/>
              <p:nvPr/>
            </p:nvSpPr>
            <p:spPr>
              <a:xfrm>
                <a:off x="6284593" y="4074612"/>
                <a:ext cx="290403" cy="299762"/>
              </a:xfrm>
              <a:custGeom>
                <a:avLst/>
                <a:gdLst/>
                <a:ahLst/>
                <a:cxnLst/>
                <a:rect l="0" t="0" r="r" b="b"/>
                <a:pathLst>
                  <a:path w="290403" h="299762">
                    <a:moveTo>
                      <a:pt x="288807" y="138648"/>
                    </a:moveTo>
                    <a:cubicBezTo>
                      <a:pt x="290403" y="167286"/>
                      <a:pt x="280925" y="202718"/>
                      <a:pt x="265492" y="228256"/>
                    </a:cubicBezTo>
                    <a:cubicBezTo>
                      <a:pt x="250059" y="253794"/>
                      <a:pt x="222559" y="283990"/>
                      <a:pt x="196211" y="291876"/>
                    </a:cubicBezTo>
                    <a:cubicBezTo>
                      <a:pt x="169862" y="299762"/>
                      <a:pt x="133787" y="286789"/>
                      <a:pt x="107403" y="275572"/>
                    </a:cubicBezTo>
                    <a:cubicBezTo>
                      <a:pt x="81020" y="264354"/>
                      <a:pt x="55471" y="247392"/>
                      <a:pt x="37909" y="224571"/>
                    </a:cubicBezTo>
                    <a:cubicBezTo>
                      <a:pt x="20347" y="201750"/>
                      <a:pt x="0" y="165723"/>
                      <a:pt x="2031" y="138648"/>
                    </a:cubicBezTo>
                    <a:cubicBezTo>
                      <a:pt x="4062" y="111574"/>
                      <a:pt x="32188" y="83815"/>
                      <a:pt x="50096" y="62125"/>
                    </a:cubicBezTo>
                    <a:cubicBezTo>
                      <a:pt x="68004" y="40434"/>
                      <a:pt x="86436" y="17013"/>
                      <a:pt x="109479" y="8507"/>
                    </a:cubicBezTo>
                    <a:cubicBezTo>
                      <a:pt x="132522" y="0"/>
                      <a:pt x="163949" y="3098"/>
                      <a:pt x="188355" y="11085"/>
                    </a:cubicBezTo>
                    <a:cubicBezTo>
                      <a:pt x="212761" y="19072"/>
                      <a:pt x="239173" y="35167"/>
                      <a:pt x="255915" y="56427"/>
                    </a:cubicBezTo>
                    <a:cubicBezTo>
                      <a:pt x="272657" y="77688"/>
                      <a:pt x="287211" y="110010"/>
                      <a:pt x="288807" y="138648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98" name="SCHEM_path-0096"/>
              <p:cNvSpPr/>
              <p:nvPr/>
            </p:nvSpPr>
            <p:spPr>
              <a:xfrm>
                <a:off x="2998523" y="3859987"/>
                <a:ext cx="222762" cy="214148"/>
              </a:xfrm>
              <a:custGeom>
                <a:avLst/>
                <a:gdLst/>
                <a:ahLst/>
                <a:cxnLst/>
                <a:rect l="0" t="0" r="r" b="b"/>
                <a:pathLst>
                  <a:path w="222762" h="214148">
                    <a:moveTo>
                      <a:pt x="219837" y="104250"/>
                    </a:moveTo>
                    <a:cubicBezTo>
                      <a:pt x="216913" y="124243"/>
                      <a:pt x="203045" y="143771"/>
                      <a:pt x="189712" y="158342"/>
                    </a:cubicBezTo>
                    <a:cubicBezTo>
                      <a:pt x="176379" y="172914"/>
                      <a:pt x="159473" y="183095"/>
                      <a:pt x="139839" y="191679"/>
                    </a:cubicBezTo>
                    <a:cubicBezTo>
                      <a:pt x="120204" y="200264"/>
                      <a:pt x="92348" y="214148"/>
                      <a:pt x="71905" y="209849"/>
                    </a:cubicBezTo>
                    <a:cubicBezTo>
                      <a:pt x="51462" y="205550"/>
                      <a:pt x="27795" y="183486"/>
                      <a:pt x="17180" y="165886"/>
                    </a:cubicBezTo>
                    <a:cubicBezTo>
                      <a:pt x="6565" y="148287"/>
                      <a:pt x="9158" y="125428"/>
                      <a:pt x="8216" y="104250"/>
                    </a:cubicBezTo>
                    <a:cubicBezTo>
                      <a:pt x="7274" y="83073"/>
                      <a:pt x="0" y="53831"/>
                      <a:pt x="11526" y="38821"/>
                    </a:cubicBezTo>
                    <a:cubicBezTo>
                      <a:pt x="23053" y="23812"/>
                      <a:pt x="55239" y="19990"/>
                      <a:pt x="77374" y="14192"/>
                    </a:cubicBezTo>
                    <a:cubicBezTo>
                      <a:pt x="99510" y="8394"/>
                      <a:pt x="122692" y="0"/>
                      <a:pt x="144339" y="4033"/>
                    </a:cubicBezTo>
                    <a:cubicBezTo>
                      <a:pt x="165987" y="8065"/>
                      <a:pt x="194676" y="21685"/>
                      <a:pt x="207259" y="38388"/>
                    </a:cubicBezTo>
                    <a:cubicBezTo>
                      <a:pt x="219842" y="55091"/>
                      <a:pt x="222762" y="84258"/>
                      <a:pt x="219837" y="104250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99" name="SCHEM_path-0097"/>
              <p:cNvSpPr/>
              <p:nvPr/>
            </p:nvSpPr>
            <p:spPr>
              <a:xfrm>
                <a:off x="1645070" y="3860579"/>
                <a:ext cx="175513" cy="287011"/>
              </a:xfrm>
              <a:custGeom>
                <a:avLst/>
                <a:gdLst/>
                <a:ahLst/>
                <a:cxnLst/>
                <a:rect l="0" t="0" r="r" b="b"/>
                <a:pathLst>
                  <a:path w="175513" h="287011">
                    <a:moveTo>
                      <a:pt x="175323" y="138323"/>
                    </a:moveTo>
                    <a:cubicBezTo>
                      <a:pt x="175134" y="164238"/>
                      <a:pt x="171840" y="192077"/>
                      <a:pt x="163030" y="215450"/>
                    </a:cubicBezTo>
                    <a:cubicBezTo>
                      <a:pt x="154219" y="238824"/>
                      <a:pt x="138942" y="270117"/>
                      <a:pt x="122461" y="278564"/>
                    </a:cubicBezTo>
                    <a:cubicBezTo>
                      <a:pt x="105981" y="287011"/>
                      <a:pt x="83016" y="274547"/>
                      <a:pt x="64145" y="266132"/>
                    </a:cubicBezTo>
                    <a:cubicBezTo>
                      <a:pt x="45274" y="257718"/>
                      <a:pt x="18471" y="249379"/>
                      <a:pt x="9235" y="228077"/>
                    </a:cubicBezTo>
                    <a:cubicBezTo>
                      <a:pt x="0" y="206776"/>
                      <a:pt x="6656" y="165988"/>
                      <a:pt x="8733" y="138323"/>
                    </a:cubicBezTo>
                    <a:cubicBezTo>
                      <a:pt x="10810" y="110659"/>
                      <a:pt x="12575" y="83916"/>
                      <a:pt x="21696" y="62090"/>
                    </a:cubicBezTo>
                    <a:cubicBezTo>
                      <a:pt x="30817" y="40264"/>
                      <a:pt x="47385" y="14733"/>
                      <a:pt x="63461" y="7367"/>
                    </a:cubicBezTo>
                    <a:cubicBezTo>
                      <a:pt x="79537" y="0"/>
                      <a:pt x="101368" y="9124"/>
                      <a:pt x="118152" y="17890"/>
                    </a:cubicBezTo>
                    <a:cubicBezTo>
                      <a:pt x="134936" y="26656"/>
                      <a:pt x="154638" y="39890"/>
                      <a:pt x="164167" y="59962"/>
                    </a:cubicBezTo>
                    <a:cubicBezTo>
                      <a:pt x="173695" y="80035"/>
                      <a:pt x="175513" y="112409"/>
                      <a:pt x="175323" y="138323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00" name="SCHEM_path-0098"/>
              <p:cNvSpPr/>
              <p:nvPr/>
            </p:nvSpPr>
            <p:spPr>
              <a:xfrm>
                <a:off x="641222" y="4480984"/>
                <a:ext cx="202416" cy="200393"/>
              </a:xfrm>
              <a:custGeom>
                <a:avLst/>
                <a:gdLst/>
                <a:ahLst/>
                <a:cxnLst/>
                <a:rect l="0" t="0" r="r" b="b"/>
                <a:pathLst>
                  <a:path w="202416" h="200393">
                    <a:moveTo>
                      <a:pt x="200343" y="99519"/>
                    </a:moveTo>
                    <a:cubicBezTo>
                      <a:pt x="202416" y="118260"/>
                      <a:pt x="192327" y="145222"/>
                      <a:pt x="179597" y="160155"/>
                    </a:cubicBezTo>
                    <a:cubicBezTo>
                      <a:pt x="166868" y="175089"/>
                      <a:pt x="143517" y="183255"/>
                      <a:pt x="123966" y="189120"/>
                    </a:cubicBezTo>
                    <a:cubicBezTo>
                      <a:pt x="104415" y="194984"/>
                      <a:pt x="81184" y="200393"/>
                      <a:pt x="62292" y="195342"/>
                    </a:cubicBezTo>
                    <a:cubicBezTo>
                      <a:pt x="43399" y="190292"/>
                      <a:pt x="20219" y="174789"/>
                      <a:pt x="10613" y="158819"/>
                    </a:cubicBezTo>
                    <a:cubicBezTo>
                      <a:pt x="1007" y="142848"/>
                      <a:pt x="4822" y="119404"/>
                      <a:pt x="4655" y="99519"/>
                    </a:cubicBezTo>
                    <a:cubicBezTo>
                      <a:pt x="4488" y="79634"/>
                      <a:pt x="0" y="55469"/>
                      <a:pt x="9609" y="39507"/>
                    </a:cubicBezTo>
                    <a:cubicBezTo>
                      <a:pt x="19218" y="23545"/>
                      <a:pt x="43643" y="7488"/>
                      <a:pt x="62308" y="3744"/>
                    </a:cubicBezTo>
                    <a:cubicBezTo>
                      <a:pt x="80972" y="0"/>
                      <a:pt x="104121" y="9714"/>
                      <a:pt x="121596" y="17042"/>
                    </a:cubicBezTo>
                    <a:cubicBezTo>
                      <a:pt x="139071" y="24370"/>
                      <a:pt x="154033" y="33966"/>
                      <a:pt x="167158" y="47712"/>
                    </a:cubicBezTo>
                    <a:cubicBezTo>
                      <a:pt x="180282" y="61458"/>
                      <a:pt x="198269" y="80779"/>
                      <a:pt x="200343" y="99519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01" name="SCHEM_path-0099"/>
              <p:cNvSpPr/>
              <p:nvPr/>
            </p:nvSpPr>
            <p:spPr>
              <a:xfrm>
                <a:off x="6756996" y="4139372"/>
                <a:ext cx="199952" cy="237606"/>
              </a:xfrm>
              <a:custGeom>
                <a:avLst/>
                <a:gdLst/>
                <a:ahLst/>
                <a:cxnLst/>
                <a:rect l="0" t="0" r="r" b="b"/>
                <a:pathLst>
                  <a:path w="199952" h="237606">
                    <a:moveTo>
                      <a:pt x="198691" y="118846"/>
                    </a:moveTo>
                    <a:cubicBezTo>
                      <a:pt x="199952" y="141012"/>
                      <a:pt x="193424" y="170959"/>
                      <a:pt x="181768" y="188539"/>
                    </a:cubicBezTo>
                    <a:cubicBezTo>
                      <a:pt x="170112" y="206118"/>
                      <a:pt x="147755" y="217142"/>
                      <a:pt x="128756" y="224324"/>
                    </a:cubicBezTo>
                    <a:cubicBezTo>
                      <a:pt x="109758" y="231506"/>
                      <a:pt x="86420" y="237606"/>
                      <a:pt x="67777" y="231629"/>
                    </a:cubicBezTo>
                    <a:cubicBezTo>
                      <a:pt x="49134" y="225652"/>
                      <a:pt x="28159" y="207258"/>
                      <a:pt x="16898" y="188461"/>
                    </a:cubicBezTo>
                    <a:cubicBezTo>
                      <a:pt x="5637" y="169664"/>
                      <a:pt x="423" y="142229"/>
                      <a:pt x="211" y="118846"/>
                    </a:cubicBezTo>
                    <a:cubicBezTo>
                      <a:pt x="0" y="95462"/>
                      <a:pt x="4436" y="67195"/>
                      <a:pt x="15630" y="48159"/>
                    </a:cubicBezTo>
                    <a:cubicBezTo>
                      <a:pt x="26825" y="29124"/>
                      <a:pt x="48849" y="9262"/>
                      <a:pt x="67378" y="4631"/>
                    </a:cubicBezTo>
                    <a:cubicBezTo>
                      <a:pt x="85906" y="0"/>
                      <a:pt x="108994" y="11887"/>
                      <a:pt x="126799" y="20373"/>
                    </a:cubicBezTo>
                    <a:cubicBezTo>
                      <a:pt x="144604" y="28858"/>
                      <a:pt x="162224" y="39131"/>
                      <a:pt x="174206" y="55543"/>
                    </a:cubicBezTo>
                    <a:cubicBezTo>
                      <a:pt x="186188" y="71955"/>
                      <a:pt x="197431" y="96680"/>
                      <a:pt x="198691" y="118846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02" name="SCHEM_path-0100"/>
              <p:cNvSpPr/>
              <p:nvPr/>
            </p:nvSpPr>
            <p:spPr>
              <a:xfrm>
                <a:off x="5703059" y="4371487"/>
                <a:ext cx="309764" cy="224572"/>
              </a:xfrm>
              <a:custGeom>
                <a:avLst/>
                <a:gdLst/>
                <a:ahLst/>
                <a:cxnLst/>
                <a:rect l="0" t="0" r="r" b="b"/>
                <a:pathLst>
                  <a:path w="309764" h="224572">
                    <a:moveTo>
                      <a:pt x="308596" y="117442"/>
                    </a:moveTo>
                    <a:cubicBezTo>
                      <a:pt x="309764" y="137084"/>
                      <a:pt x="283380" y="161777"/>
                      <a:pt x="264735" y="178298"/>
                    </a:cubicBezTo>
                    <a:cubicBezTo>
                      <a:pt x="246090" y="194819"/>
                      <a:pt x="222320" y="209964"/>
                      <a:pt x="196724" y="216569"/>
                    </a:cubicBezTo>
                    <a:cubicBezTo>
                      <a:pt x="171128" y="223173"/>
                      <a:pt x="136174" y="224572"/>
                      <a:pt x="111159" y="217927"/>
                    </a:cubicBezTo>
                    <a:cubicBezTo>
                      <a:pt x="86144" y="211282"/>
                      <a:pt x="64948" y="193446"/>
                      <a:pt x="46635" y="176698"/>
                    </a:cubicBezTo>
                    <a:cubicBezTo>
                      <a:pt x="28321" y="159951"/>
                      <a:pt x="2557" y="137898"/>
                      <a:pt x="1278" y="117442"/>
                    </a:cubicBezTo>
                    <a:cubicBezTo>
                      <a:pt x="0" y="96986"/>
                      <a:pt x="21382" y="72417"/>
                      <a:pt x="38964" y="53962"/>
                    </a:cubicBezTo>
                    <a:cubicBezTo>
                      <a:pt x="56545" y="35507"/>
                      <a:pt x="80144" y="13426"/>
                      <a:pt x="106768" y="6713"/>
                    </a:cubicBezTo>
                    <a:cubicBezTo>
                      <a:pt x="133392" y="0"/>
                      <a:pt x="173549" y="4730"/>
                      <a:pt x="198709" y="13685"/>
                    </a:cubicBezTo>
                    <a:cubicBezTo>
                      <a:pt x="223869" y="22641"/>
                      <a:pt x="239413" y="43153"/>
                      <a:pt x="257727" y="60446"/>
                    </a:cubicBezTo>
                    <a:cubicBezTo>
                      <a:pt x="276042" y="77739"/>
                      <a:pt x="307428" y="97801"/>
                      <a:pt x="308596" y="117442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03" name="SCHEM_path-0101"/>
              <p:cNvSpPr/>
              <p:nvPr/>
            </p:nvSpPr>
            <p:spPr>
              <a:xfrm>
                <a:off x="4380263" y="4543954"/>
                <a:ext cx="248475" cy="283513"/>
              </a:xfrm>
              <a:custGeom>
                <a:avLst/>
                <a:gdLst/>
                <a:ahLst/>
                <a:cxnLst/>
                <a:rect l="0" t="0" r="r" b="b"/>
                <a:pathLst>
                  <a:path w="248475" h="283513">
                    <a:moveTo>
                      <a:pt x="247708" y="142007"/>
                    </a:moveTo>
                    <a:cubicBezTo>
                      <a:pt x="246940" y="168449"/>
                      <a:pt x="230606" y="197046"/>
                      <a:pt x="215859" y="219474"/>
                    </a:cubicBezTo>
                    <a:cubicBezTo>
                      <a:pt x="201111" y="241902"/>
                      <a:pt x="181031" y="269639"/>
                      <a:pt x="159223" y="276576"/>
                    </a:cubicBezTo>
                    <a:cubicBezTo>
                      <a:pt x="137415" y="283513"/>
                      <a:pt x="105345" y="272411"/>
                      <a:pt x="85012" y="261095"/>
                    </a:cubicBezTo>
                    <a:cubicBezTo>
                      <a:pt x="64679" y="249779"/>
                      <a:pt x="51196" y="228527"/>
                      <a:pt x="37225" y="208679"/>
                    </a:cubicBezTo>
                    <a:cubicBezTo>
                      <a:pt x="23255" y="188831"/>
                      <a:pt x="2380" y="165191"/>
                      <a:pt x="1190" y="142007"/>
                    </a:cubicBezTo>
                    <a:cubicBezTo>
                      <a:pt x="0" y="118823"/>
                      <a:pt x="16800" y="91759"/>
                      <a:pt x="30087" y="69575"/>
                    </a:cubicBezTo>
                    <a:cubicBezTo>
                      <a:pt x="43374" y="47390"/>
                      <a:pt x="59814" y="17799"/>
                      <a:pt x="80911" y="8900"/>
                    </a:cubicBezTo>
                    <a:cubicBezTo>
                      <a:pt x="102007" y="0"/>
                      <a:pt x="133407" y="7523"/>
                      <a:pt x="156666" y="16177"/>
                    </a:cubicBezTo>
                    <a:cubicBezTo>
                      <a:pt x="179925" y="24831"/>
                      <a:pt x="205291" y="39852"/>
                      <a:pt x="220465" y="60824"/>
                    </a:cubicBezTo>
                    <a:cubicBezTo>
                      <a:pt x="235638" y="81795"/>
                      <a:pt x="248475" y="115565"/>
                      <a:pt x="247708" y="142007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04" name="SCHEM_path-0102"/>
              <p:cNvSpPr/>
              <p:nvPr/>
            </p:nvSpPr>
            <p:spPr>
              <a:xfrm>
                <a:off x="3950620" y="3940691"/>
                <a:ext cx="195776" cy="291676"/>
              </a:xfrm>
              <a:custGeom>
                <a:avLst/>
                <a:gdLst/>
                <a:ahLst/>
                <a:cxnLst/>
                <a:rect l="0" t="0" r="r" b="b"/>
                <a:pathLst>
                  <a:path w="195776" h="291676">
                    <a:moveTo>
                      <a:pt x="195002" y="148739"/>
                    </a:moveTo>
                    <a:cubicBezTo>
                      <a:pt x="194228" y="174373"/>
                      <a:pt x="179098" y="203879"/>
                      <a:pt x="166911" y="223213"/>
                    </a:cubicBezTo>
                    <a:cubicBezTo>
                      <a:pt x="154724" y="242547"/>
                      <a:pt x="138903" y="254328"/>
                      <a:pt x="121878" y="264744"/>
                    </a:cubicBezTo>
                    <a:cubicBezTo>
                      <a:pt x="104854" y="275161"/>
                      <a:pt x="81919" y="291676"/>
                      <a:pt x="64766" y="285715"/>
                    </a:cubicBezTo>
                    <a:cubicBezTo>
                      <a:pt x="47612" y="279753"/>
                      <a:pt x="29671" y="251804"/>
                      <a:pt x="18957" y="228975"/>
                    </a:cubicBezTo>
                    <a:cubicBezTo>
                      <a:pt x="8244" y="206146"/>
                      <a:pt x="0" y="174977"/>
                      <a:pt x="485" y="148739"/>
                    </a:cubicBezTo>
                    <a:cubicBezTo>
                      <a:pt x="970" y="122500"/>
                      <a:pt x="11261" y="94847"/>
                      <a:pt x="21867" y="71545"/>
                    </a:cubicBezTo>
                    <a:cubicBezTo>
                      <a:pt x="32474" y="48244"/>
                      <a:pt x="46902" y="17856"/>
                      <a:pt x="64126" y="8928"/>
                    </a:cubicBezTo>
                    <a:cubicBezTo>
                      <a:pt x="81350" y="0"/>
                      <a:pt x="107305" y="7897"/>
                      <a:pt x="125210" y="17977"/>
                    </a:cubicBezTo>
                    <a:cubicBezTo>
                      <a:pt x="143115" y="28057"/>
                      <a:pt x="159924" y="47613"/>
                      <a:pt x="171556" y="69407"/>
                    </a:cubicBezTo>
                    <a:cubicBezTo>
                      <a:pt x="183188" y="91200"/>
                      <a:pt x="195776" y="123104"/>
                      <a:pt x="195002" y="148739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05" name="SCHEM_path-0103"/>
              <p:cNvSpPr/>
              <p:nvPr/>
            </p:nvSpPr>
            <p:spPr>
              <a:xfrm>
                <a:off x="6129007" y="4792998"/>
                <a:ext cx="249603" cy="250799"/>
              </a:xfrm>
              <a:custGeom>
                <a:avLst/>
                <a:gdLst/>
                <a:ahLst/>
                <a:cxnLst/>
                <a:rect l="0" t="0" r="r" b="b"/>
                <a:pathLst>
                  <a:path w="249603" h="250799">
                    <a:moveTo>
                      <a:pt x="248133" y="123673"/>
                    </a:moveTo>
                    <a:cubicBezTo>
                      <a:pt x="249603" y="146299"/>
                      <a:pt x="245323" y="175147"/>
                      <a:pt x="231638" y="194468"/>
                    </a:cubicBezTo>
                    <a:cubicBezTo>
                      <a:pt x="217952" y="213790"/>
                      <a:pt x="190935" y="231531"/>
                      <a:pt x="166020" y="239603"/>
                    </a:cubicBezTo>
                    <a:cubicBezTo>
                      <a:pt x="141104" y="247674"/>
                      <a:pt x="106289" y="250799"/>
                      <a:pt x="82143" y="242897"/>
                    </a:cubicBezTo>
                    <a:cubicBezTo>
                      <a:pt x="57996" y="234995"/>
                      <a:pt x="33333" y="212062"/>
                      <a:pt x="21140" y="192191"/>
                    </a:cubicBezTo>
                    <a:cubicBezTo>
                      <a:pt x="8948" y="172321"/>
                      <a:pt x="10354" y="147418"/>
                      <a:pt x="8986" y="123673"/>
                    </a:cubicBezTo>
                    <a:cubicBezTo>
                      <a:pt x="7618" y="99929"/>
                      <a:pt x="0" y="67519"/>
                      <a:pt x="12933" y="49724"/>
                    </a:cubicBezTo>
                    <a:cubicBezTo>
                      <a:pt x="25866" y="31928"/>
                      <a:pt x="61024" y="24028"/>
                      <a:pt x="86584" y="16902"/>
                    </a:cubicBezTo>
                    <a:cubicBezTo>
                      <a:pt x="112145" y="9777"/>
                      <a:pt x="143591" y="0"/>
                      <a:pt x="166296" y="6969"/>
                    </a:cubicBezTo>
                    <a:cubicBezTo>
                      <a:pt x="189002" y="13938"/>
                      <a:pt x="209179" y="39265"/>
                      <a:pt x="222818" y="58715"/>
                    </a:cubicBezTo>
                    <a:cubicBezTo>
                      <a:pt x="236458" y="78166"/>
                      <a:pt x="246663" y="101048"/>
                      <a:pt x="248133" y="123673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06" name="SCHEM_path-0104"/>
              <p:cNvSpPr/>
              <p:nvPr/>
            </p:nvSpPr>
            <p:spPr>
              <a:xfrm>
                <a:off x="1569070" y="4702443"/>
                <a:ext cx="183135" cy="244498"/>
              </a:xfrm>
              <a:custGeom>
                <a:avLst/>
                <a:gdLst/>
                <a:ahLst/>
                <a:cxnLst/>
                <a:rect l="0" t="0" r="r" b="b"/>
                <a:pathLst>
                  <a:path w="183135" h="244498">
                    <a:moveTo>
                      <a:pt x="181831" y="122598"/>
                    </a:moveTo>
                    <a:cubicBezTo>
                      <a:pt x="180527" y="144522"/>
                      <a:pt x="170748" y="165526"/>
                      <a:pt x="160539" y="184960"/>
                    </a:cubicBezTo>
                    <a:cubicBezTo>
                      <a:pt x="150330" y="204393"/>
                      <a:pt x="136750" y="233902"/>
                      <a:pt x="120578" y="239200"/>
                    </a:cubicBezTo>
                    <a:cubicBezTo>
                      <a:pt x="104406" y="244498"/>
                      <a:pt x="81236" y="225312"/>
                      <a:pt x="63508" y="216746"/>
                    </a:cubicBezTo>
                    <a:cubicBezTo>
                      <a:pt x="45779" y="208180"/>
                      <a:pt x="24650" y="203494"/>
                      <a:pt x="14206" y="187802"/>
                    </a:cubicBezTo>
                    <a:cubicBezTo>
                      <a:pt x="3761" y="172111"/>
                      <a:pt x="0" y="143600"/>
                      <a:pt x="841" y="122598"/>
                    </a:cubicBezTo>
                    <a:cubicBezTo>
                      <a:pt x="1682" y="101596"/>
                      <a:pt x="9793" y="81127"/>
                      <a:pt x="19251" y="61792"/>
                    </a:cubicBezTo>
                    <a:cubicBezTo>
                      <a:pt x="28708" y="42457"/>
                      <a:pt x="41434" y="13176"/>
                      <a:pt x="57587" y="6588"/>
                    </a:cubicBezTo>
                    <a:cubicBezTo>
                      <a:pt x="73741" y="0"/>
                      <a:pt x="97711" y="14459"/>
                      <a:pt x="116173" y="22264"/>
                    </a:cubicBezTo>
                    <a:cubicBezTo>
                      <a:pt x="134635" y="30069"/>
                      <a:pt x="157419" y="36695"/>
                      <a:pt x="168362" y="53417"/>
                    </a:cubicBezTo>
                    <a:cubicBezTo>
                      <a:pt x="179305" y="70139"/>
                      <a:pt x="183135" y="100674"/>
                      <a:pt x="181831" y="122598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07" name="SCHEM_path-0105"/>
              <p:cNvSpPr/>
              <p:nvPr/>
            </p:nvSpPr>
            <p:spPr>
              <a:xfrm>
                <a:off x="1352905" y="4224395"/>
                <a:ext cx="218383" cy="238329"/>
              </a:xfrm>
              <a:custGeom>
                <a:avLst/>
                <a:gdLst/>
                <a:ahLst/>
                <a:cxnLst/>
                <a:rect l="0" t="0" r="r" b="b"/>
                <a:pathLst>
                  <a:path w="218383" h="238329">
                    <a:moveTo>
                      <a:pt x="217646" y="117634"/>
                    </a:moveTo>
                    <a:cubicBezTo>
                      <a:pt x="216910" y="140027"/>
                      <a:pt x="201466" y="164041"/>
                      <a:pt x="188150" y="183125"/>
                    </a:cubicBezTo>
                    <a:cubicBezTo>
                      <a:pt x="174834" y="202210"/>
                      <a:pt x="157344" y="225956"/>
                      <a:pt x="137749" y="232143"/>
                    </a:cubicBezTo>
                    <a:cubicBezTo>
                      <a:pt x="118154" y="238329"/>
                      <a:pt x="90132" y="228916"/>
                      <a:pt x="70579" y="220246"/>
                    </a:cubicBezTo>
                    <a:cubicBezTo>
                      <a:pt x="51027" y="211575"/>
                      <a:pt x="31964" y="197222"/>
                      <a:pt x="20437" y="180120"/>
                    </a:cubicBezTo>
                    <a:cubicBezTo>
                      <a:pt x="8910" y="163018"/>
                      <a:pt x="2836" y="139545"/>
                      <a:pt x="1418" y="117634"/>
                    </a:cubicBezTo>
                    <a:cubicBezTo>
                      <a:pt x="0" y="95724"/>
                      <a:pt x="133" y="64886"/>
                      <a:pt x="11930" y="48657"/>
                    </a:cubicBezTo>
                    <a:cubicBezTo>
                      <a:pt x="23727" y="32429"/>
                      <a:pt x="51314" y="27579"/>
                      <a:pt x="72200" y="20261"/>
                    </a:cubicBezTo>
                    <a:cubicBezTo>
                      <a:pt x="93086" y="12944"/>
                      <a:pt x="117185" y="0"/>
                      <a:pt x="137246" y="4752"/>
                    </a:cubicBezTo>
                    <a:cubicBezTo>
                      <a:pt x="157308" y="9503"/>
                      <a:pt x="179169" y="29958"/>
                      <a:pt x="192569" y="48772"/>
                    </a:cubicBezTo>
                    <a:cubicBezTo>
                      <a:pt x="205969" y="67585"/>
                      <a:pt x="218383" y="95242"/>
                      <a:pt x="217646" y="117634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08" name="SCHEM_path-0106"/>
              <p:cNvSpPr/>
              <p:nvPr/>
            </p:nvSpPr>
            <p:spPr>
              <a:xfrm>
                <a:off x="5882061" y="4375255"/>
                <a:ext cx="199947" cy="275356"/>
              </a:xfrm>
              <a:custGeom>
                <a:avLst/>
                <a:gdLst/>
                <a:ahLst/>
                <a:cxnLst/>
                <a:rect l="0" t="0" r="r" b="b"/>
                <a:pathLst>
                  <a:path w="199947" h="275356">
                    <a:moveTo>
                      <a:pt x="195266" y="131231"/>
                    </a:moveTo>
                    <a:cubicBezTo>
                      <a:pt x="196392" y="157705"/>
                      <a:pt x="199947" y="192777"/>
                      <a:pt x="189861" y="213887"/>
                    </a:cubicBezTo>
                    <a:cubicBezTo>
                      <a:pt x="179776" y="234998"/>
                      <a:pt x="154763" y="248881"/>
                      <a:pt x="134752" y="257896"/>
                    </a:cubicBezTo>
                    <a:cubicBezTo>
                      <a:pt x="114741" y="266911"/>
                      <a:pt x="89346" y="275356"/>
                      <a:pt x="69794" y="267978"/>
                    </a:cubicBezTo>
                    <a:cubicBezTo>
                      <a:pt x="50242" y="260600"/>
                      <a:pt x="29063" y="236419"/>
                      <a:pt x="17442" y="213628"/>
                    </a:cubicBezTo>
                    <a:cubicBezTo>
                      <a:pt x="5820" y="190837"/>
                      <a:pt x="0" y="158633"/>
                      <a:pt x="66" y="131231"/>
                    </a:cubicBezTo>
                    <a:cubicBezTo>
                      <a:pt x="132" y="103828"/>
                      <a:pt x="5164" y="67742"/>
                      <a:pt x="17836" y="49211"/>
                    </a:cubicBezTo>
                    <a:cubicBezTo>
                      <a:pt x="30508" y="30679"/>
                      <a:pt x="56663" y="27272"/>
                      <a:pt x="76097" y="20043"/>
                    </a:cubicBezTo>
                    <a:cubicBezTo>
                      <a:pt x="95531" y="12813"/>
                      <a:pt x="116604" y="0"/>
                      <a:pt x="134439" y="5833"/>
                    </a:cubicBezTo>
                    <a:cubicBezTo>
                      <a:pt x="152275" y="11666"/>
                      <a:pt x="172969" y="34140"/>
                      <a:pt x="183107" y="55040"/>
                    </a:cubicBezTo>
                    <a:cubicBezTo>
                      <a:pt x="193245" y="75939"/>
                      <a:pt x="194140" y="104756"/>
                      <a:pt x="195266" y="131231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09" name="SCHEM_path-0107"/>
              <p:cNvSpPr/>
              <p:nvPr/>
            </p:nvSpPr>
            <p:spPr>
              <a:xfrm>
                <a:off x="6079479" y="4665115"/>
                <a:ext cx="178058" cy="265772"/>
              </a:xfrm>
              <a:custGeom>
                <a:avLst/>
                <a:gdLst/>
                <a:ahLst/>
                <a:cxnLst/>
                <a:rect l="0" t="0" r="r" b="b"/>
                <a:pathLst>
                  <a:path w="178058" h="265772">
                    <a:moveTo>
                      <a:pt x="172461" y="133437"/>
                    </a:moveTo>
                    <a:cubicBezTo>
                      <a:pt x="173166" y="157998"/>
                      <a:pt x="178058" y="188086"/>
                      <a:pt x="170309" y="209304"/>
                    </a:cubicBezTo>
                    <a:cubicBezTo>
                      <a:pt x="162560" y="230523"/>
                      <a:pt x="142241" y="255722"/>
                      <a:pt x="125964" y="260747"/>
                    </a:cubicBezTo>
                    <a:cubicBezTo>
                      <a:pt x="109687" y="265772"/>
                      <a:pt x="88679" y="249120"/>
                      <a:pt x="72648" y="239454"/>
                    </a:cubicBezTo>
                    <a:cubicBezTo>
                      <a:pt x="56618" y="229788"/>
                      <a:pt x="41659" y="220422"/>
                      <a:pt x="29780" y="202752"/>
                    </a:cubicBezTo>
                    <a:cubicBezTo>
                      <a:pt x="17901" y="185083"/>
                      <a:pt x="2754" y="157965"/>
                      <a:pt x="1377" y="133437"/>
                    </a:cubicBezTo>
                    <a:cubicBezTo>
                      <a:pt x="0" y="108909"/>
                      <a:pt x="10404" y="76602"/>
                      <a:pt x="21518" y="55587"/>
                    </a:cubicBezTo>
                    <a:cubicBezTo>
                      <a:pt x="32633" y="34572"/>
                      <a:pt x="50859" y="14695"/>
                      <a:pt x="68062" y="7347"/>
                    </a:cubicBezTo>
                    <a:cubicBezTo>
                      <a:pt x="85265" y="0"/>
                      <a:pt x="108400" y="2403"/>
                      <a:pt x="124736" y="11502"/>
                    </a:cubicBezTo>
                    <a:cubicBezTo>
                      <a:pt x="141072" y="20601"/>
                      <a:pt x="158124" y="41618"/>
                      <a:pt x="166078" y="61941"/>
                    </a:cubicBezTo>
                    <a:cubicBezTo>
                      <a:pt x="174032" y="82263"/>
                      <a:pt x="171755" y="108876"/>
                      <a:pt x="172461" y="133437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10" name="SCHEM_path-0108"/>
              <p:cNvSpPr/>
              <p:nvPr/>
            </p:nvSpPr>
            <p:spPr>
              <a:xfrm>
                <a:off x="7357289" y="4072019"/>
                <a:ext cx="187373" cy="273449"/>
              </a:xfrm>
              <a:custGeom>
                <a:avLst/>
                <a:gdLst/>
                <a:ahLst/>
                <a:cxnLst/>
                <a:rect l="0" t="0" r="r" b="b"/>
                <a:pathLst>
                  <a:path w="187373" h="273449">
                    <a:moveTo>
                      <a:pt x="182453" y="145413"/>
                    </a:moveTo>
                    <a:cubicBezTo>
                      <a:pt x="182873" y="173426"/>
                      <a:pt x="187373" y="210139"/>
                      <a:pt x="177140" y="230713"/>
                    </a:cubicBezTo>
                    <a:cubicBezTo>
                      <a:pt x="166907" y="251287"/>
                      <a:pt x="139688" y="264265"/>
                      <a:pt x="121056" y="268857"/>
                    </a:cubicBezTo>
                    <a:cubicBezTo>
                      <a:pt x="102425" y="273449"/>
                      <a:pt x="83427" y="265593"/>
                      <a:pt x="65349" y="258264"/>
                    </a:cubicBezTo>
                    <a:cubicBezTo>
                      <a:pt x="47271" y="250935"/>
                      <a:pt x="23434" y="243692"/>
                      <a:pt x="12590" y="224883"/>
                    </a:cubicBezTo>
                    <a:cubicBezTo>
                      <a:pt x="1746" y="206075"/>
                      <a:pt x="0" y="171618"/>
                      <a:pt x="284" y="145413"/>
                    </a:cubicBezTo>
                    <a:cubicBezTo>
                      <a:pt x="568" y="119207"/>
                      <a:pt x="3882" y="88286"/>
                      <a:pt x="14295" y="67650"/>
                    </a:cubicBezTo>
                    <a:cubicBezTo>
                      <a:pt x="24709" y="47015"/>
                      <a:pt x="44377" y="31734"/>
                      <a:pt x="62765" y="21599"/>
                    </a:cubicBezTo>
                    <a:cubicBezTo>
                      <a:pt x="81153" y="11464"/>
                      <a:pt x="105980" y="0"/>
                      <a:pt x="124623" y="6839"/>
                    </a:cubicBezTo>
                    <a:cubicBezTo>
                      <a:pt x="143266" y="13679"/>
                      <a:pt x="164983" y="39539"/>
                      <a:pt x="174621" y="62635"/>
                    </a:cubicBezTo>
                    <a:cubicBezTo>
                      <a:pt x="184260" y="85731"/>
                      <a:pt x="182033" y="117400"/>
                      <a:pt x="182453" y="145413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11" name="SCHEM_path-0109"/>
              <p:cNvSpPr/>
              <p:nvPr/>
            </p:nvSpPr>
            <p:spPr>
              <a:xfrm>
                <a:off x="3079580" y="4244286"/>
                <a:ext cx="282374" cy="235208"/>
              </a:xfrm>
              <a:custGeom>
                <a:avLst/>
                <a:gdLst/>
                <a:ahLst/>
                <a:cxnLst/>
                <a:rect l="0" t="0" r="r" b="b"/>
                <a:pathLst>
                  <a:path w="282374" h="235208">
                    <a:moveTo>
                      <a:pt x="275776" y="118786"/>
                    </a:moveTo>
                    <a:cubicBezTo>
                      <a:pt x="273760" y="139850"/>
                      <a:pt x="270093" y="161603"/>
                      <a:pt x="256117" y="178611"/>
                    </a:cubicBezTo>
                    <a:cubicBezTo>
                      <a:pt x="242140" y="195618"/>
                      <a:pt x="217619" y="212437"/>
                      <a:pt x="191917" y="220832"/>
                    </a:cubicBezTo>
                    <a:cubicBezTo>
                      <a:pt x="166214" y="229228"/>
                      <a:pt x="128485" y="235208"/>
                      <a:pt x="101902" y="228982"/>
                    </a:cubicBezTo>
                    <a:cubicBezTo>
                      <a:pt x="75319" y="222755"/>
                      <a:pt x="49324" y="201841"/>
                      <a:pt x="32418" y="183475"/>
                    </a:cubicBezTo>
                    <a:cubicBezTo>
                      <a:pt x="15512" y="165109"/>
                      <a:pt x="928" y="140607"/>
                      <a:pt x="464" y="118786"/>
                    </a:cubicBezTo>
                    <a:cubicBezTo>
                      <a:pt x="0" y="96965"/>
                      <a:pt x="12944" y="71421"/>
                      <a:pt x="29634" y="52547"/>
                    </a:cubicBezTo>
                    <a:cubicBezTo>
                      <a:pt x="46325" y="33674"/>
                      <a:pt x="73742" y="11086"/>
                      <a:pt x="100609" y="5543"/>
                    </a:cubicBezTo>
                    <a:cubicBezTo>
                      <a:pt x="127476" y="0"/>
                      <a:pt x="162901" y="11508"/>
                      <a:pt x="190836" y="19288"/>
                    </a:cubicBezTo>
                    <a:cubicBezTo>
                      <a:pt x="218770" y="27069"/>
                      <a:pt x="254060" y="35643"/>
                      <a:pt x="268217" y="52226"/>
                    </a:cubicBezTo>
                    <a:cubicBezTo>
                      <a:pt x="282374" y="68809"/>
                      <a:pt x="277793" y="97722"/>
                      <a:pt x="275776" y="118786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12" name="SCHEM_path-0110"/>
              <p:cNvSpPr/>
              <p:nvPr/>
            </p:nvSpPr>
            <p:spPr>
              <a:xfrm>
                <a:off x="1799183" y="4039724"/>
                <a:ext cx="222628" cy="263134"/>
              </a:xfrm>
              <a:custGeom>
                <a:avLst/>
                <a:gdLst/>
                <a:ahLst/>
                <a:cxnLst/>
                <a:rect l="0" t="0" r="r" b="b"/>
                <a:pathLst>
                  <a:path w="222628" h="263134">
                    <a:moveTo>
                      <a:pt x="213388" y="132262"/>
                    </a:moveTo>
                    <a:cubicBezTo>
                      <a:pt x="216585" y="157241"/>
                      <a:pt x="222628" y="194634"/>
                      <a:pt x="211976" y="215441"/>
                    </a:cubicBezTo>
                    <a:cubicBezTo>
                      <a:pt x="201325" y="236248"/>
                      <a:pt x="171074" y="251075"/>
                      <a:pt x="149477" y="257105"/>
                    </a:cubicBezTo>
                    <a:cubicBezTo>
                      <a:pt x="127880" y="263134"/>
                      <a:pt x="102589" y="259981"/>
                      <a:pt x="82393" y="251618"/>
                    </a:cubicBezTo>
                    <a:cubicBezTo>
                      <a:pt x="62196" y="243254"/>
                      <a:pt x="41783" y="226817"/>
                      <a:pt x="28297" y="206924"/>
                    </a:cubicBezTo>
                    <a:cubicBezTo>
                      <a:pt x="14811" y="187032"/>
                      <a:pt x="0" y="155881"/>
                      <a:pt x="1477" y="132262"/>
                    </a:cubicBezTo>
                    <a:cubicBezTo>
                      <a:pt x="2953" y="108644"/>
                      <a:pt x="23857" y="85788"/>
                      <a:pt x="37156" y="65214"/>
                    </a:cubicBezTo>
                    <a:cubicBezTo>
                      <a:pt x="50455" y="44640"/>
                      <a:pt x="62773" y="17637"/>
                      <a:pt x="81269" y="8818"/>
                    </a:cubicBezTo>
                    <a:cubicBezTo>
                      <a:pt x="99766" y="0"/>
                      <a:pt x="129548" y="2845"/>
                      <a:pt x="148135" y="12304"/>
                    </a:cubicBezTo>
                    <a:cubicBezTo>
                      <a:pt x="166723" y="21762"/>
                      <a:pt x="181916" y="45577"/>
                      <a:pt x="192792" y="65570"/>
                    </a:cubicBezTo>
                    <a:cubicBezTo>
                      <a:pt x="203667" y="85563"/>
                      <a:pt x="210190" y="107284"/>
                      <a:pt x="213388" y="132262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13" name="SCHEM_path-0111"/>
              <p:cNvSpPr/>
              <p:nvPr/>
            </p:nvSpPr>
            <p:spPr>
              <a:xfrm>
                <a:off x="3179125" y="4629024"/>
                <a:ext cx="170126" cy="219908"/>
              </a:xfrm>
              <a:custGeom>
                <a:avLst/>
                <a:gdLst/>
                <a:ahLst/>
                <a:cxnLst/>
                <a:rect l="0" t="0" r="r" b="b"/>
                <a:pathLst>
                  <a:path w="170126" h="219908">
                    <a:moveTo>
                      <a:pt x="169675" y="112106"/>
                    </a:moveTo>
                    <a:cubicBezTo>
                      <a:pt x="169223" y="129990"/>
                      <a:pt x="157852" y="148861"/>
                      <a:pt x="148102" y="164651"/>
                    </a:cubicBezTo>
                    <a:cubicBezTo>
                      <a:pt x="138352" y="180440"/>
                      <a:pt x="126744" y="198796"/>
                      <a:pt x="111175" y="206843"/>
                    </a:cubicBezTo>
                    <a:cubicBezTo>
                      <a:pt x="95607" y="214889"/>
                      <a:pt x="70033" y="219908"/>
                      <a:pt x="54690" y="212932"/>
                    </a:cubicBezTo>
                    <a:cubicBezTo>
                      <a:pt x="39347" y="205955"/>
                      <a:pt x="28141" y="181786"/>
                      <a:pt x="19117" y="164982"/>
                    </a:cubicBezTo>
                    <a:cubicBezTo>
                      <a:pt x="10094" y="148177"/>
                      <a:pt x="1100" y="130181"/>
                      <a:pt x="550" y="112106"/>
                    </a:cubicBezTo>
                    <a:cubicBezTo>
                      <a:pt x="0" y="94031"/>
                      <a:pt x="6685" y="72963"/>
                      <a:pt x="15816" y="56531"/>
                    </a:cubicBezTo>
                    <a:cubicBezTo>
                      <a:pt x="24947" y="40099"/>
                      <a:pt x="38958" y="21718"/>
                      <a:pt x="55336" y="13514"/>
                    </a:cubicBezTo>
                    <a:cubicBezTo>
                      <a:pt x="71713" y="5309"/>
                      <a:pt x="98169" y="0"/>
                      <a:pt x="114082" y="7305"/>
                    </a:cubicBezTo>
                    <a:cubicBezTo>
                      <a:pt x="129995" y="14611"/>
                      <a:pt x="141547" y="39879"/>
                      <a:pt x="150812" y="57346"/>
                    </a:cubicBezTo>
                    <a:cubicBezTo>
                      <a:pt x="160078" y="74812"/>
                      <a:pt x="170126" y="94222"/>
                      <a:pt x="169675" y="112106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14" name="SCHEM_path-0112"/>
              <p:cNvSpPr/>
              <p:nvPr/>
            </p:nvSpPr>
            <p:spPr>
              <a:xfrm>
                <a:off x="5184712" y="4291647"/>
                <a:ext cx="238418" cy="281105"/>
              </a:xfrm>
              <a:custGeom>
                <a:avLst/>
                <a:gdLst/>
                <a:ahLst/>
                <a:cxnLst/>
                <a:rect l="0" t="0" r="r" b="b"/>
                <a:pathLst>
                  <a:path w="238418" h="281105">
                    <a:moveTo>
                      <a:pt x="237015" y="151420"/>
                    </a:moveTo>
                    <a:cubicBezTo>
                      <a:pt x="235611" y="180892"/>
                      <a:pt x="228186" y="215548"/>
                      <a:pt x="213691" y="236161"/>
                    </a:cubicBezTo>
                    <a:cubicBezTo>
                      <a:pt x="199197" y="256775"/>
                      <a:pt x="171675" y="269097"/>
                      <a:pt x="150047" y="275101"/>
                    </a:cubicBezTo>
                    <a:cubicBezTo>
                      <a:pt x="128420" y="281105"/>
                      <a:pt x="106748" y="277746"/>
                      <a:pt x="83926" y="272184"/>
                    </a:cubicBezTo>
                    <a:cubicBezTo>
                      <a:pt x="61104" y="266622"/>
                      <a:pt x="26230" y="261855"/>
                      <a:pt x="13115" y="241728"/>
                    </a:cubicBezTo>
                    <a:cubicBezTo>
                      <a:pt x="0" y="221601"/>
                      <a:pt x="2281" y="178944"/>
                      <a:pt x="5236" y="151420"/>
                    </a:cubicBezTo>
                    <a:cubicBezTo>
                      <a:pt x="8191" y="123896"/>
                      <a:pt x="18676" y="100207"/>
                      <a:pt x="30846" y="76586"/>
                    </a:cubicBezTo>
                    <a:cubicBezTo>
                      <a:pt x="43016" y="52965"/>
                      <a:pt x="57969" y="19388"/>
                      <a:pt x="78256" y="9694"/>
                    </a:cubicBezTo>
                    <a:cubicBezTo>
                      <a:pt x="98543" y="0"/>
                      <a:pt x="128591" y="10149"/>
                      <a:pt x="152567" y="18422"/>
                    </a:cubicBezTo>
                    <a:cubicBezTo>
                      <a:pt x="176543" y="26695"/>
                      <a:pt x="208037" y="37164"/>
                      <a:pt x="222111" y="59330"/>
                    </a:cubicBezTo>
                    <a:cubicBezTo>
                      <a:pt x="236186" y="81497"/>
                      <a:pt x="238418" y="121948"/>
                      <a:pt x="237015" y="151420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15" name="SCHEM_path-0113"/>
              <p:cNvSpPr/>
              <p:nvPr/>
            </p:nvSpPr>
            <p:spPr>
              <a:xfrm>
                <a:off x="2445066" y="4012804"/>
                <a:ext cx="175738" cy="237533"/>
              </a:xfrm>
              <a:custGeom>
                <a:avLst/>
                <a:gdLst/>
                <a:ahLst/>
                <a:cxnLst/>
                <a:rect l="0" t="0" r="r" b="b"/>
                <a:pathLst>
                  <a:path w="175738" h="237533">
                    <a:moveTo>
                      <a:pt x="173946" y="125633"/>
                    </a:moveTo>
                    <a:cubicBezTo>
                      <a:pt x="174133" y="148144"/>
                      <a:pt x="175738" y="177550"/>
                      <a:pt x="166705" y="193704"/>
                    </a:cubicBezTo>
                    <a:cubicBezTo>
                      <a:pt x="157672" y="209858"/>
                      <a:pt x="135934" y="215979"/>
                      <a:pt x="119748" y="222558"/>
                    </a:cubicBezTo>
                    <a:cubicBezTo>
                      <a:pt x="103563" y="229136"/>
                      <a:pt x="85813" y="237533"/>
                      <a:pt x="69594" y="233175"/>
                    </a:cubicBezTo>
                    <a:cubicBezTo>
                      <a:pt x="53375" y="228816"/>
                      <a:pt x="33926" y="214329"/>
                      <a:pt x="22435" y="196405"/>
                    </a:cubicBezTo>
                    <a:cubicBezTo>
                      <a:pt x="10944" y="178482"/>
                      <a:pt x="0" y="148601"/>
                      <a:pt x="647" y="125633"/>
                    </a:cubicBezTo>
                    <a:cubicBezTo>
                      <a:pt x="1295" y="102666"/>
                      <a:pt x="15370" y="78731"/>
                      <a:pt x="26319" y="58599"/>
                    </a:cubicBezTo>
                    <a:cubicBezTo>
                      <a:pt x="37269" y="38468"/>
                      <a:pt x="50807" y="9685"/>
                      <a:pt x="66344" y="4842"/>
                    </a:cubicBezTo>
                    <a:cubicBezTo>
                      <a:pt x="81881" y="0"/>
                      <a:pt x="103003" y="20579"/>
                      <a:pt x="119543" y="29545"/>
                    </a:cubicBezTo>
                    <a:cubicBezTo>
                      <a:pt x="136084" y="38511"/>
                      <a:pt x="156519" y="42624"/>
                      <a:pt x="165586" y="58639"/>
                    </a:cubicBezTo>
                    <a:cubicBezTo>
                      <a:pt x="174654" y="74654"/>
                      <a:pt x="173760" y="103122"/>
                      <a:pt x="173946" y="125633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16" name="SCHEM_path-0114"/>
              <p:cNvSpPr/>
              <p:nvPr/>
            </p:nvSpPr>
            <p:spPr>
              <a:xfrm>
                <a:off x="2613166" y="4358419"/>
                <a:ext cx="165186" cy="170498"/>
              </a:xfrm>
              <a:custGeom>
                <a:avLst/>
                <a:gdLst/>
                <a:ahLst/>
                <a:cxnLst/>
                <a:rect l="0" t="0" r="r" b="b"/>
                <a:pathLst>
                  <a:path w="165186" h="170498">
                    <a:moveTo>
                      <a:pt x="162568" y="78774"/>
                    </a:moveTo>
                    <a:cubicBezTo>
                      <a:pt x="164151" y="94982"/>
                      <a:pt x="165186" y="116277"/>
                      <a:pt x="157016" y="130832"/>
                    </a:cubicBezTo>
                    <a:cubicBezTo>
                      <a:pt x="148845" y="145386"/>
                      <a:pt x="129807" y="161707"/>
                      <a:pt x="113545" y="166103"/>
                    </a:cubicBezTo>
                    <a:cubicBezTo>
                      <a:pt x="97283" y="170498"/>
                      <a:pt x="74391" y="164385"/>
                      <a:pt x="59444" y="157205"/>
                    </a:cubicBezTo>
                    <a:cubicBezTo>
                      <a:pt x="44498" y="150025"/>
                      <a:pt x="33631" y="136093"/>
                      <a:pt x="23867" y="123022"/>
                    </a:cubicBezTo>
                    <a:cubicBezTo>
                      <a:pt x="14104" y="109950"/>
                      <a:pt x="1723" y="94147"/>
                      <a:pt x="862" y="78774"/>
                    </a:cubicBezTo>
                    <a:cubicBezTo>
                      <a:pt x="0" y="63402"/>
                      <a:pt x="8725" y="43219"/>
                      <a:pt x="18698" y="30788"/>
                    </a:cubicBezTo>
                    <a:cubicBezTo>
                      <a:pt x="28671" y="18357"/>
                      <a:pt x="45664" y="8373"/>
                      <a:pt x="60699" y="4186"/>
                    </a:cubicBezTo>
                    <a:cubicBezTo>
                      <a:pt x="75733" y="0"/>
                      <a:pt x="94432" y="770"/>
                      <a:pt x="108903" y="5670"/>
                    </a:cubicBezTo>
                    <a:cubicBezTo>
                      <a:pt x="123373" y="10569"/>
                      <a:pt x="138577" y="21400"/>
                      <a:pt x="147521" y="33584"/>
                    </a:cubicBezTo>
                    <a:cubicBezTo>
                      <a:pt x="156466" y="45768"/>
                      <a:pt x="160986" y="62566"/>
                      <a:pt x="162568" y="78774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17" name="SCHEM_path-0115"/>
              <p:cNvSpPr/>
              <p:nvPr/>
            </p:nvSpPr>
            <p:spPr>
              <a:xfrm>
                <a:off x="3243874" y="4589800"/>
                <a:ext cx="212856" cy="295528"/>
              </a:xfrm>
              <a:custGeom>
                <a:avLst/>
                <a:gdLst/>
                <a:ahLst/>
                <a:cxnLst/>
                <a:rect l="0" t="0" r="r" b="b"/>
                <a:pathLst>
                  <a:path w="212856" h="295528">
                    <a:moveTo>
                      <a:pt x="210964" y="137584"/>
                    </a:moveTo>
                    <a:cubicBezTo>
                      <a:pt x="209072" y="164344"/>
                      <a:pt x="197129" y="187979"/>
                      <a:pt x="186135" y="212309"/>
                    </a:cubicBezTo>
                    <a:cubicBezTo>
                      <a:pt x="175140" y="236640"/>
                      <a:pt x="163610" y="271611"/>
                      <a:pt x="144998" y="283569"/>
                    </a:cubicBezTo>
                    <a:cubicBezTo>
                      <a:pt x="126385" y="295528"/>
                      <a:pt x="95801" y="293245"/>
                      <a:pt x="74458" y="284060"/>
                    </a:cubicBezTo>
                    <a:cubicBezTo>
                      <a:pt x="53115" y="274875"/>
                      <a:pt x="29173" y="252871"/>
                      <a:pt x="16939" y="228459"/>
                    </a:cubicBezTo>
                    <a:cubicBezTo>
                      <a:pt x="4706" y="204046"/>
                      <a:pt x="0" y="166839"/>
                      <a:pt x="1059" y="137584"/>
                    </a:cubicBezTo>
                    <a:cubicBezTo>
                      <a:pt x="2119" y="108329"/>
                      <a:pt x="10323" y="74279"/>
                      <a:pt x="23295" y="52931"/>
                    </a:cubicBezTo>
                    <a:cubicBezTo>
                      <a:pt x="36268" y="31582"/>
                      <a:pt x="59229" y="17141"/>
                      <a:pt x="78892" y="9493"/>
                    </a:cubicBezTo>
                    <a:cubicBezTo>
                      <a:pt x="98555" y="1845"/>
                      <a:pt x="121507" y="0"/>
                      <a:pt x="141273" y="7042"/>
                    </a:cubicBezTo>
                    <a:cubicBezTo>
                      <a:pt x="161039" y="14085"/>
                      <a:pt x="185872" y="29991"/>
                      <a:pt x="197487" y="51748"/>
                    </a:cubicBezTo>
                    <a:cubicBezTo>
                      <a:pt x="209102" y="73505"/>
                      <a:pt x="212856" y="110824"/>
                      <a:pt x="210964" y="137584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18" name="SCHEM_path-0116"/>
              <p:cNvSpPr/>
              <p:nvPr/>
            </p:nvSpPr>
            <p:spPr>
              <a:xfrm>
                <a:off x="4786466" y="4262718"/>
                <a:ext cx="300773" cy="212412"/>
              </a:xfrm>
              <a:custGeom>
                <a:avLst/>
                <a:gdLst/>
                <a:ahLst/>
                <a:cxnLst/>
                <a:rect l="0" t="0" r="r" b="b"/>
                <a:pathLst>
                  <a:path w="300773" h="212412">
                    <a:moveTo>
                      <a:pt x="299500" y="102568"/>
                    </a:moveTo>
                    <a:cubicBezTo>
                      <a:pt x="298228" y="120159"/>
                      <a:pt x="267766" y="135988"/>
                      <a:pt x="251311" y="153364"/>
                    </a:cubicBezTo>
                    <a:cubicBezTo>
                      <a:pt x="234856" y="170740"/>
                      <a:pt x="223515" y="201236"/>
                      <a:pt x="200771" y="206824"/>
                    </a:cubicBezTo>
                    <a:cubicBezTo>
                      <a:pt x="178026" y="212412"/>
                      <a:pt x="140701" y="194972"/>
                      <a:pt x="114844" y="186890"/>
                    </a:cubicBezTo>
                    <a:cubicBezTo>
                      <a:pt x="88988" y="178808"/>
                      <a:pt x="64613" y="172385"/>
                      <a:pt x="45633" y="158331"/>
                    </a:cubicBezTo>
                    <a:cubicBezTo>
                      <a:pt x="26653" y="144277"/>
                      <a:pt x="0" y="120656"/>
                      <a:pt x="963" y="102568"/>
                    </a:cubicBezTo>
                    <a:cubicBezTo>
                      <a:pt x="1927" y="84479"/>
                      <a:pt x="32736" y="64517"/>
                      <a:pt x="51413" y="49799"/>
                    </a:cubicBezTo>
                    <a:cubicBezTo>
                      <a:pt x="70091" y="35081"/>
                      <a:pt x="88688" y="21627"/>
                      <a:pt x="113028" y="14259"/>
                    </a:cubicBezTo>
                    <a:cubicBezTo>
                      <a:pt x="137368" y="6891"/>
                      <a:pt x="173133" y="0"/>
                      <a:pt x="197453" y="5593"/>
                    </a:cubicBezTo>
                    <a:cubicBezTo>
                      <a:pt x="221773" y="11186"/>
                      <a:pt x="241938" y="31654"/>
                      <a:pt x="258946" y="47816"/>
                    </a:cubicBezTo>
                    <a:cubicBezTo>
                      <a:pt x="275954" y="63978"/>
                      <a:pt x="300773" y="84976"/>
                      <a:pt x="299500" y="102568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19" name="SCHEM_path-0117"/>
              <p:cNvSpPr/>
              <p:nvPr/>
            </p:nvSpPr>
            <p:spPr>
              <a:xfrm>
                <a:off x="5022078" y="4717331"/>
                <a:ext cx="247180" cy="214079"/>
              </a:xfrm>
              <a:custGeom>
                <a:avLst/>
                <a:gdLst/>
                <a:ahLst/>
                <a:cxnLst/>
                <a:rect l="0" t="0" r="r" b="b"/>
                <a:pathLst>
                  <a:path w="247180" h="214079">
                    <a:moveTo>
                      <a:pt x="245229" y="100943"/>
                    </a:moveTo>
                    <a:cubicBezTo>
                      <a:pt x="247180" y="120506"/>
                      <a:pt x="236479" y="145159"/>
                      <a:pt x="222915" y="163265"/>
                    </a:cubicBezTo>
                    <a:cubicBezTo>
                      <a:pt x="209350" y="181370"/>
                      <a:pt x="186233" y="205073"/>
                      <a:pt x="163843" y="209576"/>
                    </a:cubicBezTo>
                    <a:cubicBezTo>
                      <a:pt x="141452" y="214079"/>
                      <a:pt x="113021" y="197483"/>
                      <a:pt x="88572" y="190283"/>
                    </a:cubicBezTo>
                    <a:cubicBezTo>
                      <a:pt x="64123" y="183084"/>
                      <a:pt x="31792" y="181270"/>
                      <a:pt x="17148" y="166380"/>
                    </a:cubicBezTo>
                    <a:cubicBezTo>
                      <a:pt x="2504" y="151490"/>
                      <a:pt x="1206" y="123066"/>
                      <a:pt x="706" y="100943"/>
                    </a:cubicBezTo>
                    <a:cubicBezTo>
                      <a:pt x="207" y="78821"/>
                      <a:pt x="0" y="49834"/>
                      <a:pt x="14151" y="33646"/>
                    </a:cubicBezTo>
                    <a:cubicBezTo>
                      <a:pt x="28301" y="17458"/>
                      <a:pt x="61831" y="7633"/>
                      <a:pt x="85611" y="3816"/>
                    </a:cubicBezTo>
                    <a:cubicBezTo>
                      <a:pt x="109391" y="0"/>
                      <a:pt x="135900" y="3735"/>
                      <a:pt x="156833" y="10747"/>
                    </a:cubicBezTo>
                    <a:cubicBezTo>
                      <a:pt x="177766" y="17759"/>
                      <a:pt x="196475" y="30858"/>
                      <a:pt x="211207" y="45891"/>
                    </a:cubicBezTo>
                    <a:cubicBezTo>
                      <a:pt x="225940" y="60923"/>
                      <a:pt x="243278" y="81381"/>
                      <a:pt x="245229" y="100943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20" name="SCHEM_path-0118"/>
              <p:cNvSpPr/>
              <p:nvPr/>
            </p:nvSpPr>
            <p:spPr>
              <a:xfrm>
                <a:off x="994442" y="4434692"/>
                <a:ext cx="200720" cy="222498"/>
              </a:xfrm>
              <a:custGeom>
                <a:avLst/>
                <a:gdLst/>
                <a:ahLst/>
                <a:cxnLst/>
                <a:rect l="0" t="0" r="r" b="b"/>
                <a:pathLst>
                  <a:path w="200720" h="222498">
                    <a:moveTo>
                      <a:pt x="199309" y="105087"/>
                    </a:moveTo>
                    <a:cubicBezTo>
                      <a:pt x="200720" y="124708"/>
                      <a:pt x="193840" y="148873"/>
                      <a:pt x="183771" y="167356"/>
                    </a:cubicBezTo>
                    <a:cubicBezTo>
                      <a:pt x="173702" y="185838"/>
                      <a:pt x="156758" y="209464"/>
                      <a:pt x="138893" y="215981"/>
                    </a:cubicBezTo>
                    <a:cubicBezTo>
                      <a:pt x="121029" y="222498"/>
                      <a:pt x="95744" y="213895"/>
                      <a:pt x="76583" y="206458"/>
                    </a:cubicBezTo>
                    <a:cubicBezTo>
                      <a:pt x="57423" y="199021"/>
                      <a:pt x="36451" y="188254"/>
                      <a:pt x="23932" y="171359"/>
                    </a:cubicBezTo>
                    <a:cubicBezTo>
                      <a:pt x="11414" y="154464"/>
                      <a:pt x="0" y="125994"/>
                      <a:pt x="1471" y="105087"/>
                    </a:cubicBezTo>
                    <a:cubicBezTo>
                      <a:pt x="2943" y="84179"/>
                      <a:pt x="20168" y="62559"/>
                      <a:pt x="32760" y="45914"/>
                    </a:cubicBezTo>
                    <a:cubicBezTo>
                      <a:pt x="45352" y="29269"/>
                      <a:pt x="60334" y="10432"/>
                      <a:pt x="77024" y="5216"/>
                    </a:cubicBezTo>
                    <a:cubicBezTo>
                      <a:pt x="93713" y="0"/>
                      <a:pt x="116517" y="7217"/>
                      <a:pt x="132897" y="14619"/>
                    </a:cubicBezTo>
                    <a:cubicBezTo>
                      <a:pt x="149277" y="22021"/>
                      <a:pt x="164234" y="34550"/>
                      <a:pt x="175303" y="49628"/>
                    </a:cubicBezTo>
                    <a:cubicBezTo>
                      <a:pt x="186371" y="64706"/>
                      <a:pt x="197897" y="85466"/>
                      <a:pt x="199309" y="105087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21" name="SCHEM_path-0119"/>
              <p:cNvSpPr/>
              <p:nvPr/>
            </p:nvSpPr>
            <p:spPr>
              <a:xfrm>
                <a:off x="4516558" y="4781483"/>
                <a:ext cx="274581" cy="241610"/>
              </a:xfrm>
              <a:custGeom>
                <a:avLst/>
                <a:gdLst/>
                <a:ahLst/>
                <a:cxnLst/>
                <a:rect l="0" t="0" r="r" b="b"/>
                <a:pathLst>
                  <a:path w="274581" h="241610">
                    <a:moveTo>
                      <a:pt x="271408" y="133501"/>
                    </a:moveTo>
                    <a:cubicBezTo>
                      <a:pt x="274581" y="155599"/>
                      <a:pt x="259159" y="188974"/>
                      <a:pt x="241738" y="205951"/>
                    </a:cubicBezTo>
                    <a:cubicBezTo>
                      <a:pt x="224318" y="222928"/>
                      <a:pt x="191851" y="230199"/>
                      <a:pt x="166885" y="235361"/>
                    </a:cubicBezTo>
                    <a:cubicBezTo>
                      <a:pt x="141920" y="240523"/>
                      <a:pt x="117146" y="241610"/>
                      <a:pt x="91946" y="236921"/>
                    </a:cubicBezTo>
                    <a:cubicBezTo>
                      <a:pt x="66746" y="232232"/>
                      <a:pt x="28964" y="224465"/>
                      <a:pt x="15688" y="207228"/>
                    </a:cubicBezTo>
                    <a:cubicBezTo>
                      <a:pt x="2411" y="189991"/>
                      <a:pt x="12870" y="158454"/>
                      <a:pt x="12286" y="133501"/>
                    </a:cubicBezTo>
                    <a:cubicBezTo>
                      <a:pt x="11702" y="108547"/>
                      <a:pt x="0" y="77742"/>
                      <a:pt x="12182" y="57506"/>
                    </a:cubicBezTo>
                    <a:cubicBezTo>
                      <a:pt x="24363" y="37270"/>
                      <a:pt x="58289" y="19966"/>
                      <a:pt x="85376" y="12084"/>
                    </a:cubicBezTo>
                    <a:cubicBezTo>
                      <a:pt x="112464" y="4202"/>
                      <a:pt x="151820" y="0"/>
                      <a:pt x="174708" y="10213"/>
                    </a:cubicBezTo>
                    <a:cubicBezTo>
                      <a:pt x="197596" y="20425"/>
                      <a:pt x="206586" y="52812"/>
                      <a:pt x="222703" y="73360"/>
                    </a:cubicBezTo>
                    <a:cubicBezTo>
                      <a:pt x="238820" y="93908"/>
                      <a:pt x="268236" y="111402"/>
                      <a:pt x="271408" y="133501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22" name="SCHEM_path-0120"/>
              <p:cNvSpPr/>
              <p:nvPr/>
            </p:nvSpPr>
            <p:spPr>
              <a:xfrm>
                <a:off x="7048803" y="4145217"/>
                <a:ext cx="215270" cy="257789"/>
              </a:xfrm>
              <a:custGeom>
                <a:avLst/>
                <a:gdLst/>
                <a:ahLst/>
                <a:cxnLst/>
                <a:rect l="0" t="0" r="r" b="b"/>
                <a:pathLst>
                  <a:path w="215270" h="257789">
                    <a:moveTo>
                      <a:pt x="214216" y="123102"/>
                    </a:moveTo>
                    <a:cubicBezTo>
                      <a:pt x="215270" y="146441"/>
                      <a:pt x="205968" y="174641"/>
                      <a:pt x="193992" y="195735"/>
                    </a:cubicBezTo>
                    <a:cubicBezTo>
                      <a:pt x="182016" y="216828"/>
                      <a:pt x="162745" y="241533"/>
                      <a:pt x="142358" y="249661"/>
                    </a:cubicBezTo>
                    <a:cubicBezTo>
                      <a:pt x="121971" y="257789"/>
                      <a:pt x="92999" y="252912"/>
                      <a:pt x="71669" y="244502"/>
                    </a:cubicBezTo>
                    <a:cubicBezTo>
                      <a:pt x="50339" y="236092"/>
                      <a:pt x="26262" y="219434"/>
                      <a:pt x="14378" y="199201"/>
                    </a:cubicBezTo>
                    <a:cubicBezTo>
                      <a:pt x="2494" y="178968"/>
                      <a:pt x="0" y="148167"/>
                      <a:pt x="364" y="123102"/>
                    </a:cubicBezTo>
                    <a:cubicBezTo>
                      <a:pt x="728" y="98037"/>
                      <a:pt x="4512" y="68461"/>
                      <a:pt x="16563" y="48812"/>
                    </a:cubicBezTo>
                    <a:cubicBezTo>
                      <a:pt x="28614" y="29163"/>
                      <a:pt x="52701" y="10419"/>
                      <a:pt x="72669" y="5210"/>
                    </a:cubicBezTo>
                    <a:cubicBezTo>
                      <a:pt x="92636" y="0"/>
                      <a:pt x="117201" y="9139"/>
                      <a:pt x="136368" y="17555"/>
                    </a:cubicBezTo>
                    <a:cubicBezTo>
                      <a:pt x="155535" y="25970"/>
                      <a:pt x="174698" y="38111"/>
                      <a:pt x="187672" y="55703"/>
                    </a:cubicBezTo>
                    <a:cubicBezTo>
                      <a:pt x="200647" y="73294"/>
                      <a:pt x="213163" y="99763"/>
                      <a:pt x="214216" y="123102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23" name="SCHEM_path-0121"/>
              <p:cNvSpPr/>
              <p:nvPr/>
            </p:nvSpPr>
            <p:spPr>
              <a:xfrm>
                <a:off x="4614967" y="4042520"/>
                <a:ext cx="247632" cy="277544"/>
              </a:xfrm>
              <a:custGeom>
                <a:avLst/>
                <a:gdLst/>
                <a:ahLst/>
                <a:cxnLst/>
                <a:rect l="0" t="0" r="r" b="b"/>
                <a:pathLst>
                  <a:path w="247632" h="277544">
                    <a:moveTo>
                      <a:pt x="247297" y="136870"/>
                    </a:moveTo>
                    <a:cubicBezTo>
                      <a:pt x="247632" y="164906"/>
                      <a:pt x="236807" y="200983"/>
                      <a:pt x="222050" y="221860"/>
                    </a:cubicBezTo>
                    <a:cubicBezTo>
                      <a:pt x="207294" y="242736"/>
                      <a:pt x="180931" y="254046"/>
                      <a:pt x="158756" y="262129"/>
                    </a:cubicBezTo>
                    <a:cubicBezTo>
                      <a:pt x="136580" y="270212"/>
                      <a:pt x="110258" y="277544"/>
                      <a:pt x="88995" y="270357"/>
                    </a:cubicBezTo>
                    <a:cubicBezTo>
                      <a:pt x="67732" y="263170"/>
                      <a:pt x="45950" y="241253"/>
                      <a:pt x="31179" y="219005"/>
                    </a:cubicBezTo>
                    <a:cubicBezTo>
                      <a:pt x="16408" y="196757"/>
                      <a:pt x="737" y="164571"/>
                      <a:pt x="369" y="136870"/>
                    </a:cubicBezTo>
                    <a:cubicBezTo>
                      <a:pt x="0" y="109169"/>
                      <a:pt x="13516" y="72523"/>
                      <a:pt x="28967" y="52798"/>
                    </a:cubicBezTo>
                    <a:cubicBezTo>
                      <a:pt x="44419" y="33073"/>
                      <a:pt x="71186" y="26345"/>
                      <a:pt x="93076" y="18521"/>
                    </a:cubicBezTo>
                    <a:cubicBezTo>
                      <a:pt x="114967" y="10696"/>
                      <a:pt x="139147" y="0"/>
                      <a:pt x="160308" y="5853"/>
                    </a:cubicBezTo>
                    <a:cubicBezTo>
                      <a:pt x="181468" y="11707"/>
                      <a:pt x="205541" y="31804"/>
                      <a:pt x="220039" y="53640"/>
                    </a:cubicBezTo>
                    <a:cubicBezTo>
                      <a:pt x="234538" y="75477"/>
                      <a:pt x="246962" y="108833"/>
                      <a:pt x="247297" y="136870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24" name="SCHEM_path-0122"/>
              <p:cNvSpPr/>
              <p:nvPr/>
            </p:nvSpPr>
            <p:spPr>
              <a:xfrm>
                <a:off x="2174693" y="4531374"/>
                <a:ext cx="183103" cy="280540"/>
              </a:xfrm>
              <a:custGeom>
                <a:avLst/>
                <a:gdLst/>
                <a:ahLst/>
                <a:cxnLst/>
                <a:rect l="0" t="0" r="r" b="b"/>
                <a:pathLst>
                  <a:path w="183103" h="280540">
                    <a:moveTo>
                      <a:pt x="182143" y="143066"/>
                    </a:moveTo>
                    <a:cubicBezTo>
                      <a:pt x="183103" y="170452"/>
                      <a:pt x="170857" y="206961"/>
                      <a:pt x="159447" y="228678"/>
                    </a:cubicBezTo>
                    <a:cubicBezTo>
                      <a:pt x="148038" y="250394"/>
                      <a:pt x="129813" y="266190"/>
                      <a:pt x="113686" y="273365"/>
                    </a:cubicBezTo>
                    <a:cubicBezTo>
                      <a:pt x="97558" y="280540"/>
                      <a:pt x="80044" y="277764"/>
                      <a:pt x="62684" y="271729"/>
                    </a:cubicBezTo>
                    <a:cubicBezTo>
                      <a:pt x="45324" y="265695"/>
                      <a:pt x="19052" y="258601"/>
                      <a:pt x="9526" y="237157"/>
                    </a:cubicBezTo>
                    <a:cubicBezTo>
                      <a:pt x="0" y="215713"/>
                      <a:pt x="4017" y="172619"/>
                      <a:pt x="5527" y="143066"/>
                    </a:cubicBezTo>
                    <a:cubicBezTo>
                      <a:pt x="7037" y="113512"/>
                      <a:pt x="9004" y="80994"/>
                      <a:pt x="18587" y="59835"/>
                    </a:cubicBezTo>
                    <a:cubicBezTo>
                      <a:pt x="28169" y="38676"/>
                      <a:pt x="47016" y="24744"/>
                      <a:pt x="63021" y="16112"/>
                    </a:cubicBezTo>
                    <a:cubicBezTo>
                      <a:pt x="79026" y="7480"/>
                      <a:pt x="99506" y="0"/>
                      <a:pt x="114616" y="8041"/>
                    </a:cubicBezTo>
                    <a:cubicBezTo>
                      <a:pt x="129727" y="16083"/>
                      <a:pt x="142431" y="41857"/>
                      <a:pt x="153685" y="64361"/>
                    </a:cubicBezTo>
                    <a:cubicBezTo>
                      <a:pt x="164940" y="86865"/>
                      <a:pt x="181182" y="115680"/>
                      <a:pt x="182143" y="143066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25" name="SCHEM_path-0123"/>
              <p:cNvSpPr/>
              <p:nvPr/>
            </p:nvSpPr>
            <p:spPr>
              <a:xfrm>
                <a:off x="5599800" y="4157497"/>
                <a:ext cx="339849" cy="274223"/>
              </a:xfrm>
              <a:custGeom>
                <a:avLst/>
                <a:gdLst/>
                <a:ahLst/>
                <a:cxnLst/>
                <a:rect l="0" t="0" r="r" b="b"/>
                <a:pathLst>
                  <a:path w="339849" h="274223">
                    <a:moveTo>
                      <a:pt x="336950" y="126265"/>
                    </a:moveTo>
                    <a:cubicBezTo>
                      <a:pt x="334051" y="151990"/>
                      <a:pt x="304128" y="178979"/>
                      <a:pt x="283505" y="197894"/>
                    </a:cubicBezTo>
                    <a:cubicBezTo>
                      <a:pt x="262883" y="216808"/>
                      <a:pt x="240625" y="228193"/>
                      <a:pt x="213216" y="239750"/>
                    </a:cubicBezTo>
                    <a:cubicBezTo>
                      <a:pt x="185807" y="251306"/>
                      <a:pt x="144744" y="274223"/>
                      <a:pt x="119051" y="267234"/>
                    </a:cubicBezTo>
                    <a:cubicBezTo>
                      <a:pt x="93358" y="260244"/>
                      <a:pt x="78632" y="221308"/>
                      <a:pt x="59058" y="197813"/>
                    </a:cubicBezTo>
                    <a:cubicBezTo>
                      <a:pt x="39485" y="174318"/>
                      <a:pt x="3220" y="151142"/>
                      <a:pt x="1610" y="126265"/>
                    </a:cubicBezTo>
                    <a:cubicBezTo>
                      <a:pt x="0" y="101389"/>
                      <a:pt x="28405" y="68216"/>
                      <a:pt x="49397" y="48554"/>
                    </a:cubicBezTo>
                    <a:cubicBezTo>
                      <a:pt x="70389" y="28892"/>
                      <a:pt x="99832" y="15406"/>
                      <a:pt x="127561" y="8293"/>
                    </a:cubicBezTo>
                    <a:cubicBezTo>
                      <a:pt x="155290" y="1180"/>
                      <a:pt x="186882" y="0"/>
                      <a:pt x="215771" y="5875"/>
                    </a:cubicBezTo>
                    <a:cubicBezTo>
                      <a:pt x="244660" y="11750"/>
                      <a:pt x="280701" y="23477"/>
                      <a:pt x="300897" y="43542"/>
                    </a:cubicBezTo>
                    <a:cubicBezTo>
                      <a:pt x="321094" y="63607"/>
                      <a:pt x="339849" y="100540"/>
                      <a:pt x="336950" y="126265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26" name="SCHEM_path-0124"/>
              <p:cNvSpPr/>
              <p:nvPr/>
            </p:nvSpPr>
            <p:spPr>
              <a:xfrm>
                <a:off x="719577" y="4054903"/>
                <a:ext cx="221150" cy="307623"/>
              </a:xfrm>
              <a:custGeom>
                <a:avLst/>
                <a:gdLst/>
                <a:ahLst/>
                <a:cxnLst/>
                <a:rect l="0" t="0" r="r" b="b"/>
                <a:pathLst>
                  <a:path w="221150" h="307623">
                    <a:moveTo>
                      <a:pt x="214935" y="151745"/>
                    </a:moveTo>
                    <a:cubicBezTo>
                      <a:pt x="213474" y="180791"/>
                      <a:pt x="212311" y="210581"/>
                      <a:pt x="200979" y="234934"/>
                    </a:cubicBezTo>
                    <a:cubicBezTo>
                      <a:pt x="189647" y="259287"/>
                      <a:pt x="168519" y="288097"/>
                      <a:pt x="146945" y="297860"/>
                    </a:cubicBezTo>
                    <a:cubicBezTo>
                      <a:pt x="125371" y="307623"/>
                      <a:pt x="93395" y="303914"/>
                      <a:pt x="71535" y="293512"/>
                    </a:cubicBezTo>
                    <a:cubicBezTo>
                      <a:pt x="49676" y="283111"/>
                      <a:pt x="27341" y="259080"/>
                      <a:pt x="15787" y="235452"/>
                    </a:cubicBezTo>
                    <a:cubicBezTo>
                      <a:pt x="4233" y="211824"/>
                      <a:pt x="2866" y="180237"/>
                      <a:pt x="2211" y="151745"/>
                    </a:cubicBezTo>
                    <a:cubicBezTo>
                      <a:pt x="1556" y="123252"/>
                      <a:pt x="0" y="86964"/>
                      <a:pt x="11858" y="64496"/>
                    </a:cubicBezTo>
                    <a:cubicBezTo>
                      <a:pt x="23715" y="42027"/>
                      <a:pt x="50915" y="26469"/>
                      <a:pt x="73358" y="16934"/>
                    </a:cubicBezTo>
                    <a:cubicBezTo>
                      <a:pt x="95800" y="7399"/>
                      <a:pt x="123779" y="0"/>
                      <a:pt x="146511" y="7287"/>
                    </a:cubicBezTo>
                    <a:cubicBezTo>
                      <a:pt x="169242" y="14573"/>
                      <a:pt x="198342" y="36578"/>
                      <a:pt x="209746" y="60654"/>
                    </a:cubicBezTo>
                    <a:cubicBezTo>
                      <a:pt x="221150" y="84730"/>
                      <a:pt x="216396" y="122698"/>
                      <a:pt x="214935" y="151745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27" name="SCHEM_path-0125"/>
              <p:cNvSpPr/>
              <p:nvPr/>
            </p:nvSpPr>
            <p:spPr>
              <a:xfrm>
                <a:off x="1358254" y="3911989"/>
                <a:ext cx="196549" cy="180304"/>
              </a:xfrm>
              <a:custGeom>
                <a:avLst/>
                <a:gdLst/>
                <a:ahLst/>
                <a:cxnLst/>
                <a:rect l="0" t="0" r="r" b="b"/>
                <a:pathLst>
                  <a:path w="196549" h="180304">
                    <a:moveTo>
                      <a:pt x="195403" y="89540"/>
                    </a:moveTo>
                    <a:cubicBezTo>
                      <a:pt x="194257" y="105445"/>
                      <a:pt x="185551" y="122858"/>
                      <a:pt x="174122" y="135204"/>
                    </a:cubicBezTo>
                    <a:cubicBezTo>
                      <a:pt x="162692" y="147550"/>
                      <a:pt x="145355" y="156704"/>
                      <a:pt x="126825" y="163616"/>
                    </a:cubicBezTo>
                    <a:cubicBezTo>
                      <a:pt x="108296" y="170528"/>
                      <a:pt x="82469" y="180304"/>
                      <a:pt x="62945" y="176675"/>
                    </a:cubicBezTo>
                    <a:cubicBezTo>
                      <a:pt x="43421" y="173046"/>
                      <a:pt x="19364" y="156364"/>
                      <a:pt x="9682" y="141842"/>
                    </a:cubicBezTo>
                    <a:cubicBezTo>
                      <a:pt x="0" y="127319"/>
                      <a:pt x="3740" y="106311"/>
                      <a:pt x="4854" y="89540"/>
                    </a:cubicBezTo>
                    <a:cubicBezTo>
                      <a:pt x="5967" y="72770"/>
                      <a:pt x="5992" y="54001"/>
                      <a:pt x="16364" y="41220"/>
                    </a:cubicBezTo>
                    <a:cubicBezTo>
                      <a:pt x="26736" y="28439"/>
                      <a:pt x="47950" y="18975"/>
                      <a:pt x="67085" y="12853"/>
                    </a:cubicBezTo>
                    <a:cubicBezTo>
                      <a:pt x="86220" y="6731"/>
                      <a:pt x="112189" y="0"/>
                      <a:pt x="131175" y="4488"/>
                    </a:cubicBezTo>
                    <a:cubicBezTo>
                      <a:pt x="150161" y="8975"/>
                      <a:pt x="170295" y="25604"/>
                      <a:pt x="180999" y="39779"/>
                    </a:cubicBezTo>
                    <a:cubicBezTo>
                      <a:pt x="191704" y="53955"/>
                      <a:pt x="196549" y="73636"/>
                      <a:pt x="195403" y="89540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28" name="SCHEM_path-0126"/>
              <p:cNvSpPr/>
              <p:nvPr/>
            </p:nvSpPr>
            <p:spPr>
              <a:xfrm>
                <a:off x="3469299" y="4400069"/>
                <a:ext cx="225206" cy="191367"/>
              </a:xfrm>
              <a:custGeom>
                <a:avLst/>
                <a:gdLst/>
                <a:ahLst/>
                <a:cxnLst/>
                <a:rect l="0" t="0" r="r" b="b"/>
                <a:pathLst>
                  <a:path w="225206" h="191367">
                    <a:moveTo>
                      <a:pt x="221292" y="103291"/>
                    </a:moveTo>
                    <a:cubicBezTo>
                      <a:pt x="220937" y="122068"/>
                      <a:pt x="223146" y="144943"/>
                      <a:pt x="211336" y="158995"/>
                    </a:cubicBezTo>
                    <a:cubicBezTo>
                      <a:pt x="199526" y="173046"/>
                      <a:pt x="171467" y="183831"/>
                      <a:pt x="150432" y="187599"/>
                    </a:cubicBezTo>
                    <a:cubicBezTo>
                      <a:pt x="129396" y="191367"/>
                      <a:pt x="106346" y="186498"/>
                      <a:pt x="85124" y="181604"/>
                    </a:cubicBezTo>
                    <a:cubicBezTo>
                      <a:pt x="63903" y="176710"/>
                      <a:pt x="37014" y="171288"/>
                      <a:pt x="23103" y="158236"/>
                    </a:cubicBezTo>
                    <a:cubicBezTo>
                      <a:pt x="9192" y="145184"/>
                      <a:pt x="0" y="120630"/>
                      <a:pt x="1660" y="103291"/>
                    </a:cubicBezTo>
                    <a:cubicBezTo>
                      <a:pt x="3320" y="85951"/>
                      <a:pt x="20418" y="70406"/>
                      <a:pt x="33062" y="54200"/>
                    </a:cubicBezTo>
                    <a:cubicBezTo>
                      <a:pt x="45706" y="37994"/>
                      <a:pt x="57889" y="12108"/>
                      <a:pt x="77524" y="6054"/>
                    </a:cubicBezTo>
                    <a:cubicBezTo>
                      <a:pt x="97160" y="0"/>
                      <a:pt x="128219" y="11163"/>
                      <a:pt x="150876" y="17876"/>
                    </a:cubicBezTo>
                    <a:cubicBezTo>
                      <a:pt x="173534" y="24589"/>
                      <a:pt x="201733" y="32097"/>
                      <a:pt x="213470" y="46333"/>
                    </a:cubicBezTo>
                    <a:cubicBezTo>
                      <a:pt x="225206" y="60569"/>
                      <a:pt x="221648" y="84514"/>
                      <a:pt x="221292" y="103291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29" name="SCHEM_path-0127"/>
              <p:cNvSpPr/>
              <p:nvPr/>
            </p:nvSpPr>
            <p:spPr>
              <a:xfrm>
                <a:off x="405931" y="4662116"/>
                <a:ext cx="235211" cy="223687"/>
              </a:xfrm>
              <a:custGeom>
                <a:avLst/>
                <a:gdLst/>
                <a:ahLst/>
                <a:cxnLst/>
                <a:rect l="0" t="0" r="r" b="b"/>
                <a:pathLst>
                  <a:path w="235211" h="223687">
                    <a:moveTo>
                      <a:pt x="234430" y="111527"/>
                    </a:moveTo>
                    <a:cubicBezTo>
                      <a:pt x="233650" y="134157"/>
                      <a:pt x="222113" y="160802"/>
                      <a:pt x="207968" y="177724"/>
                    </a:cubicBezTo>
                    <a:cubicBezTo>
                      <a:pt x="193824" y="194646"/>
                      <a:pt x="170600" y="206391"/>
                      <a:pt x="149561" y="213059"/>
                    </a:cubicBezTo>
                    <a:cubicBezTo>
                      <a:pt x="128522" y="219727"/>
                      <a:pt x="102428" y="223687"/>
                      <a:pt x="81733" y="217733"/>
                    </a:cubicBezTo>
                    <a:cubicBezTo>
                      <a:pt x="61037" y="211780"/>
                      <a:pt x="38852" y="195039"/>
                      <a:pt x="25387" y="177337"/>
                    </a:cubicBezTo>
                    <a:cubicBezTo>
                      <a:pt x="11921" y="159636"/>
                      <a:pt x="0" y="132784"/>
                      <a:pt x="941" y="111527"/>
                    </a:cubicBezTo>
                    <a:cubicBezTo>
                      <a:pt x="1882" y="90271"/>
                      <a:pt x="17428" y="67076"/>
                      <a:pt x="31032" y="49798"/>
                    </a:cubicBezTo>
                    <a:cubicBezTo>
                      <a:pt x="44635" y="32520"/>
                      <a:pt x="62571" y="15210"/>
                      <a:pt x="82561" y="7858"/>
                    </a:cubicBezTo>
                    <a:cubicBezTo>
                      <a:pt x="102551" y="505"/>
                      <a:pt x="129288" y="0"/>
                      <a:pt x="150970" y="5681"/>
                    </a:cubicBezTo>
                    <a:cubicBezTo>
                      <a:pt x="172651" y="11363"/>
                      <a:pt x="198739" y="24305"/>
                      <a:pt x="212649" y="41946"/>
                    </a:cubicBezTo>
                    <a:cubicBezTo>
                      <a:pt x="226559" y="59587"/>
                      <a:pt x="235211" y="88897"/>
                      <a:pt x="234430" y="111527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30" name="SCHEM_path-0128"/>
              <p:cNvSpPr/>
              <p:nvPr/>
            </p:nvSpPr>
            <p:spPr>
              <a:xfrm>
                <a:off x="3987372" y="4519063"/>
                <a:ext cx="293635" cy="282591"/>
              </a:xfrm>
              <a:custGeom>
                <a:avLst/>
                <a:gdLst/>
                <a:ahLst/>
                <a:cxnLst/>
                <a:rect l="0" t="0" r="r" b="b"/>
                <a:pathLst>
                  <a:path w="293635" h="282591">
                    <a:moveTo>
                      <a:pt x="282489" y="134746"/>
                    </a:moveTo>
                    <a:cubicBezTo>
                      <a:pt x="286132" y="161516"/>
                      <a:pt x="293635" y="203223"/>
                      <a:pt x="277874" y="222405"/>
                    </a:cubicBezTo>
                    <a:cubicBezTo>
                      <a:pt x="262112" y="241586"/>
                      <a:pt x="217907" y="240917"/>
                      <a:pt x="187922" y="249836"/>
                    </a:cubicBezTo>
                    <a:cubicBezTo>
                      <a:pt x="157937" y="258755"/>
                      <a:pt x="123298" y="282591"/>
                      <a:pt x="97962" y="275919"/>
                    </a:cubicBezTo>
                    <a:cubicBezTo>
                      <a:pt x="72626" y="269246"/>
                      <a:pt x="52197" y="233331"/>
                      <a:pt x="35908" y="209802"/>
                    </a:cubicBezTo>
                    <a:cubicBezTo>
                      <a:pt x="19618" y="186273"/>
                      <a:pt x="0" y="159613"/>
                      <a:pt x="226" y="134746"/>
                    </a:cubicBezTo>
                    <a:cubicBezTo>
                      <a:pt x="452" y="109880"/>
                      <a:pt x="20064" y="81536"/>
                      <a:pt x="37264" y="60603"/>
                    </a:cubicBezTo>
                    <a:cubicBezTo>
                      <a:pt x="54465" y="39670"/>
                      <a:pt x="77683" y="17788"/>
                      <a:pt x="103430" y="9150"/>
                    </a:cubicBezTo>
                    <a:cubicBezTo>
                      <a:pt x="129176" y="511"/>
                      <a:pt x="166312" y="0"/>
                      <a:pt x="191743" y="8773"/>
                    </a:cubicBezTo>
                    <a:cubicBezTo>
                      <a:pt x="217174" y="17546"/>
                      <a:pt x="240890" y="40793"/>
                      <a:pt x="256014" y="61788"/>
                    </a:cubicBezTo>
                    <a:cubicBezTo>
                      <a:pt x="271138" y="82784"/>
                      <a:pt x="278846" y="107977"/>
                      <a:pt x="282489" y="134746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31" name="SCHEM_path-0129"/>
              <p:cNvSpPr/>
              <p:nvPr/>
            </p:nvSpPr>
            <p:spPr>
              <a:xfrm>
                <a:off x="6027315" y="4205624"/>
                <a:ext cx="187796" cy="181369"/>
              </a:xfrm>
              <a:custGeom>
                <a:avLst/>
                <a:gdLst/>
                <a:ahLst/>
                <a:cxnLst/>
                <a:rect l="0" t="0" r="r" b="b"/>
                <a:pathLst>
                  <a:path w="187796" h="181369">
                    <a:moveTo>
                      <a:pt x="187168" y="93635"/>
                    </a:moveTo>
                    <a:cubicBezTo>
                      <a:pt x="186540" y="110415"/>
                      <a:pt x="170309" y="128955"/>
                      <a:pt x="158229" y="142695"/>
                    </a:cubicBezTo>
                    <a:cubicBezTo>
                      <a:pt x="146150" y="156435"/>
                      <a:pt x="131396" y="170781"/>
                      <a:pt x="114691" y="176075"/>
                    </a:cubicBezTo>
                    <a:cubicBezTo>
                      <a:pt x="97986" y="181369"/>
                      <a:pt x="74641" y="180130"/>
                      <a:pt x="57999" y="174460"/>
                    </a:cubicBezTo>
                    <a:cubicBezTo>
                      <a:pt x="41357" y="168791"/>
                      <a:pt x="24483" y="155529"/>
                      <a:pt x="14838" y="142058"/>
                    </a:cubicBezTo>
                    <a:cubicBezTo>
                      <a:pt x="5194" y="128587"/>
                      <a:pt x="0" y="109684"/>
                      <a:pt x="134" y="93635"/>
                    </a:cubicBezTo>
                    <a:cubicBezTo>
                      <a:pt x="269" y="77585"/>
                      <a:pt x="6440" y="60499"/>
                      <a:pt x="15644" y="45760"/>
                    </a:cubicBezTo>
                    <a:cubicBezTo>
                      <a:pt x="24848" y="31021"/>
                      <a:pt x="39044" y="10401"/>
                      <a:pt x="55357" y="5201"/>
                    </a:cubicBezTo>
                    <a:cubicBezTo>
                      <a:pt x="71670" y="0"/>
                      <a:pt x="95750" y="8420"/>
                      <a:pt x="113524" y="14555"/>
                    </a:cubicBezTo>
                    <a:cubicBezTo>
                      <a:pt x="131298" y="20691"/>
                      <a:pt x="149725" y="28831"/>
                      <a:pt x="161999" y="42011"/>
                    </a:cubicBezTo>
                    <a:cubicBezTo>
                      <a:pt x="174273" y="55191"/>
                      <a:pt x="187796" y="76854"/>
                      <a:pt x="187168" y="93635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32" name="SCHEM_path-0130"/>
              <p:cNvSpPr/>
              <p:nvPr/>
            </p:nvSpPr>
            <p:spPr>
              <a:xfrm>
                <a:off x="7038996" y="3862621"/>
                <a:ext cx="241828" cy="303004"/>
              </a:xfrm>
              <a:custGeom>
                <a:avLst/>
                <a:gdLst/>
                <a:ahLst/>
                <a:cxnLst/>
                <a:rect l="0" t="0" r="r" b="b"/>
                <a:pathLst>
                  <a:path w="241828" h="303004">
                    <a:moveTo>
                      <a:pt x="232589" y="148342"/>
                    </a:moveTo>
                    <a:cubicBezTo>
                      <a:pt x="231093" y="177097"/>
                      <a:pt x="233197" y="208211"/>
                      <a:pt x="221153" y="230886"/>
                    </a:cubicBezTo>
                    <a:cubicBezTo>
                      <a:pt x="209110" y="253561"/>
                      <a:pt x="183805" y="273972"/>
                      <a:pt x="160325" y="284391"/>
                    </a:cubicBezTo>
                    <a:cubicBezTo>
                      <a:pt x="136846" y="294810"/>
                      <a:pt x="102501" y="303004"/>
                      <a:pt x="80278" y="293400"/>
                    </a:cubicBezTo>
                    <a:cubicBezTo>
                      <a:pt x="58054" y="283796"/>
                      <a:pt x="40184" y="250944"/>
                      <a:pt x="26983" y="226767"/>
                    </a:cubicBezTo>
                    <a:cubicBezTo>
                      <a:pt x="13783" y="202591"/>
                      <a:pt x="0" y="173592"/>
                      <a:pt x="1076" y="148342"/>
                    </a:cubicBezTo>
                    <a:cubicBezTo>
                      <a:pt x="2153" y="123093"/>
                      <a:pt x="19071" y="95338"/>
                      <a:pt x="33442" y="75272"/>
                    </a:cubicBezTo>
                    <a:cubicBezTo>
                      <a:pt x="47813" y="55206"/>
                      <a:pt x="65811" y="39649"/>
                      <a:pt x="87301" y="27948"/>
                    </a:cubicBezTo>
                    <a:cubicBezTo>
                      <a:pt x="108791" y="16247"/>
                      <a:pt x="138579" y="0"/>
                      <a:pt x="162383" y="5069"/>
                    </a:cubicBezTo>
                    <a:cubicBezTo>
                      <a:pt x="186187" y="10137"/>
                      <a:pt x="218426" y="34481"/>
                      <a:pt x="230127" y="58360"/>
                    </a:cubicBezTo>
                    <a:cubicBezTo>
                      <a:pt x="241828" y="82239"/>
                      <a:pt x="234084" y="119588"/>
                      <a:pt x="232589" y="148342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33" name="SCHEM_path-0131"/>
              <p:cNvSpPr/>
              <p:nvPr/>
            </p:nvSpPr>
            <p:spPr>
              <a:xfrm>
                <a:off x="2785929" y="4196983"/>
                <a:ext cx="236200" cy="309630"/>
              </a:xfrm>
              <a:custGeom>
                <a:avLst/>
                <a:gdLst/>
                <a:ahLst/>
                <a:cxnLst/>
                <a:rect l="0" t="0" r="r" b="b"/>
                <a:pathLst>
                  <a:path w="236200" h="309630">
                    <a:moveTo>
                      <a:pt x="235330" y="153679"/>
                    </a:moveTo>
                    <a:cubicBezTo>
                      <a:pt x="236200" y="179498"/>
                      <a:pt x="212664" y="208720"/>
                      <a:pt x="198418" y="233539"/>
                    </a:cubicBezTo>
                    <a:cubicBezTo>
                      <a:pt x="184171" y="258359"/>
                      <a:pt x="169529" y="295560"/>
                      <a:pt x="149852" y="302595"/>
                    </a:cubicBezTo>
                    <a:cubicBezTo>
                      <a:pt x="130176" y="309630"/>
                      <a:pt x="100823" y="287591"/>
                      <a:pt x="80359" y="275751"/>
                    </a:cubicBezTo>
                    <a:cubicBezTo>
                      <a:pt x="59894" y="263911"/>
                      <a:pt x="38996" y="251902"/>
                      <a:pt x="27063" y="231557"/>
                    </a:cubicBezTo>
                    <a:cubicBezTo>
                      <a:pt x="15130" y="211211"/>
                      <a:pt x="11280" y="181958"/>
                      <a:pt x="8760" y="153679"/>
                    </a:cubicBezTo>
                    <a:cubicBezTo>
                      <a:pt x="6240" y="125400"/>
                      <a:pt x="0" y="82192"/>
                      <a:pt x="11942" y="61882"/>
                    </a:cubicBezTo>
                    <a:cubicBezTo>
                      <a:pt x="23884" y="41572"/>
                      <a:pt x="57558" y="40833"/>
                      <a:pt x="80413" y="31820"/>
                    </a:cubicBezTo>
                    <a:cubicBezTo>
                      <a:pt x="103268" y="22806"/>
                      <a:pt x="130276" y="0"/>
                      <a:pt x="149073" y="7801"/>
                    </a:cubicBezTo>
                    <a:cubicBezTo>
                      <a:pt x="167870" y="15602"/>
                      <a:pt x="178819" y="54313"/>
                      <a:pt x="193196" y="78626"/>
                    </a:cubicBezTo>
                    <a:cubicBezTo>
                      <a:pt x="207572" y="102939"/>
                      <a:pt x="234460" y="127860"/>
                      <a:pt x="235330" y="153679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34" name="SCHEM_path-0132"/>
              <p:cNvSpPr/>
              <p:nvPr/>
            </p:nvSpPr>
            <p:spPr>
              <a:xfrm>
                <a:off x="5676494" y="4692695"/>
                <a:ext cx="191955" cy="256857"/>
              </a:xfrm>
              <a:custGeom>
                <a:avLst/>
                <a:gdLst/>
                <a:ahLst/>
                <a:cxnLst/>
                <a:rect l="0" t="0" r="r" b="b"/>
                <a:pathLst>
                  <a:path w="191955" h="256857">
                    <a:moveTo>
                      <a:pt x="189819" y="117744"/>
                    </a:moveTo>
                    <a:cubicBezTo>
                      <a:pt x="187684" y="143127"/>
                      <a:pt x="169812" y="165134"/>
                      <a:pt x="158775" y="186914"/>
                    </a:cubicBezTo>
                    <a:cubicBezTo>
                      <a:pt x="147737" y="208694"/>
                      <a:pt x="138505" y="239993"/>
                      <a:pt x="123595" y="248425"/>
                    </a:cubicBezTo>
                    <a:cubicBezTo>
                      <a:pt x="108686" y="256857"/>
                      <a:pt x="86735" y="245459"/>
                      <a:pt x="69319" y="237508"/>
                    </a:cubicBezTo>
                    <a:cubicBezTo>
                      <a:pt x="51902" y="229557"/>
                      <a:pt x="30577" y="220681"/>
                      <a:pt x="19099" y="200720"/>
                    </a:cubicBezTo>
                    <a:cubicBezTo>
                      <a:pt x="7620" y="180759"/>
                      <a:pt x="0" y="144917"/>
                      <a:pt x="446" y="117744"/>
                    </a:cubicBezTo>
                    <a:cubicBezTo>
                      <a:pt x="892" y="90571"/>
                      <a:pt x="10009" y="56323"/>
                      <a:pt x="21774" y="37683"/>
                    </a:cubicBezTo>
                    <a:cubicBezTo>
                      <a:pt x="33539" y="19042"/>
                      <a:pt x="54705" y="11382"/>
                      <a:pt x="71035" y="5899"/>
                    </a:cubicBezTo>
                    <a:cubicBezTo>
                      <a:pt x="87365" y="417"/>
                      <a:pt x="102996" y="0"/>
                      <a:pt x="119754" y="4786"/>
                    </a:cubicBezTo>
                    <a:cubicBezTo>
                      <a:pt x="136513" y="9573"/>
                      <a:pt x="159910" y="15792"/>
                      <a:pt x="171587" y="34618"/>
                    </a:cubicBezTo>
                    <a:cubicBezTo>
                      <a:pt x="183265" y="53445"/>
                      <a:pt x="191955" y="92362"/>
                      <a:pt x="189819" y="117744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35" name="SCHEM_path-0133"/>
              <p:cNvSpPr/>
              <p:nvPr/>
            </p:nvSpPr>
            <p:spPr>
              <a:xfrm>
                <a:off x="3771310" y="4229081"/>
                <a:ext cx="298484" cy="267532"/>
              </a:xfrm>
              <a:custGeom>
                <a:avLst/>
                <a:gdLst/>
                <a:ahLst/>
                <a:cxnLst/>
                <a:rect l="0" t="0" r="r" b="b"/>
                <a:pathLst>
                  <a:path w="298484" h="267532">
                    <a:moveTo>
                      <a:pt x="297535" y="134189"/>
                    </a:moveTo>
                    <a:cubicBezTo>
                      <a:pt x="296585" y="160319"/>
                      <a:pt x="279948" y="189627"/>
                      <a:pt x="262513" y="210668"/>
                    </a:cubicBezTo>
                    <a:cubicBezTo>
                      <a:pt x="245079" y="231709"/>
                      <a:pt x="218913" y="253341"/>
                      <a:pt x="192927" y="260436"/>
                    </a:cubicBezTo>
                    <a:cubicBezTo>
                      <a:pt x="166941" y="267532"/>
                      <a:pt x="131741" y="262385"/>
                      <a:pt x="106597" y="253242"/>
                    </a:cubicBezTo>
                    <a:cubicBezTo>
                      <a:pt x="81453" y="244099"/>
                      <a:pt x="59287" y="225422"/>
                      <a:pt x="42064" y="205580"/>
                    </a:cubicBezTo>
                    <a:cubicBezTo>
                      <a:pt x="24840" y="185738"/>
                      <a:pt x="6515" y="160171"/>
                      <a:pt x="3258" y="134189"/>
                    </a:cubicBezTo>
                    <a:cubicBezTo>
                      <a:pt x="0" y="108207"/>
                      <a:pt x="5559" y="70280"/>
                      <a:pt x="22518" y="49687"/>
                    </a:cubicBezTo>
                    <a:cubicBezTo>
                      <a:pt x="39477" y="29094"/>
                      <a:pt x="76568" y="17713"/>
                      <a:pt x="105012" y="10633"/>
                    </a:cubicBezTo>
                    <a:cubicBezTo>
                      <a:pt x="133456" y="3554"/>
                      <a:pt x="165985" y="0"/>
                      <a:pt x="193185" y="7209"/>
                    </a:cubicBezTo>
                    <a:cubicBezTo>
                      <a:pt x="220384" y="14419"/>
                      <a:pt x="250817" y="32726"/>
                      <a:pt x="268208" y="53889"/>
                    </a:cubicBezTo>
                    <a:cubicBezTo>
                      <a:pt x="285600" y="75053"/>
                      <a:pt x="298484" y="108059"/>
                      <a:pt x="297535" y="134189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36" name="SCHEM_path-0134"/>
              <p:cNvSpPr/>
              <p:nvPr/>
            </p:nvSpPr>
            <p:spPr>
              <a:xfrm>
                <a:off x="7408315" y="4591070"/>
                <a:ext cx="317556" cy="227457"/>
              </a:xfrm>
              <a:custGeom>
                <a:avLst/>
                <a:gdLst/>
                <a:ahLst/>
                <a:cxnLst/>
                <a:rect l="0" t="0" r="r" b="b"/>
                <a:pathLst>
                  <a:path w="317556" h="227457">
                    <a:moveTo>
                      <a:pt x="317058" y="116803"/>
                    </a:moveTo>
                    <a:cubicBezTo>
                      <a:pt x="317556" y="139792"/>
                      <a:pt x="306941" y="168974"/>
                      <a:pt x="288490" y="186585"/>
                    </a:cubicBezTo>
                    <a:cubicBezTo>
                      <a:pt x="270039" y="204195"/>
                      <a:pt x="234845" y="217475"/>
                      <a:pt x="206351" y="222466"/>
                    </a:cubicBezTo>
                    <a:cubicBezTo>
                      <a:pt x="177857" y="227457"/>
                      <a:pt x="142947" y="224422"/>
                      <a:pt x="117528" y="216530"/>
                    </a:cubicBezTo>
                    <a:cubicBezTo>
                      <a:pt x="92110" y="208637"/>
                      <a:pt x="73168" y="191733"/>
                      <a:pt x="53838" y="175112"/>
                    </a:cubicBezTo>
                    <a:cubicBezTo>
                      <a:pt x="34509" y="158491"/>
                      <a:pt x="3100" y="137086"/>
                      <a:pt x="1550" y="116803"/>
                    </a:cubicBezTo>
                    <a:cubicBezTo>
                      <a:pt x="0" y="96521"/>
                      <a:pt x="26049" y="71984"/>
                      <a:pt x="44537" y="53417"/>
                    </a:cubicBezTo>
                    <a:cubicBezTo>
                      <a:pt x="63025" y="34850"/>
                      <a:pt x="86222" y="10804"/>
                      <a:pt x="112480" y="5402"/>
                    </a:cubicBezTo>
                    <a:cubicBezTo>
                      <a:pt x="138738" y="0"/>
                      <a:pt x="173248" y="13796"/>
                      <a:pt x="202085" y="21005"/>
                    </a:cubicBezTo>
                    <a:cubicBezTo>
                      <a:pt x="230922" y="28213"/>
                      <a:pt x="266340" y="32686"/>
                      <a:pt x="285502" y="48653"/>
                    </a:cubicBezTo>
                    <a:cubicBezTo>
                      <a:pt x="304664" y="64619"/>
                      <a:pt x="316560" y="93814"/>
                      <a:pt x="317058" y="116803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37" name="SCHEM_path-0135"/>
              <p:cNvSpPr/>
              <p:nvPr/>
            </p:nvSpPr>
            <p:spPr>
              <a:xfrm>
                <a:off x="4645978" y="4660226"/>
                <a:ext cx="234422" cy="198982"/>
              </a:xfrm>
              <a:custGeom>
                <a:avLst/>
                <a:gdLst/>
                <a:ahLst/>
                <a:cxnLst/>
                <a:rect l="0" t="0" r="r" b="b"/>
                <a:pathLst>
                  <a:path w="234422" h="198982">
                    <a:moveTo>
                      <a:pt x="231440" y="94913"/>
                    </a:moveTo>
                    <a:cubicBezTo>
                      <a:pt x="228458" y="112912"/>
                      <a:pt x="206612" y="127662"/>
                      <a:pt x="192681" y="143709"/>
                    </a:cubicBezTo>
                    <a:cubicBezTo>
                      <a:pt x="178750" y="159756"/>
                      <a:pt x="168303" y="183404"/>
                      <a:pt x="147855" y="191193"/>
                    </a:cubicBezTo>
                    <a:cubicBezTo>
                      <a:pt x="127407" y="198982"/>
                      <a:pt x="90813" y="198169"/>
                      <a:pt x="69992" y="190442"/>
                    </a:cubicBezTo>
                    <a:cubicBezTo>
                      <a:pt x="49170" y="182716"/>
                      <a:pt x="34377" y="160756"/>
                      <a:pt x="22926" y="144834"/>
                    </a:cubicBezTo>
                    <a:cubicBezTo>
                      <a:pt x="11475" y="128913"/>
                      <a:pt x="2572" y="112301"/>
                      <a:pt x="1286" y="94913"/>
                    </a:cubicBezTo>
                    <a:cubicBezTo>
                      <a:pt x="0" y="77524"/>
                      <a:pt x="3418" y="55583"/>
                      <a:pt x="15211" y="40504"/>
                    </a:cubicBezTo>
                    <a:cubicBezTo>
                      <a:pt x="27004" y="25425"/>
                      <a:pt x="50968" y="8878"/>
                      <a:pt x="72044" y="4439"/>
                    </a:cubicBezTo>
                    <a:cubicBezTo>
                      <a:pt x="93121" y="0"/>
                      <a:pt x="118581" y="8659"/>
                      <a:pt x="141669" y="13871"/>
                    </a:cubicBezTo>
                    <a:cubicBezTo>
                      <a:pt x="164757" y="19083"/>
                      <a:pt x="195610" y="22205"/>
                      <a:pt x="210572" y="35712"/>
                    </a:cubicBezTo>
                    <a:cubicBezTo>
                      <a:pt x="225534" y="49219"/>
                      <a:pt x="234422" y="76913"/>
                      <a:pt x="231440" y="94913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38" name="SCHEM_path-0136"/>
              <p:cNvSpPr/>
              <p:nvPr/>
            </p:nvSpPr>
            <p:spPr>
              <a:xfrm>
                <a:off x="4846938" y="4751557"/>
                <a:ext cx="291568" cy="188029"/>
              </a:xfrm>
              <a:custGeom>
                <a:avLst/>
                <a:gdLst/>
                <a:ahLst/>
                <a:cxnLst/>
                <a:rect l="0" t="0" r="r" b="b"/>
                <a:pathLst>
                  <a:path w="291568" h="188029">
                    <a:moveTo>
                      <a:pt x="290821" y="91969"/>
                    </a:moveTo>
                    <a:cubicBezTo>
                      <a:pt x="291568" y="111300"/>
                      <a:pt x="286162" y="135631"/>
                      <a:pt x="269049" y="150994"/>
                    </a:cubicBezTo>
                    <a:cubicBezTo>
                      <a:pt x="251936" y="166356"/>
                      <a:pt x="216535" y="180258"/>
                      <a:pt x="188144" y="184144"/>
                    </a:cubicBezTo>
                    <a:cubicBezTo>
                      <a:pt x="159753" y="188029"/>
                      <a:pt x="124557" y="181387"/>
                      <a:pt x="98703" y="174307"/>
                    </a:cubicBezTo>
                    <a:cubicBezTo>
                      <a:pt x="72849" y="167226"/>
                      <a:pt x="49321" y="155383"/>
                      <a:pt x="33020" y="141660"/>
                    </a:cubicBezTo>
                    <a:cubicBezTo>
                      <a:pt x="16719" y="127937"/>
                      <a:pt x="1793" y="108946"/>
                      <a:pt x="897" y="91969"/>
                    </a:cubicBezTo>
                    <a:cubicBezTo>
                      <a:pt x="0" y="74993"/>
                      <a:pt x="11808" y="54439"/>
                      <a:pt x="27640" y="39801"/>
                    </a:cubicBezTo>
                    <a:cubicBezTo>
                      <a:pt x="43472" y="25163"/>
                      <a:pt x="70433" y="8283"/>
                      <a:pt x="95889" y="4141"/>
                    </a:cubicBezTo>
                    <a:cubicBezTo>
                      <a:pt x="121344" y="0"/>
                      <a:pt x="152262" y="9808"/>
                      <a:pt x="180376" y="14953"/>
                    </a:cubicBezTo>
                    <a:cubicBezTo>
                      <a:pt x="208489" y="20097"/>
                      <a:pt x="246160" y="22173"/>
                      <a:pt x="264568" y="35009"/>
                    </a:cubicBezTo>
                    <a:cubicBezTo>
                      <a:pt x="282975" y="47845"/>
                      <a:pt x="290074" y="72639"/>
                      <a:pt x="290821" y="91969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39" name="SCHEM_path-0137"/>
              <p:cNvSpPr/>
              <p:nvPr/>
            </p:nvSpPr>
            <p:spPr>
              <a:xfrm>
                <a:off x="3260001" y="4031723"/>
                <a:ext cx="207018" cy="297982"/>
              </a:xfrm>
              <a:custGeom>
                <a:avLst/>
                <a:gdLst/>
                <a:ahLst/>
                <a:cxnLst/>
                <a:rect l="0" t="0" r="r" b="b"/>
                <a:pathLst>
                  <a:path w="207018" h="297982">
                    <a:moveTo>
                      <a:pt x="200870" y="154780"/>
                    </a:moveTo>
                    <a:cubicBezTo>
                      <a:pt x="201810" y="183449"/>
                      <a:pt x="207018" y="222857"/>
                      <a:pt x="196023" y="243530"/>
                    </a:cubicBezTo>
                    <a:cubicBezTo>
                      <a:pt x="185027" y="264202"/>
                      <a:pt x="155649" y="270741"/>
                      <a:pt x="134898" y="278815"/>
                    </a:cubicBezTo>
                    <a:cubicBezTo>
                      <a:pt x="114146" y="286889"/>
                      <a:pt x="91600" y="297982"/>
                      <a:pt x="71513" y="291972"/>
                    </a:cubicBezTo>
                    <a:cubicBezTo>
                      <a:pt x="51426" y="285962"/>
                      <a:pt x="25995" y="265620"/>
                      <a:pt x="14377" y="242755"/>
                    </a:cubicBezTo>
                    <a:cubicBezTo>
                      <a:pt x="2759" y="219889"/>
                      <a:pt x="0" y="182350"/>
                      <a:pt x="1804" y="154780"/>
                    </a:cubicBezTo>
                    <a:cubicBezTo>
                      <a:pt x="3607" y="127210"/>
                      <a:pt x="13972" y="101809"/>
                      <a:pt x="25200" y="77335"/>
                    </a:cubicBezTo>
                    <a:cubicBezTo>
                      <a:pt x="36428" y="52861"/>
                      <a:pt x="50846" y="15877"/>
                      <a:pt x="69172" y="7939"/>
                    </a:cubicBezTo>
                    <a:cubicBezTo>
                      <a:pt x="87497" y="0"/>
                      <a:pt x="114948" y="19107"/>
                      <a:pt x="135151" y="29703"/>
                    </a:cubicBezTo>
                    <a:cubicBezTo>
                      <a:pt x="155353" y="40300"/>
                      <a:pt x="179431" y="50671"/>
                      <a:pt x="190384" y="71517"/>
                    </a:cubicBezTo>
                    <a:cubicBezTo>
                      <a:pt x="201337" y="92363"/>
                      <a:pt x="199930" y="126111"/>
                      <a:pt x="200870" y="154780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40" name="SCHEM_path-0138"/>
              <p:cNvSpPr/>
              <p:nvPr/>
            </p:nvSpPr>
            <p:spPr>
              <a:xfrm>
                <a:off x="3565509" y="4153003"/>
                <a:ext cx="209735" cy="240155"/>
              </a:xfrm>
              <a:custGeom>
                <a:avLst/>
                <a:gdLst/>
                <a:ahLst/>
                <a:cxnLst/>
                <a:rect l="0" t="0" r="r" b="b"/>
                <a:pathLst>
                  <a:path w="209735" h="240155">
                    <a:moveTo>
                      <a:pt x="207939" y="120020"/>
                    </a:moveTo>
                    <a:cubicBezTo>
                      <a:pt x="208217" y="141689"/>
                      <a:pt x="209735" y="166431"/>
                      <a:pt x="200345" y="185681"/>
                    </a:cubicBezTo>
                    <a:cubicBezTo>
                      <a:pt x="190954" y="204931"/>
                      <a:pt x="170159" y="230888"/>
                      <a:pt x="151596" y="235522"/>
                    </a:cubicBezTo>
                    <a:cubicBezTo>
                      <a:pt x="133033" y="240155"/>
                      <a:pt x="109637" y="220994"/>
                      <a:pt x="88964" y="213482"/>
                    </a:cubicBezTo>
                    <a:cubicBezTo>
                      <a:pt x="68291" y="205969"/>
                      <a:pt x="41930" y="206023"/>
                      <a:pt x="27559" y="190446"/>
                    </a:cubicBezTo>
                    <a:cubicBezTo>
                      <a:pt x="13189" y="174869"/>
                      <a:pt x="0" y="141336"/>
                      <a:pt x="2741" y="120020"/>
                    </a:cubicBezTo>
                    <a:cubicBezTo>
                      <a:pt x="5482" y="98703"/>
                      <a:pt x="29992" y="79313"/>
                      <a:pt x="44006" y="62547"/>
                    </a:cubicBezTo>
                    <a:cubicBezTo>
                      <a:pt x="58021" y="45782"/>
                      <a:pt x="68972" y="28847"/>
                      <a:pt x="86827" y="19429"/>
                    </a:cubicBezTo>
                    <a:cubicBezTo>
                      <a:pt x="104683" y="10011"/>
                      <a:pt x="132498" y="0"/>
                      <a:pt x="151140" y="6040"/>
                    </a:cubicBezTo>
                    <a:cubicBezTo>
                      <a:pt x="169782" y="12080"/>
                      <a:pt x="189214" y="36673"/>
                      <a:pt x="198680" y="55669"/>
                    </a:cubicBezTo>
                    <a:cubicBezTo>
                      <a:pt x="208147" y="74666"/>
                      <a:pt x="207662" y="98351"/>
                      <a:pt x="207939" y="120020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41" name="SCHEM_path-0139"/>
              <p:cNvSpPr/>
              <p:nvPr/>
            </p:nvSpPr>
            <p:spPr>
              <a:xfrm>
                <a:off x="5556489" y="4194514"/>
                <a:ext cx="206175" cy="215928"/>
              </a:xfrm>
              <a:custGeom>
                <a:avLst/>
                <a:gdLst/>
                <a:ahLst/>
                <a:cxnLst/>
                <a:rect l="0" t="0" r="r" b="b"/>
                <a:pathLst>
                  <a:path w="206175" h="215928">
                    <a:moveTo>
                      <a:pt x="205412" y="108513"/>
                    </a:moveTo>
                    <a:cubicBezTo>
                      <a:pt x="206175" y="127431"/>
                      <a:pt x="192962" y="153193"/>
                      <a:pt x="179881" y="166948"/>
                    </a:cubicBezTo>
                    <a:cubicBezTo>
                      <a:pt x="166800" y="180704"/>
                      <a:pt x="145639" y="183733"/>
                      <a:pt x="126927" y="191045"/>
                    </a:cubicBezTo>
                    <a:cubicBezTo>
                      <a:pt x="108214" y="198357"/>
                      <a:pt x="83778" y="215928"/>
                      <a:pt x="67606" y="210821"/>
                    </a:cubicBezTo>
                    <a:cubicBezTo>
                      <a:pt x="51434" y="205715"/>
                      <a:pt x="40894" y="177457"/>
                      <a:pt x="29893" y="160405"/>
                    </a:cubicBezTo>
                    <a:cubicBezTo>
                      <a:pt x="18892" y="143354"/>
                      <a:pt x="3200" y="126988"/>
                      <a:pt x="1600" y="108513"/>
                    </a:cubicBezTo>
                    <a:cubicBezTo>
                      <a:pt x="0" y="90039"/>
                      <a:pt x="8519" y="64202"/>
                      <a:pt x="20294" y="49560"/>
                    </a:cubicBezTo>
                    <a:cubicBezTo>
                      <a:pt x="32068" y="34919"/>
                      <a:pt x="53377" y="28015"/>
                      <a:pt x="72246" y="20665"/>
                    </a:cubicBezTo>
                    <a:cubicBezTo>
                      <a:pt x="91116" y="13316"/>
                      <a:pt x="116335" y="0"/>
                      <a:pt x="133512" y="5463"/>
                    </a:cubicBezTo>
                    <a:cubicBezTo>
                      <a:pt x="150688" y="10927"/>
                      <a:pt x="163321" y="36270"/>
                      <a:pt x="175305" y="53445"/>
                    </a:cubicBezTo>
                    <a:cubicBezTo>
                      <a:pt x="187288" y="70620"/>
                      <a:pt x="204650" y="89596"/>
                      <a:pt x="205412" y="108513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42" name="SCHEM_path-0140"/>
              <p:cNvSpPr/>
              <p:nvPr/>
            </p:nvSpPr>
            <p:spPr>
              <a:xfrm>
                <a:off x="2317570" y="4738298"/>
                <a:ext cx="186484" cy="289125"/>
              </a:xfrm>
              <a:custGeom>
                <a:avLst/>
                <a:gdLst/>
                <a:ahLst/>
                <a:cxnLst/>
                <a:rect l="0" t="0" r="r" b="b"/>
                <a:pathLst>
                  <a:path w="186484" h="289125">
                    <a:moveTo>
                      <a:pt x="186393" y="141028"/>
                    </a:moveTo>
                    <a:cubicBezTo>
                      <a:pt x="186484" y="169512"/>
                      <a:pt x="182640" y="204077"/>
                      <a:pt x="171132" y="226755"/>
                    </a:cubicBezTo>
                    <a:cubicBezTo>
                      <a:pt x="159625" y="249432"/>
                      <a:pt x="137107" y="268479"/>
                      <a:pt x="117348" y="277093"/>
                    </a:cubicBezTo>
                    <a:cubicBezTo>
                      <a:pt x="97588" y="285707"/>
                      <a:pt x="69977" y="289125"/>
                      <a:pt x="52574" y="278439"/>
                    </a:cubicBezTo>
                    <a:cubicBezTo>
                      <a:pt x="35171" y="267753"/>
                      <a:pt x="21595" y="235880"/>
                      <a:pt x="12930" y="212978"/>
                    </a:cubicBezTo>
                    <a:cubicBezTo>
                      <a:pt x="4266" y="190076"/>
                      <a:pt x="1177" y="165598"/>
                      <a:pt x="589" y="141028"/>
                    </a:cubicBezTo>
                    <a:cubicBezTo>
                      <a:pt x="0" y="116458"/>
                      <a:pt x="238" y="86365"/>
                      <a:pt x="9398" y="65557"/>
                    </a:cubicBezTo>
                    <a:cubicBezTo>
                      <a:pt x="18559" y="44750"/>
                      <a:pt x="37624" y="26008"/>
                      <a:pt x="55550" y="16184"/>
                    </a:cubicBezTo>
                    <a:cubicBezTo>
                      <a:pt x="73477" y="6359"/>
                      <a:pt x="97785" y="0"/>
                      <a:pt x="116957" y="6611"/>
                    </a:cubicBezTo>
                    <a:cubicBezTo>
                      <a:pt x="136129" y="13221"/>
                      <a:pt x="159011" y="33444"/>
                      <a:pt x="170584" y="55847"/>
                    </a:cubicBezTo>
                    <a:cubicBezTo>
                      <a:pt x="182157" y="78250"/>
                      <a:pt x="186301" y="112543"/>
                      <a:pt x="186393" y="141028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43" name="SCHEM_path-0141"/>
              <p:cNvSpPr/>
              <p:nvPr/>
            </p:nvSpPr>
            <p:spPr>
              <a:xfrm>
                <a:off x="1085598" y="4618364"/>
                <a:ext cx="213245" cy="279140"/>
              </a:xfrm>
              <a:custGeom>
                <a:avLst/>
                <a:gdLst/>
                <a:ahLst/>
                <a:cxnLst/>
                <a:rect l="0" t="0" r="r" b="b"/>
                <a:pathLst>
                  <a:path w="213245" h="279140">
                    <a:moveTo>
                      <a:pt x="204718" y="137955"/>
                    </a:moveTo>
                    <a:cubicBezTo>
                      <a:pt x="204342" y="166236"/>
                      <a:pt x="210749" y="199442"/>
                      <a:pt x="200877" y="221733"/>
                    </a:cubicBezTo>
                    <a:cubicBezTo>
                      <a:pt x="191005" y="244024"/>
                      <a:pt x="165661" y="264265"/>
                      <a:pt x="145485" y="271703"/>
                    </a:cubicBezTo>
                    <a:cubicBezTo>
                      <a:pt x="125309" y="279140"/>
                      <a:pt x="98416" y="276386"/>
                      <a:pt x="79821" y="266358"/>
                    </a:cubicBezTo>
                    <a:cubicBezTo>
                      <a:pt x="61225" y="256329"/>
                      <a:pt x="47214" y="232933"/>
                      <a:pt x="33913" y="211533"/>
                    </a:cubicBezTo>
                    <a:cubicBezTo>
                      <a:pt x="20612" y="190132"/>
                      <a:pt x="34" y="162497"/>
                      <a:pt x="17" y="137955"/>
                    </a:cubicBezTo>
                    <a:cubicBezTo>
                      <a:pt x="0" y="113414"/>
                      <a:pt x="20532" y="85766"/>
                      <a:pt x="33812" y="64283"/>
                    </a:cubicBezTo>
                    <a:cubicBezTo>
                      <a:pt x="47092" y="42799"/>
                      <a:pt x="61324" y="18109"/>
                      <a:pt x="79696" y="9054"/>
                    </a:cubicBezTo>
                    <a:cubicBezTo>
                      <a:pt x="98068" y="0"/>
                      <a:pt x="123472" y="2790"/>
                      <a:pt x="144045" y="9956"/>
                    </a:cubicBezTo>
                    <a:cubicBezTo>
                      <a:pt x="164618" y="17122"/>
                      <a:pt x="193021" y="30719"/>
                      <a:pt x="203133" y="52052"/>
                    </a:cubicBezTo>
                    <a:cubicBezTo>
                      <a:pt x="213245" y="73385"/>
                      <a:pt x="205094" y="109675"/>
                      <a:pt x="204718" y="137955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44" name="SCHEM_path-0142"/>
              <p:cNvSpPr/>
              <p:nvPr/>
            </p:nvSpPr>
            <p:spPr>
              <a:xfrm>
                <a:off x="3679294" y="3892330"/>
                <a:ext cx="177158" cy="288613"/>
              </a:xfrm>
              <a:custGeom>
                <a:avLst/>
                <a:gdLst/>
                <a:ahLst/>
                <a:cxnLst/>
                <a:rect l="0" t="0" r="r" b="b"/>
                <a:pathLst>
                  <a:path w="177158" h="288613">
                    <a:moveTo>
                      <a:pt x="176585" y="140438"/>
                    </a:moveTo>
                    <a:cubicBezTo>
                      <a:pt x="176012" y="166658"/>
                      <a:pt x="171541" y="195542"/>
                      <a:pt x="161982" y="217246"/>
                    </a:cubicBezTo>
                    <a:cubicBezTo>
                      <a:pt x="152423" y="238950"/>
                      <a:pt x="136260" y="259958"/>
                      <a:pt x="119231" y="270661"/>
                    </a:cubicBezTo>
                    <a:cubicBezTo>
                      <a:pt x="102201" y="281365"/>
                      <a:pt x="78070" y="288613"/>
                      <a:pt x="59804" y="281468"/>
                    </a:cubicBezTo>
                    <a:cubicBezTo>
                      <a:pt x="41538" y="274323"/>
                      <a:pt x="18822" y="251296"/>
                      <a:pt x="9635" y="227791"/>
                    </a:cubicBezTo>
                    <a:cubicBezTo>
                      <a:pt x="447" y="204286"/>
                      <a:pt x="4727" y="169604"/>
                      <a:pt x="4682" y="140438"/>
                    </a:cubicBezTo>
                    <a:cubicBezTo>
                      <a:pt x="4637" y="111271"/>
                      <a:pt x="0" y="75489"/>
                      <a:pt x="9365" y="52793"/>
                    </a:cubicBezTo>
                    <a:cubicBezTo>
                      <a:pt x="18729" y="30098"/>
                      <a:pt x="43178" y="8531"/>
                      <a:pt x="60869" y="4266"/>
                    </a:cubicBezTo>
                    <a:cubicBezTo>
                      <a:pt x="78560" y="0"/>
                      <a:pt x="98084" y="17924"/>
                      <a:pt x="115509" y="27200"/>
                    </a:cubicBezTo>
                    <a:cubicBezTo>
                      <a:pt x="132935" y="36477"/>
                      <a:pt x="155242" y="41050"/>
                      <a:pt x="165422" y="59923"/>
                    </a:cubicBezTo>
                    <a:cubicBezTo>
                      <a:pt x="175601" y="78796"/>
                      <a:pt x="177158" y="114217"/>
                      <a:pt x="176585" y="140438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45" name="SCHEM_path-0143"/>
              <p:cNvSpPr/>
              <p:nvPr/>
            </p:nvSpPr>
            <p:spPr>
              <a:xfrm>
                <a:off x="4528941" y="4313833"/>
                <a:ext cx="221243" cy="268314"/>
              </a:xfrm>
              <a:custGeom>
                <a:avLst/>
                <a:gdLst/>
                <a:ahLst/>
                <a:cxnLst/>
                <a:rect l="0" t="0" r="r" b="b"/>
                <a:pathLst>
                  <a:path w="221243" h="268314">
                    <a:moveTo>
                      <a:pt x="211538" y="135847"/>
                    </a:moveTo>
                    <a:cubicBezTo>
                      <a:pt x="213439" y="161877"/>
                      <a:pt x="221243" y="197558"/>
                      <a:pt x="210788" y="218801"/>
                    </a:cubicBezTo>
                    <a:cubicBezTo>
                      <a:pt x="200333" y="240043"/>
                      <a:pt x="170230" y="258293"/>
                      <a:pt x="148807" y="263304"/>
                    </a:cubicBezTo>
                    <a:cubicBezTo>
                      <a:pt x="127384" y="268314"/>
                      <a:pt x="102776" y="257613"/>
                      <a:pt x="82251" y="248863"/>
                    </a:cubicBezTo>
                    <a:cubicBezTo>
                      <a:pt x="61725" y="240112"/>
                      <a:pt x="39323" y="229636"/>
                      <a:pt x="25653" y="210800"/>
                    </a:cubicBezTo>
                    <a:cubicBezTo>
                      <a:pt x="11983" y="191964"/>
                      <a:pt x="0" y="160635"/>
                      <a:pt x="230" y="135847"/>
                    </a:cubicBezTo>
                    <a:cubicBezTo>
                      <a:pt x="460" y="111058"/>
                      <a:pt x="13833" y="82603"/>
                      <a:pt x="27033" y="62071"/>
                    </a:cubicBezTo>
                    <a:cubicBezTo>
                      <a:pt x="40234" y="41538"/>
                      <a:pt x="59135" y="21607"/>
                      <a:pt x="79433" y="12650"/>
                    </a:cubicBezTo>
                    <a:cubicBezTo>
                      <a:pt x="99732" y="3693"/>
                      <a:pt x="128832" y="0"/>
                      <a:pt x="148824" y="8328"/>
                    </a:cubicBezTo>
                    <a:cubicBezTo>
                      <a:pt x="168816" y="16657"/>
                      <a:pt x="188930" y="41367"/>
                      <a:pt x="199383" y="62620"/>
                    </a:cubicBezTo>
                    <a:cubicBezTo>
                      <a:pt x="209835" y="83874"/>
                      <a:pt x="209637" y="109817"/>
                      <a:pt x="211538" y="135847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46" name="SCHEM_path-0144"/>
              <p:cNvSpPr/>
              <p:nvPr/>
            </p:nvSpPr>
            <p:spPr>
              <a:xfrm>
                <a:off x="4039925" y="3907559"/>
                <a:ext cx="253575" cy="216179"/>
              </a:xfrm>
              <a:custGeom>
                <a:avLst/>
                <a:gdLst/>
                <a:ahLst/>
                <a:cxnLst/>
                <a:rect l="0" t="0" r="r" b="b"/>
                <a:pathLst>
                  <a:path w="253575" h="216179">
                    <a:moveTo>
                      <a:pt x="240259" y="108645"/>
                    </a:moveTo>
                    <a:cubicBezTo>
                      <a:pt x="239860" y="130901"/>
                      <a:pt x="251198" y="157414"/>
                      <a:pt x="239482" y="174697"/>
                    </a:cubicBezTo>
                    <a:cubicBezTo>
                      <a:pt x="227766" y="191980"/>
                      <a:pt x="194231" y="208511"/>
                      <a:pt x="169962" y="212345"/>
                    </a:cubicBezTo>
                    <a:cubicBezTo>
                      <a:pt x="145693" y="216179"/>
                      <a:pt x="116330" y="205634"/>
                      <a:pt x="93867" y="197704"/>
                    </a:cubicBezTo>
                    <a:cubicBezTo>
                      <a:pt x="71403" y="189774"/>
                      <a:pt x="50736" y="179606"/>
                      <a:pt x="35181" y="164763"/>
                    </a:cubicBezTo>
                    <a:cubicBezTo>
                      <a:pt x="19626" y="149920"/>
                      <a:pt x="1075" y="127673"/>
                      <a:pt x="538" y="108645"/>
                    </a:cubicBezTo>
                    <a:cubicBezTo>
                      <a:pt x="0" y="89618"/>
                      <a:pt x="16830" y="66530"/>
                      <a:pt x="31956" y="50599"/>
                    </a:cubicBezTo>
                    <a:cubicBezTo>
                      <a:pt x="47081" y="34669"/>
                      <a:pt x="68274" y="20717"/>
                      <a:pt x="91292" y="13064"/>
                    </a:cubicBezTo>
                    <a:cubicBezTo>
                      <a:pt x="114310" y="5412"/>
                      <a:pt x="144969" y="0"/>
                      <a:pt x="170066" y="4683"/>
                    </a:cubicBezTo>
                    <a:cubicBezTo>
                      <a:pt x="195163" y="9366"/>
                      <a:pt x="230177" y="23835"/>
                      <a:pt x="241876" y="41162"/>
                    </a:cubicBezTo>
                    <a:cubicBezTo>
                      <a:pt x="253575" y="58489"/>
                      <a:pt x="240658" y="86389"/>
                      <a:pt x="240259" y="108645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47" name="SCHEM_path-0145"/>
              <p:cNvSpPr/>
              <p:nvPr/>
            </p:nvSpPr>
            <p:spPr>
              <a:xfrm>
                <a:off x="6915553" y="4423804"/>
                <a:ext cx="278562" cy="186304"/>
              </a:xfrm>
              <a:custGeom>
                <a:avLst/>
                <a:gdLst/>
                <a:ahLst/>
                <a:cxnLst/>
                <a:rect l="0" t="0" r="r" b="b"/>
                <a:pathLst>
                  <a:path w="278562" h="186304">
                    <a:moveTo>
                      <a:pt x="278316" y="90306"/>
                    </a:moveTo>
                    <a:cubicBezTo>
                      <a:pt x="278272" y="109062"/>
                      <a:pt x="277805" y="131139"/>
                      <a:pt x="263401" y="146510"/>
                    </a:cubicBezTo>
                    <a:cubicBezTo>
                      <a:pt x="248997" y="161881"/>
                      <a:pt x="217789" y="178757"/>
                      <a:pt x="191893" y="182530"/>
                    </a:cubicBezTo>
                    <a:cubicBezTo>
                      <a:pt x="165997" y="186304"/>
                      <a:pt x="135697" y="174826"/>
                      <a:pt x="108026" y="169151"/>
                    </a:cubicBezTo>
                    <a:cubicBezTo>
                      <a:pt x="80356" y="163476"/>
                      <a:pt x="43608" y="161620"/>
                      <a:pt x="25871" y="148479"/>
                    </a:cubicBezTo>
                    <a:cubicBezTo>
                      <a:pt x="8134" y="135338"/>
                      <a:pt x="0" y="108924"/>
                      <a:pt x="1605" y="90306"/>
                    </a:cubicBezTo>
                    <a:cubicBezTo>
                      <a:pt x="3211" y="71688"/>
                      <a:pt x="17949" y="50284"/>
                      <a:pt x="35504" y="36772"/>
                    </a:cubicBezTo>
                    <a:cubicBezTo>
                      <a:pt x="53058" y="23259"/>
                      <a:pt x="81362" y="14673"/>
                      <a:pt x="106933" y="9231"/>
                    </a:cubicBezTo>
                    <a:cubicBezTo>
                      <a:pt x="132504" y="3790"/>
                      <a:pt x="162809" y="0"/>
                      <a:pt x="188931" y="4124"/>
                    </a:cubicBezTo>
                    <a:cubicBezTo>
                      <a:pt x="215053" y="8248"/>
                      <a:pt x="248767" y="19612"/>
                      <a:pt x="263664" y="33975"/>
                    </a:cubicBezTo>
                    <a:cubicBezTo>
                      <a:pt x="278562" y="48339"/>
                      <a:pt x="278360" y="71550"/>
                      <a:pt x="278316" y="90306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48" name="SCHEM_path-0146"/>
              <p:cNvSpPr/>
              <p:nvPr/>
            </p:nvSpPr>
            <p:spPr>
              <a:xfrm>
                <a:off x="5807268" y="4423751"/>
                <a:ext cx="280507" cy="302617"/>
              </a:xfrm>
              <a:custGeom>
                <a:avLst/>
                <a:gdLst/>
                <a:ahLst/>
                <a:cxnLst/>
                <a:rect l="0" t="0" r="r" b="b"/>
                <a:pathLst>
                  <a:path w="280507" h="302617">
                    <a:moveTo>
                      <a:pt x="279873" y="153208"/>
                    </a:moveTo>
                    <a:cubicBezTo>
                      <a:pt x="279239" y="179202"/>
                      <a:pt x="269832" y="208194"/>
                      <a:pt x="254819" y="229846"/>
                    </a:cubicBezTo>
                    <a:cubicBezTo>
                      <a:pt x="239807" y="251498"/>
                      <a:pt x="215688" y="272462"/>
                      <a:pt x="189797" y="283119"/>
                    </a:cubicBezTo>
                    <a:cubicBezTo>
                      <a:pt x="163907" y="293776"/>
                      <a:pt x="124849" y="302617"/>
                      <a:pt x="99479" y="293790"/>
                    </a:cubicBezTo>
                    <a:cubicBezTo>
                      <a:pt x="74109" y="284963"/>
                      <a:pt x="53618" y="253588"/>
                      <a:pt x="37579" y="230158"/>
                    </a:cubicBezTo>
                    <a:cubicBezTo>
                      <a:pt x="21541" y="206727"/>
                      <a:pt x="6500" y="181156"/>
                      <a:pt x="3250" y="153208"/>
                    </a:cubicBezTo>
                    <a:cubicBezTo>
                      <a:pt x="0" y="125261"/>
                      <a:pt x="1760" y="85059"/>
                      <a:pt x="18080" y="62472"/>
                    </a:cubicBezTo>
                    <a:cubicBezTo>
                      <a:pt x="34400" y="39886"/>
                      <a:pt x="71775" y="26541"/>
                      <a:pt x="101170" y="17690"/>
                    </a:cubicBezTo>
                    <a:cubicBezTo>
                      <a:pt x="130565" y="8839"/>
                      <a:pt x="168207" y="0"/>
                      <a:pt x="194449" y="9365"/>
                    </a:cubicBezTo>
                    <a:cubicBezTo>
                      <a:pt x="220692" y="18730"/>
                      <a:pt x="244386" y="49907"/>
                      <a:pt x="258624" y="73881"/>
                    </a:cubicBezTo>
                    <a:cubicBezTo>
                      <a:pt x="272861" y="97854"/>
                      <a:pt x="280507" y="127214"/>
                      <a:pt x="279873" y="153208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49" name="SCHEM_path-0147"/>
              <p:cNvSpPr/>
              <p:nvPr/>
            </p:nvSpPr>
            <p:spPr>
              <a:xfrm>
                <a:off x="4582037" y="4462446"/>
                <a:ext cx="279864" cy="194302"/>
              </a:xfrm>
              <a:custGeom>
                <a:avLst/>
                <a:gdLst/>
                <a:ahLst/>
                <a:cxnLst/>
                <a:rect l="0" t="0" r="r" b="b"/>
                <a:pathLst>
                  <a:path w="279864" h="194302">
                    <a:moveTo>
                      <a:pt x="278025" y="95709"/>
                    </a:moveTo>
                    <a:cubicBezTo>
                      <a:pt x="279864" y="115328"/>
                      <a:pt x="268838" y="141771"/>
                      <a:pt x="252115" y="157493"/>
                    </a:cubicBezTo>
                    <a:cubicBezTo>
                      <a:pt x="235392" y="173215"/>
                      <a:pt x="203555" y="185783"/>
                      <a:pt x="177687" y="190043"/>
                    </a:cubicBezTo>
                    <a:cubicBezTo>
                      <a:pt x="151819" y="194302"/>
                      <a:pt x="122420" y="188937"/>
                      <a:pt x="96907" y="183048"/>
                    </a:cubicBezTo>
                    <a:cubicBezTo>
                      <a:pt x="71395" y="177159"/>
                      <a:pt x="40517" y="169265"/>
                      <a:pt x="24614" y="154709"/>
                    </a:cubicBezTo>
                    <a:cubicBezTo>
                      <a:pt x="8712" y="140152"/>
                      <a:pt x="0" y="114584"/>
                      <a:pt x="1491" y="95709"/>
                    </a:cubicBezTo>
                    <a:cubicBezTo>
                      <a:pt x="2983" y="76835"/>
                      <a:pt x="17390" y="55409"/>
                      <a:pt x="33563" y="41461"/>
                    </a:cubicBezTo>
                    <a:cubicBezTo>
                      <a:pt x="49737" y="27513"/>
                      <a:pt x="74751" y="18161"/>
                      <a:pt x="98531" y="12022"/>
                    </a:cubicBezTo>
                    <a:cubicBezTo>
                      <a:pt x="122310" y="5882"/>
                      <a:pt x="152483" y="0"/>
                      <a:pt x="176241" y="4627"/>
                    </a:cubicBezTo>
                    <a:cubicBezTo>
                      <a:pt x="200000" y="9254"/>
                      <a:pt x="224118" y="24603"/>
                      <a:pt x="241082" y="39783"/>
                    </a:cubicBezTo>
                    <a:cubicBezTo>
                      <a:pt x="258046" y="54964"/>
                      <a:pt x="276186" y="76091"/>
                      <a:pt x="278025" y="95709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50" name="SCHEM_path-0148"/>
              <p:cNvSpPr/>
              <p:nvPr/>
            </p:nvSpPr>
            <p:spPr>
              <a:xfrm>
                <a:off x="4532307" y="4629350"/>
                <a:ext cx="250943" cy="258183"/>
              </a:xfrm>
              <a:custGeom>
                <a:avLst/>
                <a:gdLst/>
                <a:ahLst/>
                <a:cxnLst/>
                <a:rect l="0" t="0" r="r" b="b"/>
                <a:pathLst>
                  <a:path w="250943" h="258183">
                    <a:moveTo>
                      <a:pt x="250616" y="127921"/>
                    </a:moveTo>
                    <a:cubicBezTo>
                      <a:pt x="250289" y="148905"/>
                      <a:pt x="237122" y="169550"/>
                      <a:pt x="224759" y="190202"/>
                    </a:cubicBezTo>
                    <a:cubicBezTo>
                      <a:pt x="212396" y="210854"/>
                      <a:pt x="197402" y="245478"/>
                      <a:pt x="176437" y="251830"/>
                    </a:cubicBezTo>
                    <a:cubicBezTo>
                      <a:pt x="155473" y="258183"/>
                      <a:pt x="124254" y="236561"/>
                      <a:pt x="98971" y="228316"/>
                    </a:cubicBezTo>
                    <a:cubicBezTo>
                      <a:pt x="73689" y="220071"/>
                      <a:pt x="41002" y="219091"/>
                      <a:pt x="24743" y="202359"/>
                    </a:cubicBezTo>
                    <a:cubicBezTo>
                      <a:pt x="8485" y="185626"/>
                      <a:pt x="0" y="151762"/>
                      <a:pt x="1421" y="127921"/>
                    </a:cubicBezTo>
                    <a:cubicBezTo>
                      <a:pt x="2842" y="104080"/>
                      <a:pt x="17408" y="77194"/>
                      <a:pt x="33269" y="59312"/>
                    </a:cubicBezTo>
                    <a:cubicBezTo>
                      <a:pt x="49131" y="41430"/>
                      <a:pt x="72916" y="29302"/>
                      <a:pt x="96589" y="20630"/>
                    </a:cubicBezTo>
                    <a:cubicBezTo>
                      <a:pt x="120263" y="11958"/>
                      <a:pt x="153621" y="0"/>
                      <a:pt x="175309" y="7279"/>
                    </a:cubicBezTo>
                    <a:cubicBezTo>
                      <a:pt x="196997" y="14557"/>
                      <a:pt x="214167" y="44194"/>
                      <a:pt x="226718" y="64301"/>
                    </a:cubicBezTo>
                    <a:cubicBezTo>
                      <a:pt x="239269" y="84409"/>
                      <a:pt x="250943" y="106938"/>
                      <a:pt x="250616" y="127921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51" name="SCHEM_path-0149"/>
              <p:cNvSpPr/>
              <p:nvPr/>
            </p:nvSpPr>
            <p:spPr>
              <a:xfrm>
                <a:off x="7033019" y="4851280"/>
                <a:ext cx="197461" cy="190150"/>
              </a:xfrm>
              <a:custGeom>
                <a:avLst/>
                <a:gdLst/>
                <a:ahLst/>
                <a:cxnLst/>
                <a:rect l="0" t="0" r="r" b="b"/>
                <a:pathLst>
                  <a:path w="197461" h="190150">
                    <a:moveTo>
                      <a:pt x="191711" y="98669"/>
                    </a:moveTo>
                    <a:cubicBezTo>
                      <a:pt x="192922" y="116015"/>
                      <a:pt x="197461" y="138373"/>
                      <a:pt x="187959" y="152999"/>
                    </a:cubicBezTo>
                    <a:cubicBezTo>
                      <a:pt x="178456" y="167626"/>
                      <a:pt x="153825" y="182702"/>
                      <a:pt x="134697" y="186426"/>
                    </a:cubicBezTo>
                    <a:cubicBezTo>
                      <a:pt x="115569" y="190150"/>
                      <a:pt x="93052" y="180888"/>
                      <a:pt x="73191" y="175343"/>
                    </a:cubicBezTo>
                    <a:cubicBezTo>
                      <a:pt x="53330" y="169799"/>
                      <a:pt x="27351" y="165939"/>
                      <a:pt x="15530" y="153160"/>
                    </a:cubicBezTo>
                    <a:cubicBezTo>
                      <a:pt x="3709" y="140381"/>
                      <a:pt x="0" y="115402"/>
                      <a:pt x="2267" y="98669"/>
                    </a:cubicBezTo>
                    <a:cubicBezTo>
                      <a:pt x="4533" y="81936"/>
                      <a:pt x="18343" y="68306"/>
                      <a:pt x="29130" y="52762"/>
                    </a:cubicBezTo>
                    <a:cubicBezTo>
                      <a:pt x="39917" y="37219"/>
                      <a:pt x="49978" y="10817"/>
                      <a:pt x="66986" y="5408"/>
                    </a:cubicBezTo>
                    <a:cubicBezTo>
                      <a:pt x="83995" y="0"/>
                      <a:pt x="112231" y="13059"/>
                      <a:pt x="131181" y="20313"/>
                    </a:cubicBezTo>
                    <a:cubicBezTo>
                      <a:pt x="150132" y="27566"/>
                      <a:pt x="170601" y="35867"/>
                      <a:pt x="180690" y="48927"/>
                    </a:cubicBezTo>
                    <a:cubicBezTo>
                      <a:pt x="190778" y="61986"/>
                      <a:pt x="190499" y="81324"/>
                      <a:pt x="191711" y="98669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52" name="SCHEM_path-0150"/>
              <p:cNvSpPr/>
              <p:nvPr/>
            </p:nvSpPr>
            <p:spPr>
              <a:xfrm>
                <a:off x="5042620" y="3976211"/>
                <a:ext cx="309897" cy="250424"/>
              </a:xfrm>
              <a:custGeom>
                <a:avLst/>
                <a:gdLst/>
                <a:ahLst/>
                <a:cxnLst/>
                <a:rect l="0" t="0" r="r" b="b"/>
                <a:pathLst>
                  <a:path w="309897" h="250424">
                    <a:moveTo>
                      <a:pt x="301275" y="128394"/>
                    </a:moveTo>
                    <a:cubicBezTo>
                      <a:pt x="300312" y="151274"/>
                      <a:pt x="304503" y="176373"/>
                      <a:pt x="290455" y="195459"/>
                    </a:cubicBezTo>
                    <a:cubicBezTo>
                      <a:pt x="276406" y="214545"/>
                      <a:pt x="245598" y="235397"/>
                      <a:pt x="216986" y="242911"/>
                    </a:cubicBezTo>
                    <a:cubicBezTo>
                      <a:pt x="188375" y="250424"/>
                      <a:pt x="149393" y="247453"/>
                      <a:pt x="118785" y="240538"/>
                    </a:cubicBezTo>
                    <a:cubicBezTo>
                      <a:pt x="88178" y="233624"/>
                      <a:pt x="53008" y="220115"/>
                      <a:pt x="33341" y="201424"/>
                    </a:cubicBezTo>
                    <a:cubicBezTo>
                      <a:pt x="13675" y="182734"/>
                      <a:pt x="0" y="152309"/>
                      <a:pt x="786" y="128394"/>
                    </a:cubicBezTo>
                    <a:cubicBezTo>
                      <a:pt x="1572" y="104479"/>
                      <a:pt x="18972" y="77964"/>
                      <a:pt x="38059" y="57935"/>
                    </a:cubicBezTo>
                    <a:cubicBezTo>
                      <a:pt x="57145" y="37906"/>
                      <a:pt x="85105" y="16442"/>
                      <a:pt x="115307" y="8221"/>
                    </a:cubicBezTo>
                    <a:cubicBezTo>
                      <a:pt x="145508" y="0"/>
                      <a:pt x="189115" y="282"/>
                      <a:pt x="219269" y="8609"/>
                    </a:cubicBezTo>
                    <a:cubicBezTo>
                      <a:pt x="249423" y="16936"/>
                      <a:pt x="282562" y="38219"/>
                      <a:pt x="296229" y="58183"/>
                    </a:cubicBezTo>
                    <a:cubicBezTo>
                      <a:pt x="309897" y="78147"/>
                      <a:pt x="302237" y="105515"/>
                      <a:pt x="301275" y="128394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53" name="SCHEM_path-0151"/>
              <p:cNvSpPr/>
              <p:nvPr/>
            </p:nvSpPr>
            <p:spPr>
              <a:xfrm>
                <a:off x="4438047" y="4688957"/>
                <a:ext cx="300702" cy="194744"/>
              </a:xfrm>
              <a:custGeom>
                <a:avLst/>
                <a:gdLst/>
                <a:ahLst/>
                <a:cxnLst/>
                <a:rect l="0" t="0" r="r" b="b"/>
                <a:pathLst>
                  <a:path w="300702" h="194744">
                    <a:moveTo>
                      <a:pt x="300392" y="99515"/>
                    </a:moveTo>
                    <a:cubicBezTo>
                      <a:pt x="300702" y="116717"/>
                      <a:pt x="272608" y="136703"/>
                      <a:pt x="253750" y="151555"/>
                    </a:cubicBezTo>
                    <a:cubicBezTo>
                      <a:pt x="234892" y="166407"/>
                      <a:pt x="213340" y="182506"/>
                      <a:pt x="187245" y="188625"/>
                    </a:cubicBezTo>
                    <a:cubicBezTo>
                      <a:pt x="161150" y="194744"/>
                      <a:pt x="125677" y="193342"/>
                      <a:pt x="97178" y="188270"/>
                    </a:cubicBezTo>
                    <a:cubicBezTo>
                      <a:pt x="68680" y="183198"/>
                      <a:pt x="32376" y="172986"/>
                      <a:pt x="16254" y="158194"/>
                    </a:cubicBezTo>
                    <a:cubicBezTo>
                      <a:pt x="132" y="143401"/>
                      <a:pt x="0" y="118866"/>
                      <a:pt x="449" y="99515"/>
                    </a:cubicBezTo>
                    <a:cubicBezTo>
                      <a:pt x="898" y="80165"/>
                      <a:pt x="3275" y="57773"/>
                      <a:pt x="18948" y="42093"/>
                    </a:cubicBezTo>
                    <a:cubicBezTo>
                      <a:pt x="34620" y="26414"/>
                      <a:pt x="66354" y="10877"/>
                      <a:pt x="94483" y="5438"/>
                    </a:cubicBezTo>
                    <a:cubicBezTo>
                      <a:pt x="122613" y="0"/>
                      <a:pt x="161489" y="2311"/>
                      <a:pt x="187723" y="9462"/>
                    </a:cubicBezTo>
                    <a:cubicBezTo>
                      <a:pt x="213957" y="16613"/>
                      <a:pt x="233111" y="33334"/>
                      <a:pt x="251889" y="48343"/>
                    </a:cubicBezTo>
                    <a:cubicBezTo>
                      <a:pt x="270667" y="63352"/>
                      <a:pt x="300082" y="82313"/>
                      <a:pt x="300392" y="99515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54" name="SCHEM_path-0152"/>
              <p:cNvSpPr/>
              <p:nvPr/>
            </p:nvSpPr>
            <p:spPr>
              <a:xfrm>
                <a:off x="3830504" y="4034305"/>
                <a:ext cx="226120" cy="202700"/>
              </a:xfrm>
              <a:custGeom>
                <a:avLst/>
                <a:gdLst/>
                <a:ahLst/>
                <a:cxnLst/>
                <a:rect l="0" t="0" r="r" b="b"/>
                <a:pathLst>
                  <a:path w="226120" h="202700">
                    <a:moveTo>
                      <a:pt x="223192" y="102962"/>
                    </a:moveTo>
                    <a:cubicBezTo>
                      <a:pt x="225805" y="121449"/>
                      <a:pt x="226120" y="150051"/>
                      <a:pt x="212260" y="162951"/>
                    </a:cubicBezTo>
                    <a:cubicBezTo>
                      <a:pt x="198399" y="175851"/>
                      <a:pt x="163836" y="174468"/>
                      <a:pt x="140028" y="180363"/>
                    </a:cubicBezTo>
                    <a:cubicBezTo>
                      <a:pt x="116220" y="186258"/>
                      <a:pt x="89440" y="202700"/>
                      <a:pt x="69413" y="198321"/>
                    </a:cubicBezTo>
                    <a:cubicBezTo>
                      <a:pt x="49386" y="193941"/>
                      <a:pt x="31284" y="169981"/>
                      <a:pt x="19867" y="154088"/>
                    </a:cubicBezTo>
                    <a:cubicBezTo>
                      <a:pt x="8450" y="138195"/>
                      <a:pt x="1823" y="120530"/>
                      <a:pt x="912" y="102962"/>
                    </a:cubicBezTo>
                    <a:cubicBezTo>
                      <a:pt x="0" y="85393"/>
                      <a:pt x="2552" y="63522"/>
                      <a:pt x="14397" y="48677"/>
                    </a:cubicBezTo>
                    <a:cubicBezTo>
                      <a:pt x="26243" y="33831"/>
                      <a:pt x="49736" y="20943"/>
                      <a:pt x="71983" y="13890"/>
                    </a:cubicBezTo>
                    <a:cubicBezTo>
                      <a:pt x="94229" y="6836"/>
                      <a:pt x="127111" y="0"/>
                      <a:pt x="147877" y="6356"/>
                    </a:cubicBezTo>
                    <a:cubicBezTo>
                      <a:pt x="168644" y="12712"/>
                      <a:pt x="184031" y="35925"/>
                      <a:pt x="196584" y="52026"/>
                    </a:cubicBezTo>
                    <a:cubicBezTo>
                      <a:pt x="209136" y="68127"/>
                      <a:pt x="220580" y="84474"/>
                      <a:pt x="223192" y="102962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55" name="SCHEM_path-0153"/>
              <p:cNvSpPr/>
              <p:nvPr/>
            </p:nvSpPr>
            <p:spPr>
              <a:xfrm>
                <a:off x="7185144" y="4163965"/>
                <a:ext cx="217626" cy="301058"/>
              </a:xfrm>
              <a:custGeom>
                <a:avLst/>
                <a:gdLst/>
                <a:ahLst/>
                <a:cxnLst/>
                <a:rect l="0" t="0" r="r" b="b"/>
                <a:pathLst>
                  <a:path w="217626" h="301058">
                    <a:moveTo>
                      <a:pt x="216914" y="152520"/>
                    </a:moveTo>
                    <a:cubicBezTo>
                      <a:pt x="216202" y="178148"/>
                      <a:pt x="210929" y="206774"/>
                      <a:pt x="199785" y="227441"/>
                    </a:cubicBezTo>
                    <a:cubicBezTo>
                      <a:pt x="188642" y="248109"/>
                      <a:pt x="169701" y="265511"/>
                      <a:pt x="150053" y="276525"/>
                    </a:cubicBezTo>
                    <a:cubicBezTo>
                      <a:pt x="130405" y="287538"/>
                      <a:pt x="101518" y="301058"/>
                      <a:pt x="81896" y="293522"/>
                    </a:cubicBezTo>
                    <a:cubicBezTo>
                      <a:pt x="62273" y="285987"/>
                      <a:pt x="45877" y="254813"/>
                      <a:pt x="32318" y="231313"/>
                    </a:cubicBezTo>
                    <a:cubicBezTo>
                      <a:pt x="18759" y="207812"/>
                      <a:pt x="1083" y="179281"/>
                      <a:pt x="542" y="152520"/>
                    </a:cubicBezTo>
                    <a:cubicBezTo>
                      <a:pt x="0" y="125759"/>
                      <a:pt x="15714" y="95043"/>
                      <a:pt x="29068" y="70745"/>
                    </a:cubicBezTo>
                    <a:cubicBezTo>
                      <a:pt x="42422" y="46447"/>
                      <a:pt x="60580" y="13464"/>
                      <a:pt x="80665" y="6732"/>
                    </a:cubicBezTo>
                    <a:cubicBezTo>
                      <a:pt x="100750" y="0"/>
                      <a:pt x="129015" y="19197"/>
                      <a:pt x="149580" y="30354"/>
                    </a:cubicBezTo>
                    <a:cubicBezTo>
                      <a:pt x="170146" y="41511"/>
                      <a:pt x="192837" y="53315"/>
                      <a:pt x="204059" y="73676"/>
                    </a:cubicBezTo>
                    <a:cubicBezTo>
                      <a:pt x="215281" y="94037"/>
                      <a:pt x="217626" y="126893"/>
                      <a:pt x="216914" y="152520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56" name="SCHEM_path-0154"/>
              <p:cNvSpPr/>
              <p:nvPr/>
            </p:nvSpPr>
            <p:spPr>
              <a:xfrm>
                <a:off x="6743305" y="4163031"/>
                <a:ext cx="253227" cy="256543"/>
              </a:xfrm>
              <a:custGeom>
                <a:avLst/>
                <a:gdLst/>
                <a:ahLst/>
                <a:cxnLst/>
                <a:rect l="0" t="0" r="r" b="b"/>
                <a:pathLst>
                  <a:path w="253227" h="256543">
                    <a:moveTo>
                      <a:pt x="252585" y="133313"/>
                    </a:moveTo>
                    <a:cubicBezTo>
                      <a:pt x="251943" y="158449"/>
                      <a:pt x="244475" y="189128"/>
                      <a:pt x="230282" y="207243"/>
                    </a:cubicBezTo>
                    <a:cubicBezTo>
                      <a:pt x="216089" y="225357"/>
                      <a:pt x="189523" y="234629"/>
                      <a:pt x="167424" y="242002"/>
                    </a:cubicBezTo>
                    <a:cubicBezTo>
                      <a:pt x="145326" y="249375"/>
                      <a:pt x="120255" y="256543"/>
                      <a:pt x="97689" y="251482"/>
                    </a:cubicBezTo>
                    <a:cubicBezTo>
                      <a:pt x="75122" y="246421"/>
                      <a:pt x="48002" y="231330"/>
                      <a:pt x="32026" y="211635"/>
                    </a:cubicBezTo>
                    <a:cubicBezTo>
                      <a:pt x="16050" y="191940"/>
                      <a:pt x="0" y="158013"/>
                      <a:pt x="1833" y="133313"/>
                    </a:cubicBezTo>
                    <a:cubicBezTo>
                      <a:pt x="3665" y="108613"/>
                      <a:pt x="26640" y="81813"/>
                      <a:pt x="43021" y="63435"/>
                    </a:cubicBezTo>
                    <a:cubicBezTo>
                      <a:pt x="59402" y="45057"/>
                      <a:pt x="78407" y="32691"/>
                      <a:pt x="100118" y="23046"/>
                    </a:cubicBezTo>
                    <a:cubicBezTo>
                      <a:pt x="121828" y="13401"/>
                      <a:pt x="150948" y="0"/>
                      <a:pt x="173284" y="5563"/>
                    </a:cubicBezTo>
                    <a:cubicBezTo>
                      <a:pt x="195620" y="11126"/>
                      <a:pt x="220917" y="35134"/>
                      <a:pt x="234134" y="56425"/>
                    </a:cubicBezTo>
                    <a:cubicBezTo>
                      <a:pt x="247350" y="77717"/>
                      <a:pt x="253227" y="108177"/>
                      <a:pt x="252585" y="133313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57" name="SCHEM_path-0155"/>
              <p:cNvSpPr/>
              <p:nvPr/>
            </p:nvSpPr>
            <p:spPr>
              <a:xfrm>
                <a:off x="1669003" y="3999786"/>
                <a:ext cx="309797" cy="193946"/>
              </a:xfrm>
              <a:custGeom>
                <a:avLst/>
                <a:gdLst/>
                <a:ahLst/>
                <a:cxnLst/>
                <a:rect l="0" t="0" r="r" b="b"/>
                <a:pathLst>
                  <a:path w="309797" h="193946">
                    <a:moveTo>
                      <a:pt x="308995" y="92252"/>
                    </a:moveTo>
                    <a:cubicBezTo>
                      <a:pt x="308193" y="110447"/>
                      <a:pt x="290351" y="129872"/>
                      <a:pt x="273564" y="145693"/>
                    </a:cubicBezTo>
                    <a:cubicBezTo>
                      <a:pt x="256776" y="161514"/>
                      <a:pt x="234796" y="180412"/>
                      <a:pt x="208270" y="187179"/>
                    </a:cubicBezTo>
                    <a:cubicBezTo>
                      <a:pt x="181744" y="193946"/>
                      <a:pt x="143543" y="192004"/>
                      <a:pt x="114407" y="186296"/>
                    </a:cubicBezTo>
                    <a:cubicBezTo>
                      <a:pt x="85270" y="180587"/>
                      <a:pt x="52088" y="168603"/>
                      <a:pt x="33451" y="152929"/>
                    </a:cubicBezTo>
                    <a:cubicBezTo>
                      <a:pt x="14813" y="137255"/>
                      <a:pt x="0" y="111251"/>
                      <a:pt x="2581" y="92252"/>
                    </a:cubicBezTo>
                    <a:cubicBezTo>
                      <a:pt x="5163" y="73253"/>
                      <a:pt x="29772" y="53544"/>
                      <a:pt x="48939" y="38937"/>
                    </a:cubicBezTo>
                    <a:cubicBezTo>
                      <a:pt x="68107" y="24329"/>
                      <a:pt x="92187" y="9215"/>
                      <a:pt x="117586" y="4608"/>
                    </a:cubicBezTo>
                    <a:cubicBezTo>
                      <a:pt x="142985" y="0"/>
                      <a:pt x="174534" y="5971"/>
                      <a:pt x="201333" y="11290"/>
                    </a:cubicBezTo>
                    <a:cubicBezTo>
                      <a:pt x="228132" y="16610"/>
                      <a:pt x="260434" y="23029"/>
                      <a:pt x="278377" y="36523"/>
                    </a:cubicBezTo>
                    <a:cubicBezTo>
                      <a:pt x="296321" y="50016"/>
                      <a:pt x="309797" y="74057"/>
                      <a:pt x="308995" y="92252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58" name="SCHEM_path-0156"/>
              <p:cNvSpPr/>
              <p:nvPr/>
            </p:nvSpPr>
            <p:spPr>
              <a:xfrm>
                <a:off x="5835460" y="4593637"/>
                <a:ext cx="263867" cy="215846"/>
              </a:xfrm>
              <a:custGeom>
                <a:avLst/>
                <a:gdLst/>
                <a:ahLst/>
                <a:cxnLst/>
                <a:rect l="0" t="0" r="r" b="b"/>
                <a:pathLst>
                  <a:path w="263867" h="215846">
                    <a:moveTo>
                      <a:pt x="261157" y="113682"/>
                    </a:moveTo>
                    <a:cubicBezTo>
                      <a:pt x="263867" y="134202"/>
                      <a:pt x="249232" y="163998"/>
                      <a:pt x="232632" y="180227"/>
                    </a:cubicBezTo>
                    <a:cubicBezTo>
                      <a:pt x="216033" y="196455"/>
                      <a:pt x="185773" y="206260"/>
                      <a:pt x="161558" y="211053"/>
                    </a:cubicBezTo>
                    <a:cubicBezTo>
                      <a:pt x="137343" y="215846"/>
                      <a:pt x="112074" y="213887"/>
                      <a:pt x="87342" y="208984"/>
                    </a:cubicBezTo>
                    <a:cubicBezTo>
                      <a:pt x="62610" y="204082"/>
                      <a:pt x="26332" y="197523"/>
                      <a:pt x="13166" y="181640"/>
                    </a:cubicBezTo>
                    <a:cubicBezTo>
                      <a:pt x="0" y="165756"/>
                      <a:pt x="6156" y="134992"/>
                      <a:pt x="8346" y="113682"/>
                    </a:cubicBezTo>
                    <a:cubicBezTo>
                      <a:pt x="10537" y="92372"/>
                      <a:pt x="13893" y="71606"/>
                      <a:pt x="26311" y="53781"/>
                    </a:cubicBezTo>
                    <a:cubicBezTo>
                      <a:pt x="38729" y="35955"/>
                      <a:pt x="60127" y="13459"/>
                      <a:pt x="82855" y="6730"/>
                    </a:cubicBezTo>
                    <a:cubicBezTo>
                      <a:pt x="105583" y="0"/>
                      <a:pt x="140426" y="5007"/>
                      <a:pt x="162678" y="13403"/>
                    </a:cubicBezTo>
                    <a:cubicBezTo>
                      <a:pt x="184931" y="21799"/>
                      <a:pt x="199956" y="40391"/>
                      <a:pt x="216369" y="57104"/>
                    </a:cubicBezTo>
                    <a:cubicBezTo>
                      <a:pt x="232782" y="73817"/>
                      <a:pt x="258446" y="93162"/>
                      <a:pt x="261157" y="113682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59" name="SCHEM_path-0157"/>
              <p:cNvSpPr/>
              <p:nvPr/>
            </p:nvSpPr>
            <p:spPr>
              <a:xfrm>
                <a:off x="7061620" y="4608936"/>
                <a:ext cx="179148" cy="289221"/>
              </a:xfrm>
              <a:custGeom>
                <a:avLst/>
                <a:gdLst/>
                <a:ahLst/>
                <a:cxnLst/>
                <a:rect l="0" t="0" r="r" b="b"/>
                <a:pathLst>
                  <a:path w="179148" h="289221">
                    <a:moveTo>
                      <a:pt x="179142" y="148007"/>
                    </a:moveTo>
                    <a:cubicBezTo>
                      <a:pt x="179135" y="176568"/>
                      <a:pt x="173468" y="211364"/>
                      <a:pt x="162909" y="233667"/>
                    </a:cubicBezTo>
                    <a:cubicBezTo>
                      <a:pt x="152350" y="255970"/>
                      <a:pt x="132689" y="274426"/>
                      <a:pt x="115789" y="281824"/>
                    </a:cubicBezTo>
                    <a:cubicBezTo>
                      <a:pt x="98889" y="289221"/>
                      <a:pt x="79372" y="285118"/>
                      <a:pt x="61507" y="278051"/>
                    </a:cubicBezTo>
                    <a:cubicBezTo>
                      <a:pt x="43641" y="270983"/>
                      <a:pt x="17193" y="261095"/>
                      <a:pt x="8596" y="239421"/>
                    </a:cubicBezTo>
                    <a:cubicBezTo>
                      <a:pt x="0" y="217747"/>
                      <a:pt x="9693" y="178207"/>
                      <a:pt x="9929" y="148007"/>
                    </a:cubicBezTo>
                    <a:cubicBezTo>
                      <a:pt x="10165" y="117806"/>
                      <a:pt x="1234" y="79005"/>
                      <a:pt x="10013" y="58218"/>
                    </a:cubicBezTo>
                    <a:cubicBezTo>
                      <a:pt x="18791" y="37431"/>
                      <a:pt x="44709" y="31904"/>
                      <a:pt x="62602" y="23285"/>
                    </a:cubicBezTo>
                    <a:cubicBezTo>
                      <a:pt x="80494" y="14665"/>
                      <a:pt x="100646" y="0"/>
                      <a:pt x="117370" y="6503"/>
                    </a:cubicBezTo>
                    <a:cubicBezTo>
                      <a:pt x="134095" y="13005"/>
                      <a:pt x="152654" y="38717"/>
                      <a:pt x="162949" y="62301"/>
                    </a:cubicBezTo>
                    <a:cubicBezTo>
                      <a:pt x="173244" y="85885"/>
                      <a:pt x="179148" y="119446"/>
                      <a:pt x="179142" y="148007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60" name="SCHEM_path-0158"/>
              <p:cNvSpPr/>
              <p:nvPr/>
            </p:nvSpPr>
            <p:spPr>
              <a:xfrm>
                <a:off x="5300598" y="4153922"/>
                <a:ext cx="187620" cy="193007"/>
              </a:xfrm>
              <a:custGeom>
                <a:avLst/>
                <a:gdLst/>
                <a:ahLst/>
                <a:cxnLst/>
                <a:rect l="0" t="0" r="r" b="b"/>
                <a:pathLst>
                  <a:path w="187620" h="193007">
                    <a:moveTo>
                      <a:pt x="187476" y="94702"/>
                    </a:moveTo>
                    <a:cubicBezTo>
                      <a:pt x="187333" y="110414"/>
                      <a:pt x="172628" y="126389"/>
                      <a:pt x="162237" y="141544"/>
                    </a:cubicBezTo>
                    <a:cubicBezTo>
                      <a:pt x="151846" y="156699"/>
                      <a:pt x="141786" y="178255"/>
                      <a:pt x="125130" y="185631"/>
                    </a:cubicBezTo>
                    <a:cubicBezTo>
                      <a:pt x="108473" y="193007"/>
                      <a:pt x="79407" y="192832"/>
                      <a:pt x="62296" y="185802"/>
                    </a:cubicBezTo>
                    <a:cubicBezTo>
                      <a:pt x="45185" y="178771"/>
                      <a:pt x="32194" y="158631"/>
                      <a:pt x="22464" y="143448"/>
                    </a:cubicBezTo>
                    <a:cubicBezTo>
                      <a:pt x="12735" y="128264"/>
                      <a:pt x="5907" y="112311"/>
                      <a:pt x="3918" y="94702"/>
                    </a:cubicBezTo>
                    <a:cubicBezTo>
                      <a:pt x="1928" y="77092"/>
                      <a:pt x="0" y="50660"/>
                      <a:pt x="10529" y="37793"/>
                    </a:cubicBezTo>
                    <a:cubicBezTo>
                      <a:pt x="21058" y="24925"/>
                      <a:pt x="48061" y="22969"/>
                      <a:pt x="67093" y="17497"/>
                    </a:cubicBezTo>
                    <a:cubicBezTo>
                      <a:pt x="86124" y="12026"/>
                      <a:pt x="108718" y="0"/>
                      <a:pt x="124719" y="4962"/>
                    </a:cubicBezTo>
                    <a:cubicBezTo>
                      <a:pt x="140720" y="9924"/>
                      <a:pt x="152638" y="32313"/>
                      <a:pt x="163098" y="47270"/>
                    </a:cubicBezTo>
                    <a:cubicBezTo>
                      <a:pt x="173557" y="62226"/>
                      <a:pt x="187620" y="78989"/>
                      <a:pt x="187476" y="94702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61" name="SCHEM_path-0159"/>
              <p:cNvSpPr/>
              <p:nvPr/>
            </p:nvSpPr>
            <p:spPr>
              <a:xfrm>
                <a:off x="6684949" y="4726477"/>
                <a:ext cx="213709" cy="195974"/>
              </a:xfrm>
              <a:custGeom>
                <a:avLst/>
                <a:gdLst/>
                <a:ahLst/>
                <a:cxnLst/>
                <a:rect l="0" t="0" r="r" b="b"/>
                <a:pathLst>
                  <a:path w="213709" h="195974">
                    <a:moveTo>
                      <a:pt x="212351" y="93201"/>
                    </a:moveTo>
                    <a:cubicBezTo>
                      <a:pt x="210994" y="112030"/>
                      <a:pt x="195179" y="132573"/>
                      <a:pt x="181318" y="147084"/>
                    </a:cubicBezTo>
                    <a:cubicBezTo>
                      <a:pt x="167458" y="161596"/>
                      <a:pt x="149194" y="173115"/>
                      <a:pt x="129188" y="180272"/>
                    </a:cubicBezTo>
                    <a:cubicBezTo>
                      <a:pt x="109183" y="187429"/>
                      <a:pt x="80039" y="195974"/>
                      <a:pt x="61286" y="190026"/>
                    </a:cubicBezTo>
                    <a:cubicBezTo>
                      <a:pt x="42534" y="184077"/>
                      <a:pt x="26854" y="160719"/>
                      <a:pt x="16673" y="144581"/>
                    </a:cubicBezTo>
                    <a:cubicBezTo>
                      <a:pt x="6491" y="128444"/>
                      <a:pt x="395" y="110454"/>
                      <a:pt x="197" y="93201"/>
                    </a:cubicBezTo>
                    <a:cubicBezTo>
                      <a:pt x="0" y="75948"/>
                      <a:pt x="4712" y="55590"/>
                      <a:pt x="15488" y="41063"/>
                    </a:cubicBezTo>
                    <a:cubicBezTo>
                      <a:pt x="26264" y="26537"/>
                      <a:pt x="45824" y="12087"/>
                      <a:pt x="64856" y="6044"/>
                    </a:cubicBezTo>
                    <a:cubicBezTo>
                      <a:pt x="83888" y="0"/>
                      <a:pt x="108911" y="124"/>
                      <a:pt x="129679" y="4801"/>
                    </a:cubicBezTo>
                    <a:cubicBezTo>
                      <a:pt x="150446" y="9479"/>
                      <a:pt x="175684" y="19378"/>
                      <a:pt x="189462" y="34111"/>
                    </a:cubicBezTo>
                    <a:cubicBezTo>
                      <a:pt x="203241" y="48844"/>
                      <a:pt x="213709" y="74372"/>
                      <a:pt x="212351" y="93201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62" name="SCHEM_path-0160"/>
              <p:cNvSpPr/>
              <p:nvPr/>
            </p:nvSpPr>
            <p:spPr>
              <a:xfrm>
                <a:off x="814974" y="4295123"/>
                <a:ext cx="214894" cy="169492"/>
              </a:xfrm>
              <a:custGeom>
                <a:avLst/>
                <a:gdLst/>
                <a:ahLst/>
                <a:cxnLst/>
                <a:rect l="0" t="0" r="r" b="b"/>
                <a:pathLst>
                  <a:path w="214894" h="169492">
                    <a:moveTo>
                      <a:pt x="213576" y="80958"/>
                    </a:moveTo>
                    <a:cubicBezTo>
                      <a:pt x="214894" y="97691"/>
                      <a:pt x="204864" y="119572"/>
                      <a:pt x="192276" y="133546"/>
                    </a:cubicBezTo>
                    <a:cubicBezTo>
                      <a:pt x="179688" y="147521"/>
                      <a:pt x="157791" y="160116"/>
                      <a:pt x="138047" y="164804"/>
                    </a:cubicBezTo>
                    <a:cubicBezTo>
                      <a:pt x="118303" y="169492"/>
                      <a:pt x="92357" y="167729"/>
                      <a:pt x="73810" y="161672"/>
                    </a:cubicBezTo>
                    <a:cubicBezTo>
                      <a:pt x="55263" y="155615"/>
                      <a:pt x="38742" y="141915"/>
                      <a:pt x="26765" y="128462"/>
                    </a:cubicBezTo>
                    <a:cubicBezTo>
                      <a:pt x="14789" y="115010"/>
                      <a:pt x="3902" y="97973"/>
                      <a:pt x="1951" y="80958"/>
                    </a:cubicBezTo>
                    <a:cubicBezTo>
                      <a:pt x="0" y="63944"/>
                      <a:pt x="2723" y="38905"/>
                      <a:pt x="15060" y="26375"/>
                    </a:cubicBezTo>
                    <a:cubicBezTo>
                      <a:pt x="27397" y="13846"/>
                      <a:pt x="55958" y="9416"/>
                      <a:pt x="75971" y="5781"/>
                    </a:cubicBezTo>
                    <a:cubicBezTo>
                      <a:pt x="95984" y="2145"/>
                      <a:pt x="117073" y="0"/>
                      <a:pt x="135139" y="4562"/>
                    </a:cubicBezTo>
                    <a:cubicBezTo>
                      <a:pt x="153206" y="9123"/>
                      <a:pt x="171298" y="20418"/>
                      <a:pt x="184370" y="33151"/>
                    </a:cubicBezTo>
                    <a:cubicBezTo>
                      <a:pt x="197443" y="45884"/>
                      <a:pt x="212258" y="64226"/>
                      <a:pt x="213576" y="80958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63" name="SCHEM_path-0161"/>
              <p:cNvSpPr/>
              <p:nvPr/>
            </p:nvSpPr>
            <p:spPr>
              <a:xfrm>
                <a:off x="2611810" y="4674328"/>
                <a:ext cx="181609" cy="238727"/>
              </a:xfrm>
              <a:custGeom>
                <a:avLst/>
                <a:gdLst/>
                <a:ahLst/>
                <a:cxnLst/>
                <a:rect l="0" t="0" r="r" b="b"/>
                <a:pathLst>
                  <a:path w="181609" h="238727">
                    <a:moveTo>
                      <a:pt x="180116" y="118044"/>
                    </a:moveTo>
                    <a:cubicBezTo>
                      <a:pt x="178623" y="138583"/>
                      <a:pt x="165293" y="158381"/>
                      <a:pt x="154945" y="175639"/>
                    </a:cubicBezTo>
                    <a:cubicBezTo>
                      <a:pt x="144597" y="192897"/>
                      <a:pt x="133764" y="211991"/>
                      <a:pt x="118026" y="221592"/>
                    </a:cubicBezTo>
                    <a:cubicBezTo>
                      <a:pt x="102289" y="231192"/>
                      <a:pt x="78167" y="238727"/>
                      <a:pt x="60519" y="233243"/>
                    </a:cubicBezTo>
                    <a:cubicBezTo>
                      <a:pt x="42870" y="227758"/>
                      <a:pt x="21784" y="207884"/>
                      <a:pt x="12136" y="188684"/>
                    </a:cubicBezTo>
                    <a:cubicBezTo>
                      <a:pt x="2488" y="169484"/>
                      <a:pt x="0" y="139226"/>
                      <a:pt x="2633" y="118044"/>
                    </a:cubicBezTo>
                    <a:cubicBezTo>
                      <a:pt x="5266" y="96862"/>
                      <a:pt x="18046" y="79872"/>
                      <a:pt x="27935" y="61592"/>
                    </a:cubicBezTo>
                    <a:cubicBezTo>
                      <a:pt x="37825" y="43311"/>
                      <a:pt x="46819" y="16720"/>
                      <a:pt x="61968" y="8360"/>
                    </a:cubicBezTo>
                    <a:cubicBezTo>
                      <a:pt x="77118" y="0"/>
                      <a:pt x="101843" y="4092"/>
                      <a:pt x="118832" y="11432"/>
                    </a:cubicBezTo>
                    <a:cubicBezTo>
                      <a:pt x="135821" y="18773"/>
                      <a:pt x="153690" y="34636"/>
                      <a:pt x="163904" y="52405"/>
                    </a:cubicBezTo>
                    <a:cubicBezTo>
                      <a:pt x="174118" y="70173"/>
                      <a:pt x="181609" y="97505"/>
                      <a:pt x="180116" y="118044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64" name="SCHEM_path-0162"/>
              <p:cNvSpPr/>
              <p:nvPr/>
            </p:nvSpPr>
            <p:spPr>
              <a:xfrm>
                <a:off x="4327529" y="4022694"/>
                <a:ext cx="181640" cy="189081"/>
              </a:xfrm>
              <a:custGeom>
                <a:avLst/>
                <a:gdLst/>
                <a:ahLst/>
                <a:cxnLst/>
                <a:rect l="0" t="0" r="r" b="b"/>
                <a:pathLst>
                  <a:path w="181640" h="189081">
                    <a:moveTo>
                      <a:pt x="180569" y="95559"/>
                    </a:moveTo>
                    <a:cubicBezTo>
                      <a:pt x="181284" y="114159"/>
                      <a:pt x="181640" y="138560"/>
                      <a:pt x="171911" y="152953"/>
                    </a:cubicBezTo>
                    <a:cubicBezTo>
                      <a:pt x="162182" y="167347"/>
                      <a:pt x="139646" y="176982"/>
                      <a:pt x="122196" y="181920"/>
                    </a:cubicBezTo>
                    <a:cubicBezTo>
                      <a:pt x="104745" y="186859"/>
                      <a:pt x="82383" y="189081"/>
                      <a:pt x="67209" y="182585"/>
                    </a:cubicBezTo>
                    <a:cubicBezTo>
                      <a:pt x="52035" y="176089"/>
                      <a:pt x="42303" y="157447"/>
                      <a:pt x="31153" y="142943"/>
                    </a:cubicBezTo>
                    <a:cubicBezTo>
                      <a:pt x="20002" y="128439"/>
                      <a:pt x="0" y="111126"/>
                      <a:pt x="306" y="95559"/>
                    </a:cubicBezTo>
                    <a:cubicBezTo>
                      <a:pt x="611" y="79992"/>
                      <a:pt x="21654" y="63474"/>
                      <a:pt x="32986" y="49539"/>
                    </a:cubicBezTo>
                    <a:cubicBezTo>
                      <a:pt x="44317" y="35605"/>
                      <a:pt x="53198" y="19392"/>
                      <a:pt x="68293" y="11952"/>
                    </a:cubicBezTo>
                    <a:cubicBezTo>
                      <a:pt x="83389" y="4513"/>
                      <a:pt x="107003" y="0"/>
                      <a:pt x="123558" y="4901"/>
                    </a:cubicBezTo>
                    <a:cubicBezTo>
                      <a:pt x="140113" y="9801"/>
                      <a:pt x="158122" y="26246"/>
                      <a:pt x="167623" y="41356"/>
                    </a:cubicBezTo>
                    <a:cubicBezTo>
                      <a:pt x="177125" y="56466"/>
                      <a:pt x="179854" y="76959"/>
                      <a:pt x="180569" y="95559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65" name="SCHEM_path-0163"/>
              <p:cNvSpPr/>
              <p:nvPr/>
            </p:nvSpPr>
            <p:spPr>
              <a:xfrm>
                <a:off x="1339589" y="4830013"/>
                <a:ext cx="289772" cy="258645"/>
              </a:xfrm>
              <a:custGeom>
                <a:avLst/>
                <a:gdLst/>
                <a:ahLst/>
                <a:cxnLst/>
                <a:rect l="0" t="0" r="r" b="b"/>
                <a:pathLst>
                  <a:path w="289772" h="258645">
                    <a:moveTo>
                      <a:pt x="288158" y="119054"/>
                    </a:moveTo>
                    <a:cubicBezTo>
                      <a:pt x="286544" y="144796"/>
                      <a:pt x="272540" y="172417"/>
                      <a:pt x="255578" y="193149"/>
                    </a:cubicBezTo>
                    <a:cubicBezTo>
                      <a:pt x="238617" y="213881"/>
                      <a:pt x="213556" y="233707"/>
                      <a:pt x="186389" y="243445"/>
                    </a:cubicBezTo>
                    <a:cubicBezTo>
                      <a:pt x="159221" y="253183"/>
                      <a:pt x="121284" y="258645"/>
                      <a:pt x="92575" y="251579"/>
                    </a:cubicBezTo>
                    <a:cubicBezTo>
                      <a:pt x="63865" y="244513"/>
                      <a:pt x="28262" y="223139"/>
                      <a:pt x="14131" y="201052"/>
                    </a:cubicBezTo>
                    <a:cubicBezTo>
                      <a:pt x="0" y="178964"/>
                      <a:pt x="4638" y="144350"/>
                      <a:pt x="7788" y="119054"/>
                    </a:cubicBezTo>
                    <a:cubicBezTo>
                      <a:pt x="10939" y="93758"/>
                      <a:pt x="17691" y="68041"/>
                      <a:pt x="33035" y="49277"/>
                    </a:cubicBezTo>
                    <a:cubicBezTo>
                      <a:pt x="48380" y="30513"/>
                      <a:pt x="75259" y="12940"/>
                      <a:pt x="99856" y="6470"/>
                    </a:cubicBezTo>
                    <a:cubicBezTo>
                      <a:pt x="124454" y="0"/>
                      <a:pt x="153054" y="5085"/>
                      <a:pt x="180622" y="10456"/>
                    </a:cubicBezTo>
                    <a:cubicBezTo>
                      <a:pt x="208189" y="15828"/>
                      <a:pt x="247340" y="20599"/>
                      <a:pt x="265262" y="38698"/>
                    </a:cubicBezTo>
                    <a:cubicBezTo>
                      <a:pt x="283185" y="56798"/>
                      <a:pt x="289772" y="93312"/>
                      <a:pt x="288158" y="119054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66" name="SCHEM_path-0164"/>
              <p:cNvSpPr/>
              <p:nvPr/>
            </p:nvSpPr>
            <p:spPr>
              <a:xfrm>
                <a:off x="7389527" y="4136971"/>
                <a:ext cx="190853" cy="293309"/>
              </a:xfrm>
              <a:custGeom>
                <a:avLst/>
                <a:gdLst/>
                <a:ahLst/>
                <a:cxnLst/>
                <a:rect l="0" t="0" r="r" b="b"/>
                <a:pathLst>
                  <a:path w="190853" h="293309">
                    <a:moveTo>
                      <a:pt x="190430" y="148548"/>
                    </a:moveTo>
                    <a:cubicBezTo>
                      <a:pt x="190853" y="172989"/>
                      <a:pt x="179497" y="203878"/>
                      <a:pt x="167790" y="223133"/>
                    </a:cubicBezTo>
                    <a:cubicBezTo>
                      <a:pt x="156084" y="242389"/>
                      <a:pt x="138194" y="253368"/>
                      <a:pt x="120191" y="264082"/>
                    </a:cubicBezTo>
                    <a:cubicBezTo>
                      <a:pt x="102187" y="274796"/>
                      <a:pt x="77787" y="293309"/>
                      <a:pt x="59769" y="287416"/>
                    </a:cubicBezTo>
                    <a:cubicBezTo>
                      <a:pt x="41751" y="281524"/>
                      <a:pt x="21918" y="251872"/>
                      <a:pt x="12083" y="228727"/>
                    </a:cubicBezTo>
                    <a:cubicBezTo>
                      <a:pt x="2249" y="205582"/>
                      <a:pt x="0" y="174517"/>
                      <a:pt x="761" y="148548"/>
                    </a:cubicBezTo>
                    <a:cubicBezTo>
                      <a:pt x="1523" y="122578"/>
                      <a:pt x="6925" y="96507"/>
                      <a:pt x="16652" y="72909"/>
                    </a:cubicBezTo>
                    <a:cubicBezTo>
                      <a:pt x="26379" y="49312"/>
                      <a:pt x="41793" y="13927"/>
                      <a:pt x="59124" y="6964"/>
                    </a:cubicBezTo>
                    <a:cubicBezTo>
                      <a:pt x="76455" y="0"/>
                      <a:pt x="102951" y="19541"/>
                      <a:pt x="120638" y="31128"/>
                    </a:cubicBezTo>
                    <a:cubicBezTo>
                      <a:pt x="138326" y="42716"/>
                      <a:pt x="153617" y="56918"/>
                      <a:pt x="165249" y="76488"/>
                    </a:cubicBezTo>
                    <a:cubicBezTo>
                      <a:pt x="176881" y="96058"/>
                      <a:pt x="190006" y="124107"/>
                      <a:pt x="190430" y="148548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67" name="SCHEM_path-0165"/>
              <p:cNvSpPr/>
              <p:nvPr/>
            </p:nvSpPr>
            <p:spPr>
              <a:xfrm>
                <a:off x="5051505" y="4790441"/>
                <a:ext cx="224660" cy="222554"/>
              </a:xfrm>
              <a:custGeom>
                <a:avLst/>
                <a:gdLst/>
                <a:ahLst/>
                <a:cxnLst/>
                <a:rect l="0" t="0" r="r" b="b"/>
                <a:pathLst>
                  <a:path w="224660" h="222554">
                    <a:moveTo>
                      <a:pt x="222515" y="106431"/>
                    </a:moveTo>
                    <a:cubicBezTo>
                      <a:pt x="220370" y="128105"/>
                      <a:pt x="198427" y="148593"/>
                      <a:pt x="184160" y="166739"/>
                    </a:cubicBezTo>
                    <a:cubicBezTo>
                      <a:pt x="169894" y="184886"/>
                      <a:pt x="156213" y="208066"/>
                      <a:pt x="136916" y="215310"/>
                    </a:cubicBezTo>
                    <a:cubicBezTo>
                      <a:pt x="117619" y="222554"/>
                      <a:pt x="88238" y="218090"/>
                      <a:pt x="68380" y="210205"/>
                    </a:cubicBezTo>
                    <a:cubicBezTo>
                      <a:pt x="48521" y="202321"/>
                      <a:pt x="28916" y="185299"/>
                      <a:pt x="17765" y="168003"/>
                    </a:cubicBezTo>
                    <a:cubicBezTo>
                      <a:pt x="6614" y="150707"/>
                      <a:pt x="2557" y="127747"/>
                      <a:pt x="1476" y="106431"/>
                    </a:cubicBezTo>
                    <a:cubicBezTo>
                      <a:pt x="395" y="85116"/>
                      <a:pt x="0" y="57006"/>
                      <a:pt x="11279" y="40109"/>
                    </a:cubicBezTo>
                    <a:cubicBezTo>
                      <a:pt x="22558" y="23211"/>
                      <a:pt x="48870" y="10095"/>
                      <a:pt x="69150" y="5047"/>
                    </a:cubicBezTo>
                    <a:cubicBezTo>
                      <a:pt x="89431" y="0"/>
                      <a:pt x="111647" y="4549"/>
                      <a:pt x="132961" y="9824"/>
                    </a:cubicBezTo>
                    <a:cubicBezTo>
                      <a:pt x="154274" y="15099"/>
                      <a:pt x="182106" y="20594"/>
                      <a:pt x="197031" y="36696"/>
                    </a:cubicBezTo>
                    <a:cubicBezTo>
                      <a:pt x="211957" y="52797"/>
                      <a:pt x="224660" y="84757"/>
                      <a:pt x="222515" y="106431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68" name="SCHEM_path-0166"/>
              <p:cNvSpPr/>
              <p:nvPr/>
            </p:nvSpPr>
            <p:spPr>
              <a:xfrm>
                <a:off x="5931686" y="4750849"/>
                <a:ext cx="202251" cy="213355"/>
              </a:xfrm>
              <a:custGeom>
                <a:avLst/>
                <a:gdLst/>
                <a:ahLst/>
                <a:cxnLst/>
                <a:rect l="0" t="0" r="r" b="b"/>
                <a:pathLst>
                  <a:path w="202251" h="213355">
                    <a:moveTo>
                      <a:pt x="199564" y="104132"/>
                    </a:moveTo>
                    <a:cubicBezTo>
                      <a:pt x="196877" y="123512"/>
                      <a:pt x="186480" y="141700"/>
                      <a:pt x="175604" y="156112"/>
                    </a:cubicBezTo>
                    <a:cubicBezTo>
                      <a:pt x="164728" y="170524"/>
                      <a:pt x="151045" y="181769"/>
                      <a:pt x="134308" y="190602"/>
                    </a:cubicBezTo>
                    <a:cubicBezTo>
                      <a:pt x="117572" y="199435"/>
                      <a:pt x="92936" y="213355"/>
                      <a:pt x="75184" y="209111"/>
                    </a:cubicBezTo>
                    <a:cubicBezTo>
                      <a:pt x="57432" y="204867"/>
                      <a:pt x="40050" y="182634"/>
                      <a:pt x="27797" y="165137"/>
                    </a:cubicBezTo>
                    <a:cubicBezTo>
                      <a:pt x="15545" y="147641"/>
                      <a:pt x="0" y="123189"/>
                      <a:pt x="1671" y="104132"/>
                    </a:cubicBezTo>
                    <a:cubicBezTo>
                      <a:pt x="3342" y="85074"/>
                      <a:pt x="24560" y="65008"/>
                      <a:pt x="37825" y="50791"/>
                    </a:cubicBezTo>
                    <a:cubicBezTo>
                      <a:pt x="51090" y="36575"/>
                      <a:pt x="64453" y="26715"/>
                      <a:pt x="81262" y="18833"/>
                    </a:cubicBezTo>
                    <a:cubicBezTo>
                      <a:pt x="98072" y="10951"/>
                      <a:pt x="120271" y="0"/>
                      <a:pt x="138682" y="3499"/>
                    </a:cubicBezTo>
                    <a:cubicBezTo>
                      <a:pt x="157093" y="6998"/>
                      <a:pt x="181579" y="23056"/>
                      <a:pt x="191726" y="39828"/>
                    </a:cubicBezTo>
                    <a:cubicBezTo>
                      <a:pt x="201873" y="56600"/>
                      <a:pt x="202251" y="84751"/>
                      <a:pt x="199564" y="104132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69" name="SCHEM_path-0167"/>
              <p:cNvSpPr/>
              <p:nvPr/>
            </p:nvSpPr>
            <p:spPr>
              <a:xfrm>
                <a:off x="300946" y="4407459"/>
                <a:ext cx="284214" cy="237228"/>
              </a:xfrm>
              <a:custGeom>
                <a:avLst/>
                <a:gdLst/>
                <a:ahLst/>
                <a:cxnLst/>
                <a:rect l="0" t="0" r="r" b="b"/>
                <a:pathLst>
                  <a:path w="284214" h="237228">
                    <a:moveTo>
                      <a:pt x="277905" y="117484"/>
                    </a:moveTo>
                    <a:cubicBezTo>
                      <a:pt x="280592" y="140067"/>
                      <a:pt x="284214" y="170855"/>
                      <a:pt x="269958" y="189952"/>
                    </a:cubicBezTo>
                    <a:cubicBezTo>
                      <a:pt x="255702" y="209049"/>
                      <a:pt x="219955" y="226901"/>
                      <a:pt x="192370" y="232065"/>
                    </a:cubicBezTo>
                    <a:cubicBezTo>
                      <a:pt x="164785" y="237228"/>
                      <a:pt x="131664" y="228605"/>
                      <a:pt x="104447" y="220933"/>
                    </a:cubicBezTo>
                    <a:cubicBezTo>
                      <a:pt x="77229" y="213261"/>
                      <a:pt x="45936" y="203273"/>
                      <a:pt x="29066" y="186032"/>
                    </a:cubicBezTo>
                    <a:cubicBezTo>
                      <a:pt x="12197" y="168790"/>
                      <a:pt x="5304" y="141547"/>
                      <a:pt x="3230" y="117484"/>
                    </a:cubicBezTo>
                    <a:cubicBezTo>
                      <a:pt x="1156" y="93420"/>
                      <a:pt x="0" y="59503"/>
                      <a:pt x="16623" y="41651"/>
                    </a:cubicBezTo>
                    <a:cubicBezTo>
                      <a:pt x="33246" y="23799"/>
                      <a:pt x="73976" y="16088"/>
                      <a:pt x="102969" y="10370"/>
                    </a:cubicBezTo>
                    <a:cubicBezTo>
                      <a:pt x="131961" y="4653"/>
                      <a:pt x="165433" y="0"/>
                      <a:pt x="190578" y="7347"/>
                    </a:cubicBezTo>
                    <a:cubicBezTo>
                      <a:pt x="215723" y="14693"/>
                      <a:pt x="239285" y="36094"/>
                      <a:pt x="253840" y="54451"/>
                    </a:cubicBezTo>
                    <a:cubicBezTo>
                      <a:pt x="268394" y="72807"/>
                      <a:pt x="275219" y="94900"/>
                      <a:pt x="277905" y="117484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170" name="SCHEM_path-0168"/>
              <p:cNvSpPr/>
              <p:nvPr/>
            </p:nvSpPr>
            <p:spPr>
              <a:xfrm>
                <a:off x="1146986" y="4009208"/>
                <a:ext cx="2584625" cy="967166"/>
              </a:xfrm>
              <a:custGeom>
                <a:avLst/>
                <a:gdLst/>
                <a:ahLst/>
                <a:cxnLst/>
                <a:rect l="0" t="0" r="r" b="b"/>
                <a:pathLst>
                  <a:path w="2584625" h="967166">
                    <a:moveTo>
                      <a:pt x="0" y="627439"/>
                    </a:moveTo>
                    <a:cubicBezTo>
                      <a:pt x="852926" y="967166"/>
                      <a:pt x="1705853" y="650424"/>
                      <a:pt x="2584625" y="0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171" name="SCHEM_path-0169"/>
              <p:cNvSpPr/>
              <p:nvPr/>
            </p:nvSpPr>
            <p:spPr>
              <a:xfrm>
                <a:off x="1146986" y="4009208"/>
                <a:ext cx="2584625" cy="967166"/>
              </a:xfrm>
              <a:custGeom>
                <a:avLst/>
                <a:gdLst/>
                <a:ahLst/>
                <a:cxnLst/>
                <a:rect l="0" t="0" r="r" b="b"/>
                <a:pathLst>
                  <a:path w="2584625" h="967166">
                    <a:moveTo>
                      <a:pt x="0" y="627439"/>
                    </a:moveTo>
                    <a:cubicBezTo>
                      <a:pt x="852926" y="967166"/>
                      <a:pt x="1705853" y="650424"/>
                      <a:pt x="2584625" y="0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172" name="SCHEM_path-0170"/>
              <p:cNvSpPr/>
              <p:nvPr/>
            </p:nvSpPr>
            <p:spPr>
              <a:xfrm>
                <a:off x="3289364" y="4072885"/>
                <a:ext cx="2009782" cy="353978"/>
              </a:xfrm>
              <a:custGeom>
                <a:avLst/>
                <a:gdLst/>
                <a:ahLst/>
                <a:cxnLst/>
                <a:rect l="0" t="0" r="r" b="b"/>
                <a:pathLst>
                  <a:path w="2009782" h="353978">
                    <a:moveTo>
                      <a:pt x="0" y="0"/>
                    </a:moveTo>
                    <a:cubicBezTo>
                      <a:pt x="663228" y="220246"/>
                      <a:pt x="1326456" y="54881"/>
                      <a:pt x="2009782" y="353978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173" name="SCHEM_path-0171"/>
              <p:cNvSpPr/>
              <p:nvPr/>
            </p:nvSpPr>
            <p:spPr>
              <a:xfrm>
                <a:off x="3289364" y="4072885"/>
                <a:ext cx="2009782" cy="353978"/>
              </a:xfrm>
              <a:custGeom>
                <a:avLst/>
                <a:gdLst/>
                <a:ahLst/>
                <a:cxnLst/>
                <a:rect l="0" t="0" r="r" b="b"/>
                <a:pathLst>
                  <a:path w="2009782" h="353978">
                    <a:moveTo>
                      <a:pt x="0" y="0"/>
                    </a:moveTo>
                    <a:cubicBezTo>
                      <a:pt x="663228" y="220246"/>
                      <a:pt x="1326456" y="54881"/>
                      <a:pt x="2009782" y="353978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174" name="SCHEM_path-0172"/>
              <p:cNvSpPr/>
              <p:nvPr/>
            </p:nvSpPr>
            <p:spPr>
              <a:xfrm>
                <a:off x="4265014" y="4417978"/>
                <a:ext cx="2535944" cy="585711"/>
              </a:xfrm>
              <a:custGeom>
                <a:avLst/>
                <a:gdLst/>
                <a:ahLst/>
                <a:cxnLst/>
                <a:rect l="0" t="0" r="r" b="b"/>
                <a:pathLst>
                  <a:path w="2535944" h="585711">
                    <a:moveTo>
                      <a:pt x="0" y="569443"/>
                    </a:moveTo>
                    <a:cubicBezTo>
                      <a:pt x="836862" y="0"/>
                      <a:pt x="1673723" y="311714"/>
                      <a:pt x="2535944" y="585711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175" name="SCHEM_path-0173"/>
              <p:cNvSpPr/>
              <p:nvPr/>
            </p:nvSpPr>
            <p:spPr>
              <a:xfrm>
                <a:off x="4265014" y="4417978"/>
                <a:ext cx="2535944" cy="585711"/>
              </a:xfrm>
              <a:custGeom>
                <a:avLst/>
                <a:gdLst/>
                <a:ahLst/>
                <a:cxnLst/>
                <a:rect l="0" t="0" r="r" b="b"/>
                <a:pathLst>
                  <a:path w="2535944" h="585711">
                    <a:moveTo>
                      <a:pt x="0" y="569443"/>
                    </a:moveTo>
                    <a:cubicBezTo>
                      <a:pt x="836862" y="0"/>
                      <a:pt x="1673723" y="311714"/>
                      <a:pt x="2535944" y="585711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176" name="SCHEM_path-0174"/>
              <p:cNvSpPr/>
              <p:nvPr/>
            </p:nvSpPr>
            <p:spPr>
              <a:xfrm>
                <a:off x="2565433" y="3889866"/>
                <a:ext cx="2157803" cy="1128572"/>
              </a:xfrm>
              <a:custGeom>
                <a:avLst/>
                <a:gdLst/>
                <a:ahLst/>
                <a:cxnLst/>
                <a:rect l="0" t="0" r="r" b="b"/>
                <a:pathLst>
                  <a:path w="2157803" h="1128572">
                    <a:moveTo>
                      <a:pt x="0" y="651315"/>
                    </a:moveTo>
                    <a:cubicBezTo>
                      <a:pt x="712075" y="0"/>
                      <a:pt x="1424150" y="524431"/>
                      <a:pt x="2157803" y="1128572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177" name="SCHEM_path-0175"/>
              <p:cNvSpPr/>
              <p:nvPr/>
            </p:nvSpPr>
            <p:spPr>
              <a:xfrm>
                <a:off x="2565433" y="3889866"/>
                <a:ext cx="2157803" cy="1128572"/>
              </a:xfrm>
              <a:custGeom>
                <a:avLst/>
                <a:gdLst/>
                <a:ahLst/>
                <a:cxnLst/>
                <a:rect l="0" t="0" r="r" b="b"/>
                <a:pathLst>
                  <a:path w="2157803" h="1128572">
                    <a:moveTo>
                      <a:pt x="0" y="651315"/>
                    </a:moveTo>
                    <a:cubicBezTo>
                      <a:pt x="712075" y="0"/>
                      <a:pt x="1424150" y="524431"/>
                      <a:pt x="2157803" y="1128572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178" name="SCHEM_path-0176"/>
              <p:cNvSpPr/>
              <p:nvPr/>
            </p:nvSpPr>
            <p:spPr>
              <a:xfrm>
                <a:off x="2323316" y="3936959"/>
                <a:ext cx="2772828" cy="1046049"/>
              </a:xfrm>
              <a:custGeom>
                <a:avLst/>
                <a:gdLst/>
                <a:ahLst/>
                <a:cxnLst/>
                <a:rect l="0" t="0" r="r" b="b"/>
                <a:pathLst>
                  <a:path w="2772828" h="1046049">
                    <a:moveTo>
                      <a:pt x="0" y="1046049"/>
                    </a:moveTo>
                    <a:cubicBezTo>
                      <a:pt x="915033" y="0"/>
                      <a:pt x="1830066" y="641016"/>
                      <a:pt x="2772828" y="494853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179" name="SCHEM_path-0177"/>
              <p:cNvSpPr/>
              <p:nvPr/>
            </p:nvSpPr>
            <p:spPr>
              <a:xfrm>
                <a:off x="2323316" y="3936959"/>
                <a:ext cx="2772828" cy="1046049"/>
              </a:xfrm>
              <a:custGeom>
                <a:avLst/>
                <a:gdLst/>
                <a:ahLst/>
                <a:cxnLst/>
                <a:rect l="0" t="0" r="r" b="b"/>
                <a:pathLst>
                  <a:path w="2772828" h="1046049">
                    <a:moveTo>
                      <a:pt x="0" y="1046049"/>
                    </a:moveTo>
                    <a:cubicBezTo>
                      <a:pt x="915033" y="0"/>
                      <a:pt x="1830066" y="641016"/>
                      <a:pt x="2772828" y="494853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180" name="SCHEM_path-0178"/>
              <p:cNvSpPr/>
              <p:nvPr/>
            </p:nvSpPr>
            <p:spPr>
              <a:xfrm>
                <a:off x="3896272" y="4421713"/>
                <a:ext cx="2567428" cy="371711"/>
              </a:xfrm>
              <a:custGeom>
                <a:avLst/>
                <a:gdLst/>
                <a:ahLst/>
                <a:cxnLst/>
                <a:rect l="0" t="0" r="r" b="b"/>
                <a:pathLst>
                  <a:path w="2567428" h="371711">
                    <a:moveTo>
                      <a:pt x="0" y="360928"/>
                    </a:moveTo>
                    <a:cubicBezTo>
                      <a:pt x="847251" y="100097"/>
                      <a:pt x="1694503" y="371711"/>
                      <a:pt x="2567428" y="0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181" name="SCHEM_path-0179"/>
              <p:cNvSpPr/>
              <p:nvPr/>
            </p:nvSpPr>
            <p:spPr>
              <a:xfrm>
                <a:off x="3896272" y="4421713"/>
                <a:ext cx="2567428" cy="371711"/>
              </a:xfrm>
              <a:custGeom>
                <a:avLst/>
                <a:gdLst/>
                <a:ahLst/>
                <a:cxnLst/>
                <a:rect l="0" t="0" r="r" b="b"/>
                <a:pathLst>
                  <a:path w="2567428" h="371711">
                    <a:moveTo>
                      <a:pt x="0" y="360928"/>
                    </a:moveTo>
                    <a:cubicBezTo>
                      <a:pt x="847251" y="100097"/>
                      <a:pt x="1694503" y="371711"/>
                      <a:pt x="2567428" y="0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182" name="SCHEM_path-0180"/>
              <p:cNvSpPr/>
              <p:nvPr/>
            </p:nvSpPr>
            <p:spPr>
              <a:xfrm>
                <a:off x="387663" y="4188589"/>
                <a:ext cx="1837513" cy="825647"/>
              </a:xfrm>
              <a:custGeom>
                <a:avLst/>
                <a:gdLst/>
                <a:ahLst/>
                <a:cxnLst/>
                <a:rect l="0" t="0" r="r" b="b"/>
                <a:pathLst>
                  <a:path w="1837513" h="825647">
                    <a:moveTo>
                      <a:pt x="0" y="491571"/>
                    </a:moveTo>
                    <a:cubicBezTo>
                      <a:pt x="606379" y="823958"/>
                      <a:pt x="1212758" y="0"/>
                      <a:pt x="1837513" y="825647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183" name="SCHEM_path-0181"/>
              <p:cNvSpPr/>
              <p:nvPr/>
            </p:nvSpPr>
            <p:spPr>
              <a:xfrm>
                <a:off x="387663" y="4188589"/>
                <a:ext cx="1837513" cy="825647"/>
              </a:xfrm>
              <a:custGeom>
                <a:avLst/>
                <a:gdLst/>
                <a:ahLst/>
                <a:cxnLst/>
                <a:rect l="0" t="0" r="r" b="b"/>
                <a:pathLst>
                  <a:path w="1837513" h="825647">
                    <a:moveTo>
                      <a:pt x="0" y="491571"/>
                    </a:moveTo>
                    <a:cubicBezTo>
                      <a:pt x="606379" y="823958"/>
                      <a:pt x="1212758" y="0"/>
                      <a:pt x="1837513" y="825647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184" name="SCHEM_path-0182"/>
              <p:cNvSpPr/>
              <p:nvPr/>
            </p:nvSpPr>
            <p:spPr>
              <a:xfrm>
                <a:off x="6305747" y="4070938"/>
                <a:ext cx="1902046" cy="517340"/>
              </a:xfrm>
              <a:custGeom>
                <a:avLst/>
                <a:gdLst/>
                <a:ahLst/>
                <a:cxnLst/>
                <a:rect l="0" t="0" r="r" b="b"/>
                <a:pathLst>
                  <a:path w="1902046" h="517340">
                    <a:moveTo>
                      <a:pt x="0" y="338652"/>
                    </a:moveTo>
                    <a:cubicBezTo>
                      <a:pt x="627675" y="517340"/>
                      <a:pt x="1255350" y="254597"/>
                      <a:pt x="1902046" y="0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185" name="SCHEM_path-0183"/>
              <p:cNvSpPr/>
              <p:nvPr/>
            </p:nvSpPr>
            <p:spPr>
              <a:xfrm>
                <a:off x="6305747" y="4070938"/>
                <a:ext cx="1902046" cy="517340"/>
              </a:xfrm>
              <a:custGeom>
                <a:avLst/>
                <a:gdLst/>
                <a:ahLst/>
                <a:cxnLst/>
                <a:rect l="0" t="0" r="r" b="b"/>
                <a:pathLst>
                  <a:path w="1902046" h="517340">
                    <a:moveTo>
                      <a:pt x="0" y="338652"/>
                    </a:moveTo>
                    <a:cubicBezTo>
                      <a:pt x="627675" y="517340"/>
                      <a:pt x="1255350" y="254597"/>
                      <a:pt x="1902046" y="0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186" name="SCHEM_path-0184"/>
              <p:cNvSpPr/>
              <p:nvPr/>
            </p:nvSpPr>
            <p:spPr>
              <a:xfrm>
                <a:off x="4507354" y="4035210"/>
                <a:ext cx="3025007" cy="610106"/>
              </a:xfrm>
              <a:custGeom>
                <a:avLst/>
                <a:gdLst/>
                <a:ahLst/>
                <a:cxnLst/>
                <a:rect l="0" t="0" r="r" b="b"/>
                <a:pathLst>
                  <a:path w="3025007" h="610106">
                    <a:moveTo>
                      <a:pt x="0" y="0"/>
                    </a:moveTo>
                    <a:cubicBezTo>
                      <a:pt x="998252" y="551767"/>
                      <a:pt x="1996505" y="143951"/>
                      <a:pt x="3025007" y="610106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187" name="SCHEM_path-0185"/>
              <p:cNvSpPr/>
              <p:nvPr/>
            </p:nvSpPr>
            <p:spPr>
              <a:xfrm>
                <a:off x="4507354" y="4035210"/>
                <a:ext cx="3025007" cy="610106"/>
              </a:xfrm>
              <a:custGeom>
                <a:avLst/>
                <a:gdLst/>
                <a:ahLst/>
                <a:cxnLst/>
                <a:rect l="0" t="0" r="r" b="b"/>
                <a:pathLst>
                  <a:path w="3025007" h="610106">
                    <a:moveTo>
                      <a:pt x="0" y="0"/>
                    </a:moveTo>
                    <a:cubicBezTo>
                      <a:pt x="998252" y="551767"/>
                      <a:pt x="1996505" y="143951"/>
                      <a:pt x="3025007" y="610106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188" name="SCHEM_path-0186"/>
              <p:cNvSpPr/>
              <p:nvPr/>
            </p:nvSpPr>
            <p:spPr>
              <a:xfrm>
                <a:off x="436574" y="3965161"/>
                <a:ext cx="2994997" cy="993366"/>
              </a:xfrm>
              <a:custGeom>
                <a:avLst/>
                <a:gdLst/>
                <a:ahLst/>
                <a:cxnLst/>
                <a:rect l="0" t="0" r="r" b="b"/>
                <a:pathLst>
                  <a:path w="2994997" h="993366">
                    <a:moveTo>
                      <a:pt x="0" y="723649"/>
                    </a:moveTo>
                    <a:cubicBezTo>
                      <a:pt x="988349" y="0"/>
                      <a:pt x="1976698" y="993366"/>
                      <a:pt x="2994997" y="643074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189" name="SCHEM_path-0187"/>
              <p:cNvSpPr/>
              <p:nvPr/>
            </p:nvSpPr>
            <p:spPr>
              <a:xfrm>
                <a:off x="436574" y="3965161"/>
                <a:ext cx="2994997" cy="993366"/>
              </a:xfrm>
              <a:custGeom>
                <a:avLst/>
                <a:gdLst/>
                <a:ahLst/>
                <a:cxnLst/>
                <a:rect l="0" t="0" r="r" b="b"/>
                <a:pathLst>
                  <a:path w="2994997" h="993366">
                    <a:moveTo>
                      <a:pt x="0" y="723649"/>
                    </a:moveTo>
                    <a:cubicBezTo>
                      <a:pt x="988349" y="0"/>
                      <a:pt x="1976698" y="993366"/>
                      <a:pt x="2994997" y="643074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190" name="SCHEM_path-0188"/>
              <p:cNvSpPr/>
              <p:nvPr/>
            </p:nvSpPr>
            <p:spPr>
              <a:xfrm>
                <a:off x="2715559" y="4401813"/>
                <a:ext cx="2210375" cy="623541"/>
              </a:xfrm>
              <a:custGeom>
                <a:avLst/>
                <a:gdLst/>
                <a:ahLst/>
                <a:cxnLst/>
                <a:rect l="0" t="0" r="r" b="b"/>
                <a:pathLst>
                  <a:path w="2210375" h="623541">
                    <a:moveTo>
                      <a:pt x="0" y="127062"/>
                    </a:moveTo>
                    <a:cubicBezTo>
                      <a:pt x="729424" y="623541"/>
                      <a:pt x="1458847" y="17970"/>
                      <a:pt x="2210375" y="0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191" name="SCHEM_path-0189"/>
              <p:cNvSpPr/>
              <p:nvPr/>
            </p:nvSpPr>
            <p:spPr>
              <a:xfrm>
                <a:off x="2715559" y="4401813"/>
                <a:ext cx="2210375" cy="623541"/>
              </a:xfrm>
              <a:custGeom>
                <a:avLst/>
                <a:gdLst/>
                <a:ahLst/>
                <a:cxnLst/>
                <a:rect l="0" t="0" r="r" b="b"/>
                <a:pathLst>
                  <a:path w="2210375" h="623541">
                    <a:moveTo>
                      <a:pt x="0" y="127062"/>
                    </a:moveTo>
                    <a:cubicBezTo>
                      <a:pt x="729424" y="623541"/>
                      <a:pt x="1458847" y="17970"/>
                      <a:pt x="2210375" y="0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192" name="SCHEM_path-0190"/>
              <p:cNvSpPr/>
              <p:nvPr/>
            </p:nvSpPr>
            <p:spPr>
              <a:xfrm>
                <a:off x="4460131" y="4084256"/>
                <a:ext cx="2719820" cy="936610"/>
              </a:xfrm>
              <a:custGeom>
                <a:avLst/>
                <a:gdLst/>
                <a:ahLst/>
                <a:cxnLst/>
                <a:rect l="0" t="0" r="r" b="b"/>
                <a:pathLst>
                  <a:path w="2719820" h="936610">
                    <a:moveTo>
                      <a:pt x="0" y="878424"/>
                    </a:moveTo>
                    <a:cubicBezTo>
                      <a:pt x="897541" y="176413"/>
                      <a:pt x="1795081" y="936610"/>
                      <a:pt x="2719820" y="0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193" name="SCHEM_path-0191"/>
              <p:cNvSpPr/>
              <p:nvPr/>
            </p:nvSpPr>
            <p:spPr>
              <a:xfrm>
                <a:off x="4460131" y="4084256"/>
                <a:ext cx="2719820" cy="936610"/>
              </a:xfrm>
              <a:custGeom>
                <a:avLst/>
                <a:gdLst/>
                <a:ahLst/>
                <a:cxnLst/>
                <a:rect l="0" t="0" r="r" b="b"/>
                <a:pathLst>
                  <a:path w="2719820" h="936610">
                    <a:moveTo>
                      <a:pt x="0" y="878424"/>
                    </a:moveTo>
                    <a:cubicBezTo>
                      <a:pt x="897541" y="176413"/>
                      <a:pt x="1795081" y="936610"/>
                      <a:pt x="2719820" y="0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194" name="SCHEM_path-0192"/>
              <p:cNvSpPr/>
              <p:nvPr/>
            </p:nvSpPr>
            <p:spPr>
              <a:xfrm>
                <a:off x="4012682" y="3923724"/>
                <a:ext cx="2057016" cy="979635"/>
              </a:xfrm>
              <a:custGeom>
                <a:avLst/>
                <a:gdLst/>
                <a:ahLst/>
                <a:cxnLst/>
                <a:rect l="0" t="0" r="r" b="b"/>
                <a:pathLst>
                  <a:path w="2057016" h="979635">
                    <a:moveTo>
                      <a:pt x="0" y="979635"/>
                    </a:moveTo>
                    <a:cubicBezTo>
                      <a:pt x="678815" y="229358"/>
                      <a:pt x="1357631" y="0"/>
                      <a:pt x="2057016" y="101051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195" name="SCHEM_path-0193"/>
              <p:cNvSpPr/>
              <p:nvPr/>
            </p:nvSpPr>
            <p:spPr>
              <a:xfrm>
                <a:off x="4012682" y="3923724"/>
                <a:ext cx="2057016" cy="979635"/>
              </a:xfrm>
              <a:custGeom>
                <a:avLst/>
                <a:gdLst/>
                <a:ahLst/>
                <a:cxnLst/>
                <a:rect l="0" t="0" r="r" b="b"/>
                <a:pathLst>
                  <a:path w="2057016" h="979635">
                    <a:moveTo>
                      <a:pt x="0" y="979635"/>
                    </a:moveTo>
                    <a:cubicBezTo>
                      <a:pt x="678815" y="229358"/>
                      <a:pt x="1357631" y="0"/>
                      <a:pt x="2057016" y="101051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196" name="SCHEM_path-0194"/>
              <p:cNvSpPr/>
              <p:nvPr/>
            </p:nvSpPr>
            <p:spPr>
              <a:xfrm>
                <a:off x="4416262" y="4153094"/>
                <a:ext cx="2246041" cy="567903"/>
              </a:xfrm>
              <a:custGeom>
                <a:avLst/>
                <a:gdLst/>
                <a:ahLst/>
                <a:cxnLst/>
                <a:rect l="0" t="0" r="r" b="b"/>
                <a:pathLst>
                  <a:path w="2246041" h="567903">
                    <a:moveTo>
                      <a:pt x="0" y="85612"/>
                    </a:moveTo>
                    <a:cubicBezTo>
                      <a:pt x="741194" y="0"/>
                      <a:pt x="1482387" y="567903"/>
                      <a:pt x="2246041" y="241224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197" name="SCHEM_path-0195"/>
              <p:cNvSpPr/>
              <p:nvPr/>
            </p:nvSpPr>
            <p:spPr>
              <a:xfrm>
                <a:off x="4416262" y="4153094"/>
                <a:ext cx="2246041" cy="567903"/>
              </a:xfrm>
              <a:custGeom>
                <a:avLst/>
                <a:gdLst/>
                <a:ahLst/>
                <a:cxnLst/>
                <a:rect l="0" t="0" r="r" b="b"/>
                <a:pathLst>
                  <a:path w="2246041" h="567903">
                    <a:moveTo>
                      <a:pt x="0" y="85612"/>
                    </a:moveTo>
                    <a:cubicBezTo>
                      <a:pt x="741194" y="0"/>
                      <a:pt x="1482387" y="567903"/>
                      <a:pt x="2246041" y="241224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198" name="SCHEM_path-0196"/>
              <p:cNvSpPr/>
              <p:nvPr/>
            </p:nvSpPr>
            <p:spPr>
              <a:xfrm>
                <a:off x="4974679" y="3939546"/>
                <a:ext cx="2071883" cy="949186"/>
              </a:xfrm>
              <a:custGeom>
                <a:avLst/>
                <a:gdLst/>
                <a:ahLst/>
                <a:cxnLst/>
                <a:rect l="0" t="0" r="r" b="b"/>
                <a:pathLst>
                  <a:path w="2071883" h="949186">
                    <a:moveTo>
                      <a:pt x="0" y="949186"/>
                    </a:moveTo>
                    <a:cubicBezTo>
                      <a:pt x="683721" y="602664"/>
                      <a:pt x="1367443" y="89206"/>
                      <a:pt x="2071883" y="0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199" name="SCHEM_path-0197"/>
              <p:cNvSpPr/>
              <p:nvPr/>
            </p:nvSpPr>
            <p:spPr>
              <a:xfrm>
                <a:off x="4974679" y="3939546"/>
                <a:ext cx="2071883" cy="949186"/>
              </a:xfrm>
              <a:custGeom>
                <a:avLst/>
                <a:gdLst/>
                <a:ahLst/>
                <a:cxnLst/>
                <a:rect l="0" t="0" r="r" b="b"/>
                <a:pathLst>
                  <a:path w="2071883" h="949186">
                    <a:moveTo>
                      <a:pt x="0" y="949186"/>
                    </a:moveTo>
                    <a:cubicBezTo>
                      <a:pt x="683721" y="602664"/>
                      <a:pt x="1367443" y="89206"/>
                      <a:pt x="2071883" y="0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00" name="SCHEM_path-0198"/>
              <p:cNvSpPr/>
              <p:nvPr/>
            </p:nvSpPr>
            <p:spPr>
              <a:xfrm>
                <a:off x="951408" y="3973516"/>
                <a:ext cx="2364509" cy="333049"/>
              </a:xfrm>
              <a:custGeom>
                <a:avLst/>
                <a:gdLst/>
                <a:ahLst/>
                <a:cxnLst/>
                <a:rect l="0" t="0" r="r" b="b"/>
                <a:pathLst>
                  <a:path w="2364509" h="333049">
                    <a:moveTo>
                      <a:pt x="0" y="14690"/>
                    </a:moveTo>
                    <a:cubicBezTo>
                      <a:pt x="780288" y="31117"/>
                      <a:pt x="1560576" y="333049"/>
                      <a:pt x="2364509" y="0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01" name="SCHEM_path-0199"/>
              <p:cNvSpPr/>
              <p:nvPr/>
            </p:nvSpPr>
            <p:spPr>
              <a:xfrm>
                <a:off x="951408" y="3973516"/>
                <a:ext cx="2364509" cy="333049"/>
              </a:xfrm>
              <a:custGeom>
                <a:avLst/>
                <a:gdLst/>
                <a:ahLst/>
                <a:cxnLst/>
                <a:rect l="0" t="0" r="r" b="b"/>
                <a:pathLst>
                  <a:path w="2364509" h="333049">
                    <a:moveTo>
                      <a:pt x="0" y="14690"/>
                    </a:moveTo>
                    <a:cubicBezTo>
                      <a:pt x="780288" y="31117"/>
                      <a:pt x="1560576" y="333049"/>
                      <a:pt x="2364509" y="0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02" name="SCHEM_path-0200"/>
              <p:cNvSpPr/>
              <p:nvPr/>
            </p:nvSpPr>
            <p:spPr>
              <a:xfrm>
                <a:off x="5417010" y="4028874"/>
                <a:ext cx="1918626" cy="1049507"/>
              </a:xfrm>
              <a:custGeom>
                <a:avLst/>
                <a:gdLst/>
                <a:ahLst/>
                <a:cxnLst/>
                <a:rect l="0" t="0" r="r" b="b"/>
                <a:pathLst>
                  <a:path w="1918626" h="1049507">
                    <a:moveTo>
                      <a:pt x="0" y="0"/>
                    </a:moveTo>
                    <a:cubicBezTo>
                      <a:pt x="633147" y="826548"/>
                      <a:pt x="1266293" y="1049507"/>
                      <a:pt x="1918626" y="743440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03" name="SCHEM_path-0201"/>
              <p:cNvSpPr/>
              <p:nvPr/>
            </p:nvSpPr>
            <p:spPr>
              <a:xfrm>
                <a:off x="5417010" y="4028874"/>
                <a:ext cx="1918626" cy="1049507"/>
              </a:xfrm>
              <a:custGeom>
                <a:avLst/>
                <a:gdLst/>
                <a:ahLst/>
                <a:cxnLst/>
                <a:rect l="0" t="0" r="r" b="b"/>
                <a:pathLst>
                  <a:path w="1918626" h="1049507">
                    <a:moveTo>
                      <a:pt x="0" y="0"/>
                    </a:moveTo>
                    <a:cubicBezTo>
                      <a:pt x="633147" y="826548"/>
                      <a:pt x="1266293" y="1049507"/>
                      <a:pt x="1918626" y="743440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04" name="SCHEM_path-0202"/>
              <p:cNvSpPr/>
              <p:nvPr/>
            </p:nvSpPr>
            <p:spPr>
              <a:xfrm>
                <a:off x="523800" y="4387467"/>
                <a:ext cx="1713312" cy="642571"/>
              </a:xfrm>
              <a:custGeom>
                <a:avLst/>
                <a:gdLst/>
                <a:ahLst/>
                <a:cxnLst/>
                <a:rect l="0" t="0" r="r" b="b"/>
                <a:pathLst>
                  <a:path w="1713312" h="642571">
                    <a:moveTo>
                      <a:pt x="0" y="0"/>
                    </a:moveTo>
                    <a:cubicBezTo>
                      <a:pt x="565393" y="122481"/>
                      <a:pt x="1130786" y="550704"/>
                      <a:pt x="1713312" y="642571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05" name="SCHEM_path-0203"/>
              <p:cNvSpPr/>
              <p:nvPr/>
            </p:nvSpPr>
            <p:spPr>
              <a:xfrm>
                <a:off x="523800" y="4387467"/>
                <a:ext cx="1713312" cy="642571"/>
              </a:xfrm>
              <a:custGeom>
                <a:avLst/>
                <a:gdLst/>
                <a:ahLst/>
                <a:cxnLst/>
                <a:rect l="0" t="0" r="r" b="b"/>
                <a:pathLst>
                  <a:path w="1713312" h="642571">
                    <a:moveTo>
                      <a:pt x="0" y="0"/>
                    </a:moveTo>
                    <a:cubicBezTo>
                      <a:pt x="565393" y="122481"/>
                      <a:pt x="1130786" y="550704"/>
                      <a:pt x="1713312" y="642571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06" name="SCHEM_path-0204"/>
              <p:cNvSpPr/>
              <p:nvPr/>
            </p:nvSpPr>
            <p:spPr>
              <a:xfrm>
                <a:off x="1620516" y="4149043"/>
                <a:ext cx="2219427" cy="716152"/>
              </a:xfrm>
              <a:custGeom>
                <a:avLst/>
                <a:gdLst/>
                <a:ahLst/>
                <a:cxnLst/>
                <a:rect l="0" t="0" r="r" b="b"/>
                <a:pathLst>
                  <a:path w="2219427" h="716152">
                    <a:moveTo>
                      <a:pt x="0" y="530193"/>
                    </a:moveTo>
                    <a:cubicBezTo>
                      <a:pt x="732411" y="339206"/>
                      <a:pt x="1464822" y="716152"/>
                      <a:pt x="2219427" y="0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07" name="SCHEM_path-0205"/>
              <p:cNvSpPr/>
              <p:nvPr/>
            </p:nvSpPr>
            <p:spPr>
              <a:xfrm>
                <a:off x="1620516" y="4149043"/>
                <a:ext cx="2219427" cy="716152"/>
              </a:xfrm>
              <a:custGeom>
                <a:avLst/>
                <a:gdLst/>
                <a:ahLst/>
                <a:cxnLst/>
                <a:rect l="0" t="0" r="r" b="b"/>
                <a:pathLst>
                  <a:path w="2219427" h="716152">
                    <a:moveTo>
                      <a:pt x="0" y="530193"/>
                    </a:moveTo>
                    <a:cubicBezTo>
                      <a:pt x="732411" y="339206"/>
                      <a:pt x="1464822" y="716152"/>
                      <a:pt x="2219427" y="0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08" name="SCHEM_path-0206"/>
              <p:cNvSpPr/>
              <p:nvPr/>
            </p:nvSpPr>
            <p:spPr>
              <a:xfrm>
                <a:off x="5325190" y="4147962"/>
                <a:ext cx="2593656" cy="887425"/>
              </a:xfrm>
              <a:custGeom>
                <a:avLst/>
                <a:gdLst/>
                <a:ahLst/>
                <a:cxnLst/>
                <a:rect l="0" t="0" r="r" b="b"/>
                <a:pathLst>
                  <a:path w="2593656" h="887425">
                    <a:moveTo>
                      <a:pt x="0" y="694875"/>
                    </a:moveTo>
                    <a:cubicBezTo>
                      <a:pt x="855906" y="443269"/>
                      <a:pt x="1711813" y="0"/>
                      <a:pt x="2593656" y="887425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09" name="SCHEM_path-0207"/>
              <p:cNvSpPr/>
              <p:nvPr/>
            </p:nvSpPr>
            <p:spPr>
              <a:xfrm>
                <a:off x="5325190" y="4147962"/>
                <a:ext cx="2593656" cy="887425"/>
              </a:xfrm>
              <a:custGeom>
                <a:avLst/>
                <a:gdLst/>
                <a:ahLst/>
                <a:cxnLst/>
                <a:rect l="0" t="0" r="r" b="b"/>
                <a:pathLst>
                  <a:path w="2593656" h="887425">
                    <a:moveTo>
                      <a:pt x="0" y="694875"/>
                    </a:moveTo>
                    <a:cubicBezTo>
                      <a:pt x="855906" y="443269"/>
                      <a:pt x="1711813" y="0"/>
                      <a:pt x="2593656" y="887425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10" name="SCHEM_path-0208"/>
              <p:cNvSpPr/>
              <p:nvPr/>
            </p:nvSpPr>
            <p:spPr>
              <a:xfrm>
                <a:off x="1606532" y="4546222"/>
                <a:ext cx="1533642" cy="400249"/>
              </a:xfrm>
              <a:custGeom>
                <a:avLst/>
                <a:gdLst/>
                <a:ahLst/>
                <a:cxnLst/>
                <a:rect l="0" t="0" r="r" b="b"/>
                <a:pathLst>
                  <a:path w="1533642" h="400249">
                    <a:moveTo>
                      <a:pt x="0" y="400249"/>
                    </a:moveTo>
                    <a:cubicBezTo>
                      <a:pt x="506102" y="42231"/>
                      <a:pt x="1012204" y="378466"/>
                      <a:pt x="1533642" y="0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11" name="SCHEM_path-0209"/>
              <p:cNvSpPr/>
              <p:nvPr/>
            </p:nvSpPr>
            <p:spPr>
              <a:xfrm>
                <a:off x="1606532" y="4546222"/>
                <a:ext cx="1533642" cy="400249"/>
              </a:xfrm>
              <a:custGeom>
                <a:avLst/>
                <a:gdLst/>
                <a:ahLst/>
                <a:cxnLst/>
                <a:rect l="0" t="0" r="r" b="b"/>
                <a:pathLst>
                  <a:path w="1533642" h="400249">
                    <a:moveTo>
                      <a:pt x="0" y="400249"/>
                    </a:moveTo>
                    <a:cubicBezTo>
                      <a:pt x="506102" y="42231"/>
                      <a:pt x="1012204" y="378466"/>
                      <a:pt x="1533642" y="0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12" name="SCHEM_path-0210"/>
              <p:cNvSpPr/>
              <p:nvPr/>
            </p:nvSpPr>
            <p:spPr>
              <a:xfrm>
                <a:off x="4543259" y="3982655"/>
                <a:ext cx="2089653" cy="580031"/>
              </a:xfrm>
              <a:custGeom>
                <a:avLst/>
                <a:gdLst/>
                <a:ahLst/>
                <a:cxnLst/>
                <a:rect l="0" t="0" r="r" b="b"/>
                <a:pathLst>
                  <a:path w="2089653" h="580031">
                    <a:moveTo>
                      <a:pt x="0" y="580031"/>
                    </a:moveTo>
                    <a:cubicBezTo>
                      <a:pt x="689585" y="170493"/>
                      <a:pt x="1379171" y="282820"/>
                      <a:pt x="2089653" y="0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13" name="SCHEM_path-0211"/>
              <p:cNvSpPr/>
              <p:nvPr/>
            </p:nvSpPr>
            <p:spPr>
              <a:xfrm>
                <a:off x="4543259" y="3982655"/>
                <a:ext cx="2089653" cy="580031"/>
              </a:xfrm>
              <a:custGeom>
                <a:avLst/>
                <a:gdLst/>
                <a:ahLst/>
                <a:cxnLst/>
                <a:rect l="0" t="0" r="r" b="b"/>
                <a:pathLst>
                  <a:path w="2089653" h="580031">
                    <a:moveTo>
                      <a:pt x="0" y="580031"/>
                    </a:moveTo>
                    <a:cubicBezTo>
                      <a:pt x="689585" y="170493"/>
                      <a:pt x="1379171" y="282820"/>
                      <a:pt x="2089653" y="0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14" name="SCHEM_path-0212"/>
              <p:cNvSpPr/>
              <p:nvPr/>
            </p:nvSpPr>
            <p:spPr>
              <a:xfrm>
                <a:off x="5193655" y="4275726"/>
                <a:ext cx="2535330" cy="307915"/>
              </a:xfrm>
              <a:custGeom>
                <a:avLst/>
                <a:gdLst/>
                <a:ahLst/>
                <a:cxnLst/>
                <a:rect l="0" t="0" r="r" b="b"/>
                <a:pathLst>
                  <a:path w="2535330" h="307915">
                    <a:moveTo>
                      <a:pt x="0" y="307915"/>
                    </a:moveTo>
                    <a:cubicBezTo>
                      <a:pt x="836659" y="0"/>
                      <a:pt x="1673318" y="40966"/>
                      <a:pt x="2535330" y="67392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15" name="SCHEM_path-0213"/>
              <p:cNvSpPr/>
              <p:nvPr/>
            </p:nvSpPr>
            <p:spPr>
              <a:xfrm>
                <a:off x="5193655" y="4275726"/>
                <a:ext cx="2535330" cy="307915"/>
              </a:xfrm>
              <a:custGeom>
                <a:avLst/>
                <a:gdLst/>
                <a:ahLst/>
                <a:cxnLst/>
                <a:rect l="0" t="0" r="r" b="b"/>
                <a:pathLst>
                  <a:path w="2535330" h="307915">
                    <a:moveTo>
                      <a:pt x="0" y="307915"/>
                    </a:moveTo>
                    <a:cubicBezTo>
                      <a:pt x="836659" y="0"/>
                      <a:pt x="1673318" y="40966"/>
                      <a:pt x="2535330" y="67392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16" name="SCHEM_path-0214"/>
              <p:cNvSpPr/>
              <p:nvPr/>
            </p:nvSpPr>
            <p:spPr>
              <a:xfrm>
                <a:off x="529619" y="4147938"/>
                <a:ext cx="2037155" cy="787605"/>
              </a:xfrm>
              <a:custGeom>
                <a:avLst/>
                <a:gdLst/>
                <a:ahLst/>
                <a:cxnLst/>
                <a:rect l="0" t="0" r="r" b="b"/>
                <a:pathLst>
                  <a:path w="2037155" h="787605">
                    <a:moveTo>
                      <a:pt x="0" y="787605"/>
                    </a:moveTo>
                    <a:cubicBezTo>
                      <a:pt x="672261" y="0"/>
                      <a:pt x="1344522" y="310842"/>
                      <a:pt x="2037155" y="679097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17" name="SCHEM_path-0215"/>
              <p:cNvSpPr/>
              <p:nvPr/>
            </p:nvSpPr>
            <p:spPr>
              <a:xfrm>
                <a:off x="529619" y="4147938"/>
                <a:ext cx="2037155" cy="787605"/>
              </a:xfrm>
              <a:custGeom>
                <a:avLst/>
                <a:gdLst/>
                <a:ahLst/>
                <a:cxnLst/>
                <a:rect l="0" t="0" r="r" b="b"/>
                <a:pathLst>
                  <a:path w="2037155" h="787605">
                    <a:moveTo>
                      <a:pt x="0" y="787605"/>
                    </a:moveTo>
                    <a:cubicBezTo>
                      <a:pt x="672261" y="0"/>
                      <a:pt x="1344522" y="310842"/>
                      <a:pt x="2037155" y="679097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18" name="SCHEM_path-0216"/>
              <p:cNvSpPr/>
              <p:nvPr/>
            </p:nvSpPr>
            <p:spPr>
              <a:xfrm>
                <a:off x="4880385" y="4071516"/>
                <a:ext cx="1771458" cy="898929"/>
              </a:xfrm>
              <a:custGeom>
                <a:avLst/>
                <a:gdLst/>
                <a:ahLst/>
                <a:cxnLst/>
                <a:rect l="0" t="0" r="r" b="b"/>
                <a:pathLst>
                  <a:path w="1771458" h="898929">
                    <a:moveTo>
                      <a:pt x="0" y="226826"/>
                    </a:moveTo>
                    <a:cubicBezTo>
                      <a:pt x="584581" y="0"/>
                      <a:pt x="1169163" y="898929"/>
                      <a:pt x="1771458" y="492096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19" name="SCHEM_path-0217"/>
              <p:cNvSpPr/>
              <p:nvPr/>
            </p:nvSpPr>
            <p:spPr>
              <a:xfrm>
                <a:off x="4880385" y="4071516"/>
                <a:ext cx="1771458" cy="898929"/>
              </a:xfrm>
              <a:custGeom>
                <a:avLst/>
                <a:gdLst/>
                <a:ahLst/>
                <a:cxnLst/>
                <a:rect l="0" t="0" r="r" b="b"/>
                <a:pathLst>
                  <a:path w="1771458" h="898929">
                    <a:moveTo>
                      <a:pt x="0" y="226826"/>
                    </a:moveTo>
                    <a:cubicBezTo>
                      <a:pt x="584581" y="0"/>
                      <a:pt x="1169163" y="898929"/>
                      <a:pt x="1771458" y="492096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20" name="SCHEM_path-0218"/>
              <p:cNvSpPr/>
              <p:nvPr/>
            </p:nvSpPr>
            <p:spPr>
              <a:xfrm>
                <a:off x="334778" y="4196781"/>
                <a:ext cx="2898923" cy="722399"/>
              </a:xfrm>
              <a:custGeom>
                <a:avLst/>
                <a:gdLst/>
                <a:ahLst/>
                <a:cxnLst/>
                <a:rect l="0" t="0" r="r" b="b"/>
                <a:pathLst>
                  <a:path w="2898923" h="722399">
                    <a:moveTo>
                      <a:pt x="0" y="462100"/>
                    </a:moveTo>
                    <a:cubicBezTo>
                      <a:pt x="956644" y="0"/>
                      <a:pt x="1913289" y="722399"/>
                      <a:pt x="2898923" y="149052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21" name="SCHEM_path-0219"/>
              <p:cNvSpPr/>
              <p:nvPr/>
            </p:nvSpPr>
            <p:spPr>
              <a:xfrm>
                <a:off x="334778" y="4196781"/>
                <a:ext cx="2898923" cy="722399"/>
              </a:xfrm>
              <a:custGeom>
                <a:avLst/>
                <a:gdLst/>
                <a:ahLst/>
                <a:cxnLst/>
                <a:rect l="0" t="0" r="r" b="b"/>
                <a:pathLst>
                  <a:path w="2898923" h="722399">
                    <a:moveTo>
                      <a:pt x="0" y="462100"/>
                    </a:moveTo>
                    <a:cubicBezTo>
                      <a:pt x="956644" y="0"/>
                      <a:pt x="1913289" y="722399"/>
                      <a:pt x="2898923" y="149052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22" name="SCHEM_path-0220"/>
              <p:cNvSpPr/>
              <p:nvPr/>
            </p:nvSpPr>
            <p:spPr>
              <a:xfrm>
                <a:off x="4673195" y="3995275"/>
                <a:ext cx="1788590" cy="625417"/>
              </a:xfrm>
              <a:custGeom>
                <a:avLst/>
                <a:gdLst/>
                <a:ahLst/>
                <a:cxnLst/>
                <a:rect l="0" t="0" r="r" b="b"/>
                <a:pathLst>
                  <a:path w="1788590" h="625417">
                    <a:moveTo>
                      <a:pt x="0" y="258366"/>
                    </a:moveTo>
                    <a:cubicBezTo>
                      <a:pt x="590235" y="625417"/>
                      <a:pt x="1180469" y="370074"/>
                      <a:pt x="1788590" y="0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23" name="SCHEM_path-0221"/>
              <p:cNvSpPr/>
              <p:nvPr/>
            </p:nvSpPr>
            <p:spPr>
              <a:xfrm>
                <a:off x="4673195" y="3995275"/>
                <a:ext cx="1788590" cy="625417"/>
              </a:xfrm>
              <a:custGeom>
                <a:avLst/>
                <a:gdLst/>
                <a:ahLst/>
                <a:cxnLst/>
                <a:rect l="0" t="0" r="r" b="b"/>
                <a:pathLst>
                  <a:path w="1788590" h="625417">
                    <a:moveTo>
                      <a:pt x="0" y="258366"/>
                    </a:moveTo>
                    <a:cubicBezTo>
                      <a:pt x="590235" y="625417"/>
                      <a:pt x="1180469" y="370074"/>
                      <a:pt x="1788590" y="0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24" name="SCHEM_path-0222"/>
              <p:cNvSpPr/>
              <p:nvPr/>
            </p:nvSpPr>
            <p:spPr>
              <a:xfrm>
                <a:off x="2206194" y="4051370"/>
                <a:ext cx="2605685" cy="890822"/>
              </a:xfrm>
              <a:custGeom>
                <a:avLst/>
                <a:gdLst/>
                <a:ahLst/>
                <a:cxnLst/>
                <a:rect l="0" t="0" r="r" b="b"/>
                <a:pathLst>
                  <a:path w="2605685" h="890822">
                    <a:moveTo>
                      <a:pt x="0" y="129372"/>
                    </a:moveTo>
                    <a:cubicBezTo>
                      <a:pt x="859876" y="777713"/>
                      <a:pt x="1719752" y="890822"/>
                      <a:pt x="2605685" y="0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25" name="SCHEM_path-0223"/>
              <p:cNvSpPr/>
              <p:nvPr/>
            </p:nvSpPr>
            <p:spPr>
              <a:xfrm>
                <a:off x="2206194" y="4051370"/>
                <a:ext cx="2605685" cy="890822"/>
              </a:xfrm>
              <a:custGeom>
                <a:avLst/>
                <a:gdLst/>
                <a:ahLst/>
                <a:cxnLst/>
                <a:rect l="0" t="0" r="r" b="b"/>
                <a:pathLst>
                  <a:path w="2605685" h="890822">
                    <a:moveTo>
                      <a:pt x="0" y="129372"/>
                    </a:moveTo>
                    <a:cubicBezTo>
                      <a:pt x="859876" y="777713"/>
                      <a:pt x="1719752" y="890822"/>
                      <a:pt x="2605685" y="0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26" name="SCHEM_path-0224"/>
              <p:cNvSpPr/>
              <p:nvPr/>
            </p:nvSpPr>
            <p:spPr>
              <a:xfrm>
                <a:off x="5272738" y="3885942"/>
                <a:ext cx="2365108" cy="996369"/>
              </a:xfrm>
              <a:custGeom>
                <a:avLst/>
                <a:gdLst/>
                <a:ahLst/>
                <a:cxnLst/>
                <a:rect l="0" t="0" r="r" b="b"/>
                <a:pathLst>
                  <a:path w="2365108" h="996369">
                    <a:moveTo>
                      <a:pt x="0" y="828284"/>
                    </a:moveTo>
                    <a:cubicBezTo>
                      <a:pt x="780486" y="0"/>
                      <a:pt x="1560971" y="324509"/>
                      <a:pt x="2365108" y="996369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27" name="SCHEM_path-0225"/>
              <p:cNvSpPr/>
              <p:nvPr/>
            </p:nvSpPr>
            <p:spPr>
              <a:xfrm>
                <a:off x="5272738" y="3885942"/>
                <a:ext cx="2365108" cy="996369"/>
              </a:xfrm>
              <a:custGeom>
                <a:avLst/>
                <a:gdLst/>
                <a:ahLst/>
                <a:cxnLst/>
                <a:rect l="0" t="0" r="r" b="b"/>
                <a:pathLst>
                  <a:path w="2365108" h="996369">
                    <a:moveTo>
                      <a:pt x="0" y="828284"/>
                    </a:moveTo>
                    <a:cubicBezTo>
                      <a:pt x="780486" y="0"/>
                      <a:pt x="1560971" y="324509"/>
                      <a:pt x="2365108" y="996369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28" name="SCHEM_path-0226"/>
              <p:cNvSpPr/>
              <p:nvPr/>
            </p:nvSpPr>
            <p:spPr>
              <a:xfrm>
                <a:off x="2442835" y="4158230"/>
                <a:ext cx="2654365" cy="858181"/>
              </a:xfrm>
              <a:custGeom>
                <a:avLst/>
                <a:gdLst/>
                <a:ahLst/>
                <a:cxnLst/>
                <a:rect l="0" t="0" r="r" b="b"/>
                <a:pathLst>
                  <a:path w="2654365" h="858181">
                    <a:moveTo>
                      <a:pt x="0" y="116874"/>
                    </a:moveTo>
                    <a:cubicBezTo>
                      <a:pt x="875940" y="0"/>
                      <a:pt x="1751881" y="858181"/>
                      <a:pt x="2654365" y="609840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29" name="SCHEM_path-0227"/>
              <p:cNvSpPr/>
              <p:nvPr/>
            </p:nvSpPr>
            <p:spPr>
              <a:xfrm>
                <a:off x="2442835" y="4158230"/>
                <a:ext cx="2654365" cy="858181"/>
              </a:xfrm>
              <a:custGeom>
                <a:avLst/>
                <a:gdLst/>
                <a:ahLst/>
                <a:cxnLst/>
                <a:rect l="0" t="0" r="r" b="b"/>
                <a:pathLst>
                  <a:path w="2654365" h="858181">
                    <a:moveTo>
                      <a:pt x="0" y="116874"/>
                    </a:moveTo>
                    <a:cubicBezTo>
                      <a:pt x="875940" y="0"/>
                      <a:pt x="1751881" y="858181"/>
                      <a:pt x="2654365" y="609840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30" name="SCHEM_path-0228"/>
              <p:cNvSpPr/>
              <p:nvPr/>
            </p:nvSpPr>
            <p:spPr>
              <a:xfrm>
                <a:off x="2942624" y="4101134"/>
                <a:ext cx="2417854" cy="733391"/>
              </a:xfrm>
              <a:custGeom>
                <a:avLst/>
                <a:gdLst/>
                <a:ahLst/>
                <a:cxnLst/>
                <a:rect l="0" t="0" r="r" b="b"/>
                <a:pathLst>
                  <a:path w="2417854" h="733391">
                    <a:moveTo>
                      <a:pt x="0" y="510803"/>
                    </a:moveTo>
                    <a:cubicBezTo>
                      <a:pt x="797892" y="438431"/>
                      <a:pt x="1595784" y="0"/>
                      <a:pt x="2417854" y="733391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31" name="SCHEM_path-0229"/>
              <p:cNvSpPr/>
              <p:nvPr/>
            </p:nvSpPr>
            <p:spPr>
              <a:xfrm>
                <a:off x="2942624" y="4101134"/>
                <a:ext cx="2417854" cy="733391"/>
              </a:xfrm>
              <a:custGeom>
                <a:avLst/>
                <a:gdLst/>
                <a:ahLst/>
                <a:cxnLst/>
                <a:rect l="0" t="0" r="r" b="b"/>
                <a:pathLst>
                  <a:path w="2417854" h="733391">
                    <a:moveTo>
                      <a:pt x="0" y="510803"/>
                    </a:moveTo>
                    <a:cubicBezTo>
                      <a:pt x="797892" y="438431"/>
                      <a:pt x="1595784" y="0"/>
                      <a:pt x="2417854" y="733391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32" name="SCHEM_path-0230"/>
              <p:cNvSpPr/>
              <p:nvPr/>
            </p:nvSpPr>
            <p:spPr>
              <a:xfrm>
                <a:off x="2976433" y="3971514"/>
                <a:ext cx="2371795" cy="1012716"/>
              </a:xfrm>
              <a:custGeom>
                <a:avLst/>
                <a:gdLst/>
                <a:ahLst/>
                <a:cxnLst/>
                <a:rect l="0" t="0" r="r" b="b"/>
                <a:pathLst>
                  <a:path w="2371795" h="1012716">
                    <a:moveTo>
                      <a:pt x="0" y="0"/>
                    </a:moveTo>
                    <a:cubicBezTo>
                      <a:pt x="782692" y="248971"/>
                      <a:pt x="1565385" y="1012716"/>
                      <a:pt x="2371795" y="871547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33" name="SCHEM_path-0231"/>
              <p:cNvSpPr/>
              <p:nvPr/>
            </p:nvSpPr>
            <p:spPr>
              <a:xfrm>
                <a:off x="2976433" y="3971514"/>
                <a:ext cx="2371795" cy="1012716"/>
              </a:xfrm>
              <a:custGeom>
                <a:avLst/>
                <a:gdLst/>
                <a:ahLst/>
                <a:cxnLst/>
                <a:rect l="0" t="0" r="r" b="b"/>
                <a:pathLst>
                  <a:path w="2371795" h="1012716">
                    <a:moveTo>
                      <a:pt x="0" y="0"/>
                    </a:moveTo>
                    <a:cubicBezTo>
                      <a:pt x="782692" y="248971"/>
                      <a:pt x="1565385" y="1012716"/>
                      <a:pt x="2371795" y="871547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34" name="SCHEM_path-0232"/>
              <p:cNvSpPr/>
              <p:nvPr/>
            </p:nvSpPr>
            <p:spPr>
              <a:xfrm>
                <a:off x="2545961" y="3837931"/>
                <a:ext cx="3014931" cy="881780"/>
              </a:xfrm>
              <a:custGeom>
                <a:avLst/>
                <a:gdLst/>
                <a:ahLst/>
                <a:cxnLst/>
                <a:rect l="0" t="0" r="r" b="b"/>
                <a:pathLst>
                  <a:path w="3014931" h="881780">
                    <a:moveTo>
                      <a:pt x="0" y="881780"/>
                    </a:moveTo>
                    <a:cubicBezTo>
                      <a:pt x="994927" y="873259"/>
                      <a:pt x="1989854" y="0"/>
                      <a:pt x="3014931" y="502930"/>
                    </a:cubicBezTo>
                  </a:path>
                </a:pathLst>
              </a:custGeom>
              <a:noFill/>
              <a:ln w="79200" cap="flat">
                <a:solidFill>
                  <a:srgbClr val="868686"/>
                </a:solidFill>
              </a:ln>
              <a:effectLst/>
            </p:spPr>
          </p:sp>
          <p:sp>
            <p:nvSpPr>
              <p:cNvPr id="235" name="SCHEM_path-0233"/>
              <p:cNvSpPr/>
              <p:nvPr/>
            </p:nvSpPr>
            <p:spPr>
              <a:xfrm>
                <a:off x="2545961" y="3837931"/>
                <a:ext cx="3014931" cy="881780"/>
              </a:xfrm>
              <a:custGeom>
                <a:avLst/>
                <a:gdLst/>
                <a:ahLst/>
                <a:cxnLst/>
                <a:rect l="0" t="0" r="r" b="b"/>
                <a:pathLst>
                  <a:path w="3014931" h="881780">
                    <a:moveTo>
                      <a:pt x="0" y="881780"/>
                    </a:moveTo>
                    <a:cubicBezTo>
                      <a:pt x="994927" y="873259"/>
                      <a:pt x="1989854" y="0"/>
                      <a:pt x="3014931" y="502930"/>
                    </a:cubicBezTo>
                  </a:path>
                </a:pathLst>
              </a:custGeom>
              <a:noFill/>
              <a:ln w="61200" cap="flat">
                <a:solidFill>
                  <a:srgbClr val="FFFFFF"/>
                </a:solidFill>
              </a:ln>
              <a:effectLst/>
            </p:spPr>
          </p:sp>
          <p:sp>
            <p:nvSpPr>
              <p:cNvPr id="236" name="SCHEM_path-0234"/>
              <p:cNvSpPr/>
              <p:nvPr/>
            </p:nvSpPr>
            <p:spPr>
              <a:xfrm>
                <a:off x="216000" y="3852000"/>
                <a:ext cx="589304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589304" h="1224000">
                    <a:moveTo>
                      <a:pt x="13304" y="0"/>
                    </a:moveTo>
                    <a:cubicBezTo>
                      <a:pt x="589304" y="216000"/>
                      <a:pt x="0" y="835200"/>
                      <a:pt x="192947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37" name="SCHEM_path-0235"/>
              <p:cNvSpPr/>
              <p:nvPr/>
            </p:nvSpPr>
            <p:spPr>
              <a:xfrm>
                <a:off x="216000" y="3852000"/>
                <a:ext cx="589304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589304" h="1224000">
                    <a:moveTo>
                      <a:pt x="13304" y="0"/>
                    </a:moveTo>
                    <a:cubicBezTo>
                      <a:pt x="589304" y="216000"/>
                      <a:pt x="0" y="835200"/>
                      <a:pt x="192947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38" name="SCHEM_path-0236"/>
              <p:cNvSpPr/>
              <p:nvPr/>
            </p:nvSpPr>
            <p:spPr>
              <a:xfrm>
                <a:off x="216000" y="3852000"/>
                <a:ext cx="994149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994149" h="1224000">
                    <a:moveTo>
                      <a:pt x="418149" y="0"/>
                    </a:moveTo>
                    <a:cubicBezTo>
                      <a:pt x="994149" y="216000"/>
                      <a:pt x="0" y="835200"/>
                      <a:pt x="216948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39" name="SCHEM_path-0237"/>
              <p:cNvSpPr/>
              <p:nvPr/>
            </p:nvSpPr>
            <p:spPr>
              <a:xfrm>
                <a:off x="216000" y="3852000"/>
                <a:ext cx="994149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994149" h="1224000">
                    <a:moveTo>
                      <a:pt x="418149" y="0"/>
                    </a:moveTo>
                    <a:cubicBezTo>
                      <a:pt x="994149" y="216000"/>
                      <a:pt x="0" y="835200"/>
                      <a:pt x="216948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40" name="SCHEM_path-0238"/>
              <p:cNvSpPr/>
              <p:nvPr/>
            </p:nvSpPr>
            <p:spPr>
              <a:xfrm>
                <a:off x="381674" y="3852000"/>
                <a:ext cx="1245896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245896" h="1224000">
                    <a:moveTo>
                      <a:pt x="669896" y="0"/>
                    </a:moveTo>
                    <a:cubicBezTo>
                      <a:pt x="1245896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41" name="SCHEM_path-0239"/>
              <p:cNvSpPr/>
              <p:nvPr/>
            </p:nvSpPr>
            <p:spPr>
              <a:xfrm>
                <a:off x="381674" y="3852000"/>
                <a:ext cx="1245896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245896" h="1224000">
                    <a:moveTo>
                      <a:pt x="669896" y="0"/>
                    </a:moveTo>
                    <a:cubicBezTo>
                      <a:pt x="1245896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42" name="SCHEM_path-0240"/>
              <p:cNvSpPr/>
              <p:nvPr/>
            </p:nvSpPr>
            <p:spPr>
              <a:xfrm>
                <a:off x="1344266" y="3852000"/>
                <a:ext cx="665419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665419" h="1224000">
                    <a:moveTo>
                      <a:pt x="89419" y="0"/>
                    </a:moveTo>
                    <a:cubicBezTo>
                      <a:pt x="665419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43" name="SCHEM_path-0241"/>
              <p:cNvSpPr/>
              <p:nvPr/>
            </p:nvSpPr>
            <p:spPr>
              <a:xfrm>
                <a:off x="1344266" y="3852000"/>
                <a:ext cx="665419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665419" h="1224000">
                    <a:moveTo>
                      <a:pt x="89419" y="0"/>
                    </a:moveTo>
                    <a:cubicBezTo>
                      <a:pt x="665419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44" name="SCHEM_path-0242"/>
              <p:cNvSpPr/>
              <p:nvPr/>
            </p:nvSpPr>
            <p:spPr>
              <a:xfrm>
                <a:off x="375016" y="3852000"/>
                <a:ext cx="2039541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2039541" h="1224000">
                    <a:moveTo>
                      <a:pt x="1463541" y="0"/>
                    </a:moveTo>
                    <a:cubicBezTo>
                      <a:pt x="2039541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45" name="SCHEM_path-0243"/>
              <p:cNvSpPr/>
              <p:nvPr/>
            </p:nvSpPr>
            <p:spPr>
              <a:xfrm>
                <a:off x="375016" y="3852000"/>
                <a:ext cx="2039541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2039541" h="1224000">
                    <a:moveTo>
                      <a:pt x="1463541" y="0"/>
                    </a:moveTo>
                    <a:cubicBezTo>
                      <a:pt x="2039541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46" name="SCHEM_path-0244"/>
              <p:cNvSpPr/>
              <p:nvPr/>
            </p:nvSpPr>
            <p:spPr>
              <a:xfrm>
                <a:off x="2140083" y="3852000"/>
                <a:ext cx="662777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662777" h="1224000">
                    <a:moveTo>
                      <a:pt x="86777" y="0"/>
                    </a:moveTo>
                    <a:cubicBezTo>
                      <a:pt x="662777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47" name="SCHEM_path-0245"/>
              <p:cNvSpPr/>
              <p:nvPr/>
            </p:nvSpPr>
            <p:spPr>
              <a:xfrm>
                <a:off x="2140083" y="3852000"/>
                <a:ext cx="662777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662777" h="1224000">
                    <a:moveTo>
                      <a:pt x="86777" y="0"/>
                    </a:moveTo>
                    <a:cubicBezTo>
                      <a:pt x="662777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48" name="SCHEM_path-0246"/>
              <p:cNvSpPr/>
              <p:nvPr/>
            </p:nvSpPr>
            <p:spPr>
              <a:xfrm>
                <a:off x="1061776" y="3852000"/>
                <a:ext cx="2086578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2086578" h="1224000">
                    <a:moveTo>
                      <a:pt x="1510578" y="0"/>
                    </a:moveTo>
                    <a:cubicBezTo>
                      <a:pt x="2086578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49" name="SCHEM_path-0247"/>
              <p:cNvSpPr/>
              <p:nvPr/>
            </p:nvSpPr>
            <p:spPr>
              <a:xfrm>
                <a:off x="1061776" y="3852000"/>
                <a:ext cx="2086578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2086578" h="1224000">
                    <a:moveTo>
                      <a:pt x="1510578" y="0"/>
                    </a:moveTo>
                    <a:cubicBezTo>
                      <a:pt x="2086578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50" name="SCHEM_path-0248"/>
              <p:cNvSpPr/>
              <p:nvPr/>
            </p:nvSpPr>
            <p:spPr>
              <a:xfrm>
                <a:off x="1459841" y="3852000"/>
                <a:ext cx="2074867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2074867" h="1224000">
                    <a:moveTo>
                      <a:pt x="1498867" y="0"/>
                    </a:moveTo>
                    <a:cubicBezTo>
                      <a:pt x="2074867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51" name="SCHEM_path-0249"/>
              <p:cNvSpPr/>
              <p:nvPr/>
            </p:nvSpPr>
            <p:spPr>
              <a:xfrm>
                <a:off x="1459841" y="3852000"/>
                <a:ext cx="2074867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2074867" h="1224000">
                    <a:moveTo>
                      <a:pt x="1498867" y="0"/>
                    </a:moveTo>
                    <a:cubicBezTo>
                      <a:pt x="2074867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52" name="SCHEM_path-0250"/>
              <p:cNvSpPr/>
              <p:nvPr/>
            </p:nvSpPr>
            <p:spPr>
              <a:xfrm>
                <a:off x="3374668" y="3852000"/>
                <a:ext cx="1069619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069619" h="1224000">
                    <a:moveTo>
                      <a:pt x="0" y="0"/>
                    </a:moveTo>
                    <a:cubicBezTo>
                      <a:pt x="576000" y="216000"/>
                      <a:pt x="457619" y="835200"/>
                      <a:pt x="1069619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53" name="SCHEM_path-0251"/>
              <p:cNvSpPr/>
              <p:nvPr/>
            </p:nvSpPr>
            <p:spPr>
              <a:xfrm>
                <a:off x="3374668" y="3852000"/>
                <a:ext cx="1069619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069619" h="1224000">
                    <a:moveTo>
                      <a:pt x="0" y="0"/>
                    </a:moveTo>
                    <a:cubicBezTo>
                      <a:pt x="576000" y="216000"/>
                      <a:pt x="457619" y="835200"/>
                      <a:pt x="1069619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54" name="SCHEM_path-0252"/>
              <p:cNvSpPr/>
              <p:nvPr/>
            </p:nvSpPr>
            <p:spPr>
              <a:xfrm>
                <a:off x="2661605" y="3852000"/>
                <a:ext cx="1671783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671783" h="1224000">
                    <a:moveTo>
                      <a:pt x="1095783" y="0"/>
                    </a:moveTo>
                    <a:cubicBezTo>
                      <a:pt x="1671783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55" name="SCHEM_path-0253"/>
              <p:cNvSpPr/>
              <p:nvPr/>
            </p:nvSpPr>
            <p:spPr>
              <a:xfrm>
                <a:off x="2661605" y="3852000"/>
                <a:ext cx="1671783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671783" h="1224000">
                    <a:moveTo>
                      <a:pt x="1095783" y="0"/>
                    </a:moveTo>
                    <a:cubicBezTo>
                      <a:pt x="1671783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56" name="SCHEM_path-0254"/>
              <p:cNvSpPr/>
              <p:nvPr/>
            </p:nvSpPr>
            <p:spPr>
              <a:xfrm>
                <a:off x="4123466" y="3852000"/>
                <a:ext cx="1021210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021210" h="1224000">
                    <a:moveTo>
                      <a:pt x="0" y="0"/>
                    </a:moveTo>
                    <a:cubicBezTo>
                      <a:pt x="576000" y="216000"/>
                      <a:pt x="409210" y="835200"/>
                      <a:pt x="102121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57" name="SCHEM_path-0255"/>
              <p:cNvSpPr/>
              <p:nvPr/>
            </p:nvSpPr>
            <p:spPr>
              <a:xfrm>
                <a:off x="4123466" y="3852000"/>
                <a:ext cx="1021210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021210" h="1224000">
                    <a:moveTo>
                      <a:pt x="0" y="0"/>
                    </a:moveTo>
                    <a:cubicBezTo>
                      <a:pt x="576000" y="216000"/>
                      <a:pt x="409210" y="835200"/>
                      <a:pt x="102121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58" name="SCHEM_path-0256"/>
              <p:cNvSpPr/>
              <p:nvPr/>
            </p:nvSpPr>
            <p:spPr>
              <a:xfrm>
                <a:off x="3362119" y="3852000"/>
                <a:ext cx="1753230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753230" h="1224000">
                    <a:moveTo>
                      <a:pt x="1177230" y="0"/>
                    </a:moveTo>
                    <a:cubicBezTo>
                      <a:pt x="1753230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59" name="SCHEM_path-0257"/>
              <p:cNvSpPr/>
              <p:nvPr/>
            </p:nvSpPr>
            <p:spPr>
              <a:xfrm>
                <a:off x="3362119" y="3852000"/>
                <a:ext cx="1753230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753230" h="1224000">
                    <a:moveTo>
                      <a:pt x="1177230" y="0"/>
                    </a:moveTo>
                    <a:cubicBezTo>
                      <a:pt x="1753230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60" name="SCHEM_path-0258"/>
              <p:cNvSpPr/>
              <p:nvPr/>
            </p:nvSpPr>
            <p:spPr>
              <a:xfrm>
                <a:off x="4165779" y="3852000"/>
                <a:ext cx="1364606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364606" h="1224000">
                    <a:moveTo>
                      <a:pt x="788606" y="0"/>
                    </a:moveTo>
                    <a:cubicBezTo>
                      <a:pt x="1364606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61" name="SCHEM_path-0259"/>
              <p:cNvSpPr/>
              <p:nvPr/>
            </p:nvSpPr>
            <p:spPr>
              <a:xfrm>
                <a:off x="4165779" y="3852000"/>
                <a:ext cx="1364606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364606" h="1224000">
                    <a:moveTo>
                      <a:pt x="788606" y="0"/>
                    </a:moveTo>
                    <a:cubicBezTo>
                      <a:pt x="1364606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62" name="SCHEM_path-0260"/>
              <p:cNvSpPr/>
              <p:nvPr/>
            </p:nvSpPr>
            <p:spPr>
              <a:xfrm>
                <a:off x="4760256" y="3852000"/>
                <a:ext cx="1164242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164242" h="1224000">
                    <a:moveTo>
                      <a:pt x="588242" y="0"/>
                    </a:moveTo>
                    <a:cubicBezTo>
                      <a:pt x="1164242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63" name="SCHEM_path-0261"/>
              <p:cNvSpPr/>
              <p:nvPr/>
            </p:nvSpPr>
            <p:spPr>
              <a:xfrm>
                <a:off x="4760256" y="3852000"/>
                <a:ext cx="1164242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164242" h="1224000">
                    <a:moveTo>
                      <a:pt x="588242" y="0"/>
                    </a:moveTo>
                    <a:cubicBezTo>
                      <a:pt x="1164242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64" name="SCHEM_path-0262"/>
              <p:cNvSpPr/>
              <p:nvPr/>
            </p:nvSpPr>
            <p:spPr>
              <a:xfrm>
                <a:off x="4395697" y="3852000"/>
                <a:ext cx="1864966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864966" h="1224000">
                    <a:moveTo>
                      <a:pt x="1288966" y="0"/>
                    </a:moveTo>
                    <a:cubicBezTo>
                      <a:pt x="1864966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65" name="SCHEM_path-0263"/>
              <p:cNvSpPr/>
              <p:nvPr/>
            </p:nvSpPr>
            <p:spPr>
              <a:xfrm>
                <a:off x="4395697" y="3852000"/>
                <a:ext cx="1864966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864966" h="1224000">
                    <a:moveTo>
                      <a:pt x="1288966" y="0"/>
                    </a:moveTo>
                    <a:cubicBezTo>
                      <a:pt x="1864966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66" name="SCHEM_path-0264"/>
              <p:cNvSpPr/>
              <p:nvPr/>
            </p:nvSpPr>
            <p:spPr>
              <a:xfrm>
                <a:off x="6056389" y="3852000"/>
                <a:ext cx="678747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678747" h="1224000">
                    <a:moveTo>
                      <a:pt x="0" y="0"/>
                    </a:moveTo>
                    <a:cubicBezTo>
                      <a:pt x="576000" y="216000"/>
                      <a:pt x="66747" y="835200"/>
                      <a:pt x="678747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67" name="SCHEM_path-0265"/>
              <p:cNvSpPr/>
              <p:nvPr/>
            </p:nvSpPr>
            <p:spPr>
              <a:xfrm>
                <a:off x="6056389" y="3852000"/>
                <a:ext cx="678747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678747" h="1224000">
                    <a:moveTo>
                      <a:pt x="0" y="0"/>
                    </a:moveTo>
                    <a:cubicBezTo>
                      <a:pt x="576000" y="216000"/>
                      <a:pt x="66747" y="835200"/>
                      <a:pt x="678747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68" name="SCHEM_path-0266"/>
              <p:cNvSpPr/>
              <p:nvPr/>
            </p:nvSpPr>
            <p:spPr>
              <a:xfrm>
                <a:off x="6348942" y="3852000"/>
                <a:ext cx="694652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694652" h="1224000">
                    <a:moveTo>
                      <a:pt x="118652" y="0"/>
                    </a:moveTo>
                    <a:cubicBezTo>
                      <a:pt x="694652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69" name="SCHEM_path-0267"/>
              <p:cNvSpPr/>
              <p:nvPr/>
            </p:nvSpPr>
            <p:spPr>
              <a:xfrm>
                <a:off x="6348942" y="3852000"/>
                <a:ext cx="694652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694652" h="1224000">
                    <a:moveTo>
                      <a:pt x="118652" y="0"/>
                    </a:moveTo>
                    <a:cubicBezTo>
                      <a:pt x="694652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70" name="SCHEM_path-0268"/>
              <p:cNvSpPr/>
              <p:nvPr/>
            </p:nvSpPr>
            <p:spPr>
              <a:xfrm>
                <a:off x="6070336" y="3852000"/>
                <a:ext cx="1399056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399056" h="1224000">
                    <a:moveTo>
                      <a:pt x="823056" y="0"/>
                    </a:moveTo>
                    <a:cubicBezTo>
                      <a:pt x="1399056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71" name="SCHEM_path-0269"/>
              <p:cNvSpPr/>
              <p:nvPr/>
            </p:nvSpPr>
            <p:spPr>
              <a:xfrm>
                <a:off x="6070336" y="3852000"/>
                <a:ext cx="1399056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399056" h="1224000">
                    <a:moveTo>
                      <a:pt x="823056" y="0"/>
                    </a:moveTo>
                    <a:cubicBezTo>
                      <a:pt x="1399056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72" name="SCHEM_path-0270"/>
              <p:cNvSpPr/>
              <p:nvPr/>
            </p:nvSpPr>
            <p:spPr>
              <a:xfrm>
                <a:off x="7124898" y="3852000"/>
                <a:ext cx="709462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709462" h="1224000">
                    <a:moveTo>
                      <a:pt x="133462" y="0"/>
                    </a:moveTo>
                    <a:cubicBezTo>
                      <a:pt x="709462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73" name="SCHEM_path-0271"/>
              <p:cNvSpPr/>
              <p:nvPr/>
            </p:nvSpPr>
            <p:spPr>
              <a:xfrm>
                <a:off x="7124898" y="3852000"/>
                <a:ext cx="709462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709462" h="1224000">
                    <a:moveTo>
                      <a:pt x="133462" y="0"/>
                    </a:moveTo>
                    <a:cubicBezTo>
                      <a:pt x="709462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74" name="SCHEM_path-0272"/>
              <p:cNvSpPr/>
              <p:nvPr/>
            </p:nvSpPr>
            <p:spPr>
              <a:xfrm>
                <a:off x="6748672" y="3852000"/>
                <a:ext cx="1483992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483992" h="1224000">
                    <a:moveTo>
                      <a:pt x="907992" y="0"/>
                    </a:moveTo>
                    <a:cubicBezTo>
                      <a:pt x="1483992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75" name="SCHEM_path-0273"/>
              <p:cNvSpPr/>
              <p:nvPr/>
            </p:nvSpPr>
            <p:spPr>
              <a:xfrm>
                <a:off x="6748672" y="3852000"/>
                <a:ext cx="1483992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483992" h="1224000">
                    <a:moveTo>
                      <a:pt x="907992" y="0"/>
                    </a:moveTo>
                    <a:cubicBezTo>
                      <a:pt x="1483992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76" name="SCHEM_path-0274"/>
              <p:cNvSpPr/>
              <p:nvPr/>
            </p:nvSpPr>
            <p:spPr>
              <a:xfrm>
                <a:off x="6937373" y="3852000"/>
                <a:ext cx="1465027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465027" h="1224000">
                    <a:moveTo>
                      <a:pt x="1076105" y="0"/>
                    </a:moveTo>
                    <a:cubicBezTo>
                      <a:pt x="1465027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72000" cap="flat">
                <a:solidFill>
                  <a:srgbClr val="878787"/>
                </a:solidFill>
              </a:ln>
              <a:effectLst/>
            </p:spPr>
          </p:sp>
          <p:sp>
            <p:nvSpPr>
              <p:cNvPr id="277" name="SCHEM_path-0275"/>
              <p:cNvSpPr/>
              <p:nvPr/>
            </p:nvSpPr>
            <p:spPr>
              <a:xfrm>
                <a:off x="6937373" y="3852000"/>
                <a:ext cx="1465027" cy="1224000"/>
              </a:xfrm>
              <a:custGeom>
                <a:avLst/>
                <a:gdLst/>
                <a:ahLst/>
                <a:cxnLst/>
                <a:rect l="0" t="0" r="r" b="b"/>
                <a:pathLst>
                  <a:path w="1465027" h="1224000">
                    <a:moveTo>
                      <a:pt x="1076105" y="0"/>
                    </a:moveTo>
                    <a:cubicBezTo>
                      <a:pt x="1465027" y="216000"/>
                      <a:pt x="0" y="835200"/>
                      <a:pt x="612000" y="1224000"/>
                    </a:cubicBezTo>
                  </a:path>
                </a:pathLst>
              </a:custGeom>
              <a:noFill/>
              <a:ln w="55440" cap="flat">
                <a:solidFill>
                  <a:srgbClr val="FFFFFF"/>
                </a:solidFill>
              </a:ln>
              <a:effectLst/>
            </p:spPr>
          </p:sp>
          <p:sp>
            <p:nvSpPr>
              <p:cNvPr id="278" name="SCHEM_rect-0276"/>
              <p:cNvSpPr/>
              <p:nvPr/>
            </p:nvSpPr>
            <p:spPr>
              <a:xfrm>
                <a:off x="208800" y="5097600"/>
                <a:ext cx="8200800" cy="187200"/>
              </a:xfrm>
              <a:prstGeom prst="rect">
                <a:avLst/>
              </a:prstGeom>
              <a:solidFill>
                <a:srgbClr val="C0C0BE"/>
              </a:solidFill>
              <a:ln w="8640" cap="flat">
                <a:solidFill>
                  <a:srgbClr val="656565"/>
                </a:solidFill>
              </a:ln>
              <a:effectLst/>
            </p:spPr>
          </p:sp>
        </p:grpSp>
        <p:cxnSp>
          <p:nvCxnSpPr>
            <p:cNvPr id="279" name="SCHEM_line-0277"/>
            <p:cNvCxnSpPr/>
            <p:nvPr/>
          </p:nvCxnSpPr>
          <p:spPr>
            <a:xfrm>
              <a:off x="489600" y="1519200"/>
              <a:ext cx="1209600" cy="2289600"/>
            </a:xfrm>
            <a:prstGeom prst="line">
              <a:avLst/>
            </a:prstGeom>
            <a:noFill/>
            <a:ln w="21600" cap="flat">
              <a:solidFill>
                <a:srgbClr val="F0B32D"/>
              </a:solidFill>
              <a:tailEnd type="triangle" w="med" len="med"/>
            </a:ln>
            <a:effectLst/>
          </p:spPr>
        </p:cxnSp>
        <p:cxnSp>
          <p:nvCxnSpPr>
            <p:cNvPr id="280" name="SCHEM_line-0278"/>
            <p:cNvCxnSpPr/>
            <p:nvPr/>
          </p:nvCxnSpPr>
          <p:spPr>
            <a:xfrm>
              <a:off x="784800" y="1519200"/>
              <a:ext cx="1216800" cy="2289600"/>
            </a:xfrm>
            <a:prstGeom prst="line">
              <a:avLst/>
            </a:prstGeom>
            <a:noFill/>
            <a:ln w="21600" cap="flat">
              <a:solidFill>
                <a:srgbClr val="F0B32D"/>
              </a:solidFill>
              <a:tailEnd type="triangle" w="med" len="med"/>
            </a:ln>
            <a:effectLst/>
          </p:spPr>
        </p:cxnSp>
        <p:cxnSp>
          <p:nvCxnSpPr>
            <p:cNvPr id="281" name="SCHEM_line-0279"/>
            <p:cNvCxnSpPr/>
            <p:nvPr/>
          </p:nvCxnSpPr>
          <p:spPr>
            <a:xfrm>
              <a:off x="1080000" y="1519200"/>
              <a:ext cx="1231200" cy="2289600"/>
            </a:xfrm>
            <a:prstGeom prst="line">
              <a:avLst/>
            </a:prstGeom>
            <a:noFill/>
            <a:ln w="21600" cap="flat">
              <a:solidFill>
                <a:srgbClr val="F0B32D"/>
              </a:solidFill>
              <a:tailEnd type="triangle" w="med" len="med"/>
            </a:ln>
            <a:effectLst/>
          </p:spPr>
        </p:cxnSp>
        <p:cxnSp>
          <p:nvCxnSpPr>
            <p:cNvPr id="282" name="SCHEM_line-0280"/>
            <p:cNvCxnSpPr/>
            <p:nvPr/>
          </p:nvCxnSpPr>
          <p:spPr>
            <a:xfrm>
              <a:off x="1368000" y="1519200"/>
              <a:ext cx="1252800" cy="2289600"/>
            </a:xfrm>
            <a:prstGeom prst="line">
              <a:avLst/>
            </a:prstGeom>
            <a:noFill/>
            <a:ln w="21600" cap="flat">
              <a:solidFill>
                <a:srgbClr val="F0B32D"/>
              </a:solidFill>
              <a:tailEnd type="triangle" w="med" len="med"/>
            </a:ln>
            <a:effectLst/>
          </p:spPr>
        </p:cxnSp>
        <p:cxnSp>
          <p:nvCxnSpPr>
            <p:cNvPr id="283" name="SCHEM_line-0281"/>
            <p:cNvCxnSpPr/>
            <p:nvPr/>
          </p:nvCxnSpPr>
          <p:spPr>
            <a:xfrm flipV="1">
              <a:off x="2044800" y="2016000"/>
              <a:ext cx="871200" cy="1814400"/>
            </a:xfrm>
            <a:prstGeom prst="line">
              <a:avLst/>
            </a:prstGeom>
            <a:noFill/>
            <a:ln w="15120" cap="flat">
              <a:solidFill>
                <a:srgbClr val="F0B32D"/>
              </a:solidFill>
              <a:prstDash val="dash"/>
              <a:tailEnd type="triangle" w="med" len="med"/>
            </a:ln>
            <a:effectLst/>
          </p:spPr>
        </p:cxnSp>
        <p:cxnSp>
          <p:nvCxnSpPr>
            <p:cNvPr id="284" name="SCHEM_line-0282"/>
            <p:cNvCxnSpPr/>
            <p:nvPr/>
          </p:nvCxnSpPr>
          <p:spPr>
            <a:xfrm flipV="1">
              <a:off x="2376000" y="2016000"/>
              <a:ext cx="864000" cy="1814400"/>
            </a:xfrm>
            <a:prstGeom prst="line">
              <a:avLst/>
            </a:prstGeom>
            <a:noFill/>
            <a:ln w="15120" cap="flat">
              <a:solidFill>
                <a:srgbClr val="F0B32D"/>
              </a:solidFill>
              <a:prstDash val="dash"/>
              <a:tailEnd type="triangle" w="med" len="med"/>
            </a:ln>
            <a:effectLst/>
          </p:spPr>
        </p:cxnSp>
        <p:cxnSp>
          <p:nvCxnSpPr>
            <p:cNvPr id="285" name="SCHEM_line-0283"/>
            <p:cNvCxnSpPr/>
            <p:nvPr/>
          </p:nvCxnSpPr>
          <p:spPr>
            <a:xfrm flipV="1">
              <a:off x="2692800" y="2016000"/>
              <a:ext cx="871200" cy="1814400"/>
            </a:xfrm>
            <a:prstGeom prst="line">
              <a:avLst/>
            </a:prstGeom>
            <a:noFill/>
            <a:ln w="15120" cap="flat">
              <a:solidFill>
                <a:srgbClr val="F0B32D"/>
              </a:solidFill>
              <a:prstDash val="dash"/>
              <a:tailEnd type="triangle" w="med" len="med"/>
            </a:ln>
            <a:effectLst/>
          </p:spPr>
        </p:cxnSp>
        <p:sp>
          <p:nvSpPr>
            <p:cNvPr id="286" name="SCHEM_path-0284"/>
            <p:cNvSpPr/>
            <p:nvPr/>
          </p:nvSpPr>
          <p:spPr>
            <a:xfrm>
              <a:off x="4968000" y="1929600"/>
              <a:ext cx="201600" cy="1900800"/>
            </a:xfrm>
            <a:custGeom>
              <a:avLst/>
              <a:gdLst/>
              <a:ahLst/>
              <a:cxnLst/>
              <a:rect l="0" t="0" r="r" b="b"/>
              <a:pathLst>
                <a:path w="201600" h="1900800">
                  <a:moveTo>
                    <a:pt x="100800" y="1900800"/>
                  </a:moveTo>
                  <a:cubicBezTo>
                    <a:pt x="201600" y="1758240"/>
                    <a:pt x="201600" y="1568160"/>
                    <a:pt x="100800" y="1425600"/>
                  </a:cubicBezTo>
                  <a:cubicBezTo>
                    <a:pt x="0" y="1283040"/>
                    <a:pt x="0" y="1092960"/>
                    <a:pt x="100800" y="950400"/>
                  </a:cubicBezTo>
                  <a:cubicBezTo>
                    <a:pt x="201600" y="807840"/>
                    <a:pt x="201600" y="617760"/>
                    <a:pt x="100800" y="475200"/>
                  </a:cubicBezTo>
                  <a:cubicBezTo>
                    <a:pt x="0" y="332640"/>
                    <a:pt x="0" y="142560"/>
                    <a:pt x="100800" y="0"/>
                  </a:cubicBezTo>
                </a:path>
              </a:pathLst>
            </a:custGeom>
            <a:noFill/>
            <a:ln w="28800" cap="flat">
              <a:solidFill>
                <a:srgbClr val="DE6F70"/>
              </a:solidFill>
            </a:ln>
            <a:effectLst/>
          </p:spPr>
        </p:sp>
        <p:cxnSp>
          <p:nvCxnSpPr>
            <p:cNvPr id="287" name="SCHEM_line-0285"/>
            <p:cNvCxnSpPr/>
            <p:nvPr/>
          </p:nvCxnSpPr>
          <p:spPr>
            <a:xfrm flipV="1">
              <a:off x="5068800" y="1864800"/>
              <a:ext cx="1" cy="79200"/>
            </a:xfrm>
            <a:prstGeom prst="line">
              <a:avLst/>
            </a:prstGeom>
            <a:noFill/>
            <a:ln w="28800" cap="flat">
              <a:solidFill>
                <a:srgbClr val="DE6F70"/>
              </a:solidFill>
              <a:tailEnd type="triangle" w="med" len="med"/>
            </a:ln>
            <a:effectLst/>
          </p:spPr>
        </p:cxnSp>
        <p:sp>
          <p:nvSpPr>
            <p:cNvPr id="288" name="SCHEM_path-0286"/>
            <p:cNvSpPr/>
            <p:nvPr/>
          </p:nvSpPr>
          <p:spPr>
            <a:xfrm>
              <a:off x="5320800" y="1929600"/>
              <a:ext cx="201600" cy="1900800"/>
            </a:xfrm>
            <a:custGeom>
              <a:avLst/>
              <a:gdLst/>
              <a:ahLst/>
              <a:cxnLst/>
              <a:rect l="0" t="0" r="r" b="b"/>
              <a:pathLst>
                <a:path w="201600" h="1900800">
                  <a:moveTo>
                    <a:pt x="100800" y="1900800"/>
                  </a:moveTo>
                  <a:cubicBezTo>
                    <a:pt x="201600" y="1758240"/>
                    <a:pt x="201600" y="1568160"/>
                    <a:pt x="100800" y="1425600"/>
                  </a:cubicBezTo>
                  <a:cubicBezTo>
                    <a:pt x="0" y="1283040"/>
                    <a:pt x="0" y="1092960"/>
                    <a:pt x="100800" y="950400"/>
                  </a:cubicBezTo>
                  <a:cubicBezTo>
                    <a:pt x="201600" y="807840"/>
                    <a:pt x="201600" y="617760"/>
                    <a:pt x="100800" y="475200"/>
                  </a:cubicBezTo>
                  <a:cubicBezTo>
                    <a:pt x="0" y="332640"/>
                    <a:pt x="0" y="142560"/>
                    <a:pt x="100800" y="0"/>
                  </a:cubicBezTo>
                </a:path>
              </a:pathLst>
            </a:custGeom>
            <a:noFill/>
            <a:ln w="28800" cap="flat">
              <a:solidFill>
                <a:srgbClr val="DE6F70"/>
              </a:solidFill>
            </a:ln>
            <a:effectLst/>
          </p:spPr>
        </p:sp>
        <p:cxnSp>
          <p:nvCxnSpPr>
            <p:cNvPr id="289" name="SCHEM_line-0287"/>
            <p:cNvCxnSpPr/>
            <p:nvPr/>
          </p:nvCxnSpPr>
          <p:spPr>
            <a:xfrm flipV="1">
              <a:off x="5421600" y="1864800"/>
              <a:ext cx="1" cy="79200"/>
            </a:xfrm>
            <a:prstGeom prst="line">
              <a:avLst/>
            </a:prstGeom>
            <a:noFill/>
            <a:ln w="28800" cap="flat">
              <a:solidFill>
                <a:srgbClr val="DE6F70"/>
              </a:solidFill>
              <a:tailEnd type="triangle" w="med" len="med"/>
            </a:ln>
            <a:effectLst/>
          </p:spPr>
        </p:cxnSp>
        <p:sp>
          <p:nvSpPr>
            <p:cNvPr id="290" name="SCHEM_path-0288"/>
            <p:cNvSpPr/>
            <p:nvPr/>
          </p:nvSpPr>
          <p:spPr>
            <a:xfrm>
              <a:off x="5673600" y="1929600"/>
              <a:ext cx="201600" cy="1900800"/>
            </a:xfrm>
            <a:custGeom>
              <a:avLst/>
              <a:gdLst/>
              <a:ahLst/>
              <a:cxnLst/>
              <a:rect l="0" t="0" r="r" b="b"/>
              <a:pathLst>
                <a:path w="201600" h="1900800">
                  <a:moveTo>
                    <a:pt x="100800" y="1900800"/>
                  </a:moveTo>
                  <a:cubicBezTo>
                    <a:pt x="201600" y="1758240"/>
                    <a:pt x="201600" y="1568160"/>
                    <a:pt x="100800" y="1425600"/>
                  </a:cubicBezTo>
                  <a:cubicBezTo>
                    <a:pt x="0" y="1283040"/>
                    <a:pt x="0" y="1092960"/>
                    <a:pt x="100800" y="950400"/>
                  </a:cubicBezTo>
                  <a:cubicBezTo>
                    <a:pt x="201600" y="807840"/>
                    <a:pt x="201600" y="617760"/>
                    <a:pt x="100800" y="475200"/>
                  </a:cubicBezTo>
                  <a:cubicBezTo>
                    <a:pt x="0" y="332640"/>
                    <a:pt x="0" y="142560"/>
                    <a:pt x="100800" y="0"/>
                  </a:cubicBezTo>
                </a:path>
              </a:pathLst>
            </a:custGeom>
            <a:noFill/>
            <a:ln w="28800" cap="flat">
              <a:solidFill>
                <a:srgbClr val="DE6F70"/>
              </a:solidFill>
            </a:ln>
            <a:effectLst/>
          </p:spPr>
        </p:sp>
        <p:cxnSp>
          <p:nvCxnSpPr>
            <p:cNvPr id="291" name="SCHEM_line-0289"/>
            <p:cNvCxnSpPr/>
            <p:nvPr/>
          </p:nvCxnSpPr>
          <p:spPr>
            <a:xfrm flipV="1">
              <a:off x="5774400" y="1864800"/>
              <a:ext cx="1" cy="79200"/>
            </a:xfrm>
            <a:prstGeom prst="line">
              <a:avLst/>
            </a:prstGeom>
            <a:noFill/>
            <a:ln w="28800" cap="flat">
              <a:solidFill>
                <a:srgbClr val="DE6F70"/>
              </a:solidFill>
              <a:tailEnd type="triangle" w="med" len="med"/>
            </a:ln>
            <a:effectLst/>
          </p:spPr>
        </p:cxnSp>
        <p:sp>
          <p:nvSpPr>
            <p:cNvPr id="292" name="SCHEM_path-0290"/>
            <p:cNvSpPr/>
            <p:nvPr/>
          </p:nvSpPr>
          <p:spPr>
            <a:xfrm>
              <a:off x="7437600" y="2044800"/>
              <a:ext cx="201600" cy="1785600"/>
            </a:xfrm>
            <a:custGeom>
              <a:avLst/>
              <a:gdLst/>
              <a:ahLst/>
              <a:cxnLst/>
              <a:rect l="0" t="0" r="r" b="b"/>
              <a:pathLst>
                <a:path w="201600" h="1785600">
                  <a:moveTo>
                    <a:pt x="100800" y="1785600"/>
                  </a:moveTo>
                  <a:cubicBezTo>
                    <a:pt x="201600" y="1651680"/>
                    <a:pt x="201600" y="1473120"/>
                    <a:pt x="100800" y="1339200"/>
                  </a:cubicBezTo>
                  <a:cubicBezTo>
                    <a:pt x="0" y="1205280"/>
                    <a:pt x="0" y="1026720"/>
                    <a:pt x="100800" y="892800"/>
                  </a:cubicBezTo>
                  <a:cubicBezTo>
                    <a:pt x="201600" y="758880"/>
                    <a:pt x="201600" y="580320"/>
                    <a:pt x="100800" y="446400"/>
                  </a:cubicBezTo>
                  <a:cubicBezTo>
                    <a:pt x="0" y="312480"/>
                    <a:pt x="0" y="133920"/>
                    <a:pt x="100800" y="0"/>
                  </a:cubicBezTo>
                </a:path>
              </a:pathLst>
            </a:custGeom>
            <a:noFill/>
            <a:ln w="28800" cap="flat">
              <a:solidFill>
                <a:srgbClr val="DE6F70"/>
              </a:solidFill>
            </a:ln>
            <a:effectLst/>
          </p:spPr>
        </p:sp>
        <p:cxnSp>
          <p:nvCxnSpPr>
            <p:cNvPr id="293" name="SCHEM_line-0291"/>
            <p:cNvCxnSpPr/>
            <p:nvPr/>
          </p:nvCxnSpPr>
          <p:spPr>
            <a:xfrm flipV="1">
              <a:off x="7538400" y="1980000"/>
              <a:ext cx="1" cy="79200"/>
            </a:xfrm>
            <a:prstGeom prst="line">
              <a:avLst/>
            </a:prstGeom>
            <a:noFill/>
            <a:ln w="28800" cap="flat">
              <a:solidFill>
                <a:srgbClr val="DE6F70"/>
              </a:solidFill>
              <a:tailEnd type="triangle" w="med" len="med"/>
            </a:ln>
            <a:effectLst/>
          </p:spPr>
        </p:cxnSp>
        <p:sp>
          <p:nvSpPr>
            <p:cNvPr id="294" name="SCHEM_path-0292"/>
            <p:cNvSpPr/>
            <p:nvPr/>
          </p:nvSpPr>
          <p:spPr>
            <a:xfrm>
              <a:off x="7747200" y="2044800"/>
              <a:ext cx="201600" cy="1785600"/>
            </a:xfrm>
            <a:custGeom>
              <a:avLst/>
              <a:gdLst/>
              <a:ahLst/>
              <a:cxnLst/>
              <a:rect l="0" t="0" r="r" b="b"/>
              <a:pathLst>
                <a:path w="201600" h="1785600">
                  <a:moveTo>
                    <a:pt x="100800" y="1785600"/>
                  </a:moveTo>
                  <a:cubicBezTo>
                    <a:pt x="201600" y="1651680"/>
                    <a:pt x="201600" y="1473120"/>
                    <a:pt x="100800" y="1339200"/>
                  </a:cubicBezTo>
                  <a:cubicBezTo>
                    <a:pt x="0" y="1205280"/>
                    <a:pt x="0" y="1026720"/>
                    <a:pt x="100800" y="892800"/>
                  </a:cubicBezTo>
                  <a:cubicBezTo>
                    <a:pt x="201600" y="758880"/>
                    <a:pt x="201600" y="580320"/>
                    <a:pt x="100800" y="446400"/>
                  </a:cubicBezTo>
                  <a:cubicBezTo>
                    <a:pt x="0" y="312480"/>
                    <a:pt x="0" y="133920"/>
                    <a:pt x="100800" y="0"/>
                  </a:cubicBezTo>
                </a:path>
              </a:pathLst>
            </a:custGeom>
            <a:noFill/>
            <a:ln w="28800" cap="flat">
              <a:solidFill>
                <a:srgbClr val="DE6F70"/>
              </a:solidFill>
            </a:ln>
            <a:effectLst/>
          </p:spPr>
        </p:sp>
        <p:cxnSp>
          <p:nvCxnSpPr>
            <p:cNvPr id="295" name="SCHEM_line-0293"/>
            <p:cNvCxnSpPr/>
            <p:nvPr/>
          </p:nvCxnSpPr>
          <p:spPr>
            <a:xfrm flipV="1">
              <a:off x="7848000" y="1980000"/>
              <a:ext cx="1" cy="79200"/>
            </a:xfrm>
            <a:prstGeom prst="line">
              <a:avLst/>
            </a:prstGeom>
            <a:noFill/>
            <a:ln w="28800" cap="flat">
              <a:solidFill>
                <a:srgbClr val="DE6F70"/>
              </a:solidFill>
              <a:tailEnd type="triangle" w="med" len="med"/>
            </a:ln>
            <a:effectLst/>
          </p:spPr>
        </p:cxnSp>
        <p:sp>
          <p:nvSpPr>
            <p:cNvPr id="296" name="SCHEM_path-0294"/>
            <p:cNvSpPr/>
            <p:nvPr/>
          </p:nvSpPr>
          <p:spPr>
            <a:xfrm>
              <a:off x="8064000" y="2044800"/>
              <a:ext cx="201600" cy="1785600"/>
            </a:xfrm>
            <a:custGeom>
              <a:avLst/>
              <a:gdLst/>
              <a:ahLst/>
              <a:cxnLst/>
              <a:rect l="0" t="0" r="r" b="b"/>
              <a:pathLst>
                <a:path w="201600" h="1785600">
                  <a:moveTo>
                    <a:pt x="100800" y="1785600"/>
                  </a:moveTo>
                  <a:cubicBezTo>
                    <a:pt x="201600" y="1651680"/>
                    <a:pt x="201600" y="1473120"/>
                    <a:pt x="100800" y="1339200"/>
                  </a:cubicBezTo>
                  <a:cubicBezTo>
                    <a:pt x="0" y="1205280"/>
                    <a:pt x="0" y="1026720"/>
                    <a:pt x="100800" y="892800"/>
                  </a:cubicBezTo>
                  <a:cubicBezTo>
                    <a:pt x="201600" y="758880"/>
                    <a:pt x="201600" y="580320"/>
                    <a:pt x="100800" y="446400"/>
                  </a:cubicBezTo>
                  <a:cubicBezTo>
                    <a:pt x="0" y="312480"/>
                    <a:pt x="0" y="133920"/>
                    <a:pt x="100800" y="0"/>
                  </a:cubicBezTo>
                </a:path>
              </a:pathLst>
            </a:custGeom>
            <a:noFill/>
            <a:ln w="28800" cap="flat">
              <a:solidFill>
                <a:srgbClr val="DE6F70"/>
              </a:solidFill>
            </a:ln>
            <a:effectLst/>
          </p:spPr>
        </p:sp>
        <p:cxnSp>
          <p:nvCxnSpPr>
            <p:cNvPr id="297" name="SCHEM_line-0295"/>
            <p:cNvCxnSpPr/>
            <p:nvPr/>
          </p:nvCxnSpPr>
          <p:spPr>
            <a:xfrm flipV="1">
              <a:off x="8164800" y="1980000"/>
              <a:ext cx="1" cy="79200"/>
            </a:xfrm>
            <a:prstGeom prst="line">
              <a:avLst/>
            </a:prstGeom>
            <a:noFill/>
            <a:ln w="28800" cap="flat">
              <a:solidFill>
                <a:srgbClr val="DE6F70"/>
              </a:solidFill>
              <a:tailEnd type="triangle" w="med" len="med"/>
            </a:ln>
            <a:effectLst/>
          </p:spPr>
        </p:cxnSp>
        <p:grpSp>
          <p:nvGrpSpPr>
            <p:cNvPr id="298" name="SCHEM_fiber-particle-inset"/>
            <p:cNvGrpSpPr/>
            <p:nvPr/>
          </p:nvGrpSpPr>
          <p:grpSpPr>
            <a:xfrm>
              <a:off x="8877600" y="3837600"/>
              <a:ext cx="2420131" cy="1519200"/>
              <a:chOff x="8877600" y="3837600"/>
              <a:chExt cx="2420131" cy="1519200"/>
            </a:xfrm>
          </p:grpSpPr>
          <p:sp>
            <p:nvSpPr>
              <p:cNvPr id="299" name="SCHEM_rect-0297"/>
              <p:cNvSpPr/>
              <p:nvPr/>
            </p:nvSpPr>
            <p:spPr>
              <a:xfrm>
                <a:off x="8877600" y="3837600"/>
                <a:ext cx="2412000" cy="1519200"/>
              </a:xfrm>
              <a:prstGeom prst="rect">
                <a:avLst/>
              </a:prstGeom>
              <a:solidFill>
                <a:srgbClr val="F4F5F1"/>
              </a:solidFill>
              <a:ln w="10800" cap="flat">
                <a:solidFill>
                  <a:srgbClr val="333333"/>
                </a:solidFill>
                <a:prstDash val="dash"/>
              </a:ln>
              <a:effectLst/>
            </p:spPr>
          </p:sp>
          <p:sp>
            <p:nvSpPr>
              <p:cNvPr id="300" name="SCHEM_path-0298"/>
              <p:cNvSpPr/>
              <p:nvPr/>
            </p:nvSpPr>
            <p:spPr>
              <a:xfrm>
                <a:off x="8899501" y="4197385"/>
                <a:ext cx="510050" cy="573116"/>
              </a:xfrm>
              <a:custGeom>
                <a:avLst/>
                <a:gdLst/>
                <a:ahLst/>
                <a:cxnLst/>
                <a:rect l="0" t="0" r="r" b="b"/>
                <a:pathLst>
                  <a:path w="510050" h="573116">
                    <a:moveTo>
                      <a:pt x="506976" y="288215"/>
                    </a:moveTo>
                    <a:cubicBezTo>
                      <a:pt x="504842" y="340710"/>
                      <a:pt x="497795" y="396371"/>
                      <a:pt x="472544" y="440799"/>
                    </a:cubicBezTo>
                    <a:cubicBezTo>
                      <a:pt x="447293" y="485227"/>
                      <a:pt x="402169" y="536445"/>
                      <a:pt x="355470" y="554781"/>
                    </a:cubicBezTo>
                    <a:cubicBezTo>
                      <a:pt x="308772" y="573116"/>
                      <a:pt x="236644" y="571808"/>
                      <a:pt x="192352" y="550811"/>
                    </a:cubicBezTo>
                    <a:cubicBezTo>
                      <a:pt x="148061" y="529815"/>
                      <a:pt x="120696" y="472567"/>
                      <a:pt x="89722" y="428801"/>
                    </a:cubicBezTo>
                    <a:cubicBezTo>
                      <a:pt x="58747" y="385035"/>
                      <a:pt x="13010" y="340058"/>
                      <a:pt x="6505" y="288215"/>
                    </a:cubicBezTo>
                    <a:cubicBezTo>
                      <a:pt x="0" y="236371"/>
                      <a:pt x="17966" y="155819"/>
                      <a:pt x="50693" y="117739"/>
                    </a:cubicBezTo>
                    <a:cubicBezTo>
                      <a:pt x="83421" y="79660"/>
                      <a:pt x="151527" y="77526"/>
                      <a:pt x="202870" y="59738"/>
                    </a:cubicBezTo>
                    <a:cubicBezTo>
                      <a:pt x="254212" y="41951"/>
                      <a:pt x="311669" y="0"/>
                      <a:pt x="358748" y="11015"/>
                    </a:cubicBezTo>
                    <a:cubicBezTo>
                      <a:pt x="405828" y="22029"/>
                      <a:pt x="460641" y="79626"/>
                      <a:pt x="485346" y="125826"/>
                    </a:cubicBezTo>
                    <a:cubicBezTo>
                      <a:pt x="510050" y="172026"/>
                      <a:pt x="509110" y="235719"/>
                      <a:pt x="506976" y="288215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301" name="SCHEM_path-0299"/>
              <p:cNvSpPr/>
              <p:nvPr/>
            </p:nvSpPr>
            <p:spPr>
              <a:xfrm>
                <a:off x="9520303" y="3912677"/>
                <a:ext cx="551607" cy="405553"/>
              </a:xfrm>
              <a:custGeom>
                <a:avLst/>
                <a:gdLst/>
                <a:ahLst/>
                <a:cxnLst/>
                <a:rect l="0" t="0" r="r" b="b"/>
                <a:pathLst>
                  <a:path w="551607" h="405553">
                    <a:moveTo>
                      <a:pt x="551102" y="191323"/>
                    </a:moveTo>
                    <a:cubicBezTo>
                      <a:pt x="551607" y="226584"/>
                      <a:pt x="523409" y="263992"/>
                      <a:pt x="495640" y="297905"/>
                    </a:cubicBezTo>
                    <a:cubicBezTo>
                      <a:pt x="467871" y="331819"/>
                      <a:pt x="430993" y="384055"/>
                      <a:pt x="384490" y="394804"/>
                    </a:cubicBezTo>
                    <a:cubicBezTo>
                      <a:pt x="337988" y="405553"/>
                      <a:pt x="269232" y="376610"/>
                      <a:pt x="216626" y="362400"/>
                    </a:cubicBezTo>
                    <a:cubicBezTo>
                      <a:pt x="164020" y="348190"/>
                      <a:pt x="104843" y="338059"/>
                      <a:pt x="68854" y="309546"/>
                    </a:cubicBezTo>
                    <a:cubicBezTo>
                      <a:pt x="32864" y="281034"/>
                      <a:pt x="0" y="230368"/>
                      <a:pt x="689" y="191323"/>
                    </a:cubicBezTo>
                    <a:cubicBezTo>
                      <a:pt x="1377" y="152277"/>
                      <a:pt x="37825" y="105639"/>
                      <a:pt x="72985" y="75275"/>
                    </a:cubicBezTo>
                    <a:cubicBezTo>
                      <a:pt x="108145" y="44910"/>
                      <a:pt x="162166" y="18269"/>
                      <a:pt x="211646" y="9134"/>
                    </a:cubicBezTo>
                    <a:cubicBezTo>
                      <a:pt x="261127" y="0"/>
                      <a:pt x="323040" y="7601"/>
                      <a:pt x="369868" y="20468"/>
                    </a:cubicBezTo>
                    <a:cubicBezTo>
                      <a:pt x="416695" y="33335"/>
                      <a:pt x="462405" y="57860"/>
                      <a:pt x="492610" y="86335"/>
                    </a:cubicBezTo>
                    <a:cubicBezTo>
                      <a:pt x="522816" y="114811"/>
                      <a:pt x="550597" y="156061"/>
                      <a:pt x="551102" y="191323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302" name="SCHEM_path-0300"/>
              <p:cNvSpPr/>
              <p:nvPr/>
            </p:nvSpPr>
            <p:spPr>
              <a:xfrm>
                <a:off x="9985235" y="4554933"/>
                <a:ext cx="765221" cy="546812"/>
              </a:xfrm>
              <a:custGeom>
                <a:avLst/>
                <a:gdLst/>
                <a:ahLst/>
                <a:cxnLst/>
                <a:rect l="0" t="0" r="r" b="b"/>
                <a:pathLst>
                  <a:path w="765221" h="546812">
                    <a:moveTo>
                      <a:pt x="740717" y="261867"/>
                    </a:moveTo>
                    <a:cubicBezTo>
                      <a:pt x="738772" y="317948"/>
                      <a:pt x="750272" y="381502"/>
                      <a:pt x="712096" y="427183"/>
                    </a:cubicBezTo>
                    <a:cubicBezTo>
                      <a:pt x="673919" y="472863"/>
                      <a:pt x="584614" y="525082"/>
                      <a:pt x="511659" y="535947"/>
                    </a:cubicBezTo>
                    <a:cubicBezTo>
                      <a:pt x="438703" y="546812"/>
                      <a:pt x="348073" y="511835"/>
                      <a:pt x="274363" y="492372"/>
                    </a:cubicBezTo>
                    <a:cubicBezTo>
                      <a:pt x="200653" y="472909"/>
                      <a:pt x="109541" y="457586"/>
                      <a:pt x="69398" y="419169"/>
                    </a:cubicBezTo>
                    <a:cubicBezTo>
                      <a:pt x="29256" y="380751"/>
                      <a:pt x="38665" y="316889"/>
                      <a:pt x="33508" y="261867"/>
                    </a:cubicBezTo>
                    <a:cubicBezTo>
                      <a:pt x="28352" y="206844"/>
                      <a:pt x="0" y="131029"/>
                      <a:pt x="38460" y="89035"/>
                    </a:cubicBezTo>
                    <a:cubicBezTo>
                      <a:pt x="76921" y="47040"/>
                      <a:pt x="188684" y="19801"/>
                      <a:pt x="264270" y="9900"/>
                    </a:cubicBezTo>
                    <a:cubicBezTo>
                      <a:pt x="339857" y="0"/>
                      <a:pt x="415397" y="16167"/>
                      <a:pt x="491979" y="29632"/>
                    </a:cubicBezTo>
                    <a:cubicBezTo>
                      <a:pt x="568562" y="43098"/>
                      <a:pt x="682309" y="51987"/>
                      <a:pt x="723765" y="90693"/>
                    </a:cubicBezTo>
                    <a:cubicBezTo>
                      <a:pt x="765221" y="129399"/>
                      <a:pt x="742662" y="205785"/>
                      <a:pt x="740717" y="261867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303" name="SCHEM_path-0301"/>
              <p:cNvSpPr/>
              <p:nvPr/>
            </p:nvSpPr>
            <p:spPr>
              <a:xfrm>
                <a:off x="10654957" y="3988111"/>
                <a:ext cx="407741" cy="448336"/>
              </a:xfrm>
              <a:custGeom>
                <a:avLst/>
                <a:gdLst/>
                <a:ahLst/>
                <a:cxnLst/>
                <a:rect l="0" t="0" r="r" b="b"/>
                <a:pathLst>
                  <a:path w="407741" h="448336">
                    <a:moveTo>
                      <a:pt x="406880" y="231089"/>
                    </a:moveTo>
                    <a:cubicBezTo>
                      <a:pt x="407741" y="270161"/>
                      <a:pt x="391384" y="315823"/>
                      <a:pt x="370205" y="350316"/>
                    </a:cubicBezTo>
                    <a:cubicBezTo>
                      <a:pt x="349025" y="384809"/>
                      <a:pt x="314478" y="427762"/>
                      <a:pt x="279805" y="438049"/>
                    </a:cubicBezTo>
                    <a:cubicBezTo>
                      <a:pt x="245133" y="448336"/>
                      <a:pt x="198473" y="426413"/>
                      <a:pt x="162169" y="412037"/>
                    </a:cubicBezTo>
                    <a:cubicBezTo>
                      <a:pt x="125865" y="397662"/>
                      <a:pt x="88678" y="381953"/>
                      <a:pt x="61982" y="351795"/>
                    </a:cubicBezTo>
                    <a:cubicBezTo>
                      <a:pt x="35286" y="321637"/>
                      <a:pt x="0" y="269773"/>
                      <a:pt x="1993" y="231089"/>
                    </a:cubicBezTo>
                    <a:cubicBezTo>
                      <a:pt x="3986" y="192406"/>
                      <a:pt x="49096" y="155956"/>
                      <a:pt x="73940" y="119692"/>
                    </a:cubicBezTo>
                    <a:cubicBezTo>
                      <a:pt x="98784" y="83428"/>
                      <a:pt x="117482" y="27010"/>
                      <a:pt x="151059" y="13505"/>
                    </a:cubicBezTo>
                    <a:cubicBezTo>
                      <a:pt x="184635" y="0"/>
                      <a:pt x="239735" y="21598"/>
                      <a:pt x="275398" y="38661"/>
                    </a:cubicBezTo>
                    <a:cubicBezTo>
                      <a:pt x="311062" y="55725"/>
                      <a:pt x="343124" y="83813"/>
                      <a:pt x="365038" y="115884"/>
                    </a:cubicBezTo>
                    <a:cubicBezTo>
                      <a:pt x="386952" y="147956"/>
                      <a:pt x="406019" y="192017"/>
                      <a:pt x="406880" y="231089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304" name="SCHEM_path-0302"/>
              <p:cNvSpPr/>
              <p:nvPr/>
            </p:nvSpPr>
            <p:spPr>
              <a:xfrm>
                <a:off x="9148794" y="4884523"/>
                <a:ext cx="399168" cy="425033"/>
              </a:xfrm>
              <a:custGeom>
                <a:avLst/>
                <a:gdLst/>
                <a:ahLst/>
                <a:cxnLst/>
                <a:rect l="0" t="0" r="r" b="b"/>
                <a:pathLst>
                  <a:path w="399168" h="425033">
                    <a:moveTo>
                      <a:pt x="396989" y="198677"/>
                    </a:moveTo>
                    <a:cubicBezTo>
                      <a:pt x="394810" y="239688"/>
                      <a:pt x="355997" y="280583"/>
                      <a:pt x="332298" y="316049"/>
                    </a:cubicBezTo>
                    <a:cubicBezTo>
                      <a:pt x="308599" y="351514"/>
                      <a:pt x="286404" y="397909"/>
                      <a:pt x="254795" y="411471"/>
                    </a:cubicBezTo>
                    <a:cubicBezTo>
                      <a:pt x="223186" y="425033"/>
                      <a:pt x="179304" y="409504"/>
                      <a:pt x="142645" y="397423"/>
                    </a:cubicBezTo>
                    <a:cubicBezTo>
                      <a:pt x="105985" y="385341"/>
                      <a:pt x="58005" y="372108"/>
                      <a:pt x="34837" y="338983"/>
                    </a:cubicBezTo>
                    <a:cubicBezTo>
                      <a:pt x="11670" y="305859"/>
                      <a:pt x="0" y="242295"/>
                      <a:pt x="3637" y="198677"/>
                    </a:cubicBezTo>
                    <a:cubicBezTo>
                      <a:pt x="7275" y="155059"/>
                      <a:pt x="33025" y="108679"/>
                      <a:pt x="56662" y="77275"/>
                    </a:cubicBezTo>
                    <a:cubicBezTo>
                      <a:pt x="80298" y="45871"/>
                      <a:pt x="113792" y="20507"/>
                      <a:pt x="145458" y="10254"/>
                    </a:cubicBezTo>
                    <a:cubicBezTo>
                      <a:pt x="177123" y="0"/>
                      <a:pt x="213335" y="5800"/>
                      <a:pt x="246655" y="15754"/>
                    </a:cubicBezTo>
                    <a:cubicBezTo>
                      <a:pt x="279974" y="25708"/>
                      <a:pt x="320317" y="39491"/>
                      <a:pt x="345373" y="69978"/>
                    </a:cubicBezTo>
                    <a:cubicBezTo>
                      <a:pt x="370429" y="100465"/>
                      <a:pt x="399168" y="157665"/>
                      <a:pt x="396989" y="198677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305" name="SCHEM_path-0303"/>
              <p:cNvSpPr/>
              <p:nvPr/>
            </p:nvSpPr>
            <p:spPr>
              <a:xfrm>
                <a:off x="11059446" y="4492591"/>
                <a:ext cx="238285" cy="378669"/>
              </a:xfrm>
              <a:custGeom>
                <a:avLst/>
                <a:gdLst/>
                <a:ahLst/>
                <a:cxnLst/>
                <a:rect l="0" t="0" r="r" b="b"/>
                <a:pathLst>
                  <a:path w="238285" h="378669">
                    <a:moveTo>
                      <a:pt x="236450" y="194609"/>
                    </a:moveTo>
                    <a:cubicBezTo>
                      <a:pt x="238285" y="228236"/>
                      <a:pt x="226853" y="275478"/>
                      <a:pt x="213104" y="301988"/>
                    </a:cubicBezTo>
                    <a:cubicBezTo>
                      <a:pt x="199356" y="328499"/>
                      <a:pt x="175002" y="342138"/>
                      <a:pt x="153958" y="353673"/>
                    </a:cubicBezTo>
                    <a:cubicBezTo>
                      <a:pt x="132915" y="365208"/>
                      <a:pt x="108272" y="378669"/>
                      <a:pt x="86844" y="371198"/>
                    </a:cubicBezTo>
                    <a:cubicBezTo>
                      <a:pt x="65417" y="363728"/>
                      <a:pt x="39388" y="338281"/>
                      <a:pt x="25391" y="308850"/>
                    </a:cubicBezTo>
                    <a:cubicBezTo>
                      <a:pt x="11395" y="279418"/>
                      <a:pt x="0" y="229306"/>
                      <a:pt x="2865" y="194609"/>
                    </a:cubicBezTo>
                    <a:cubicBezTo>
                      <a:pt x="5731" y="159912"/>
                      <a:pt x="28760" y="130965"/>
                      <a:pt x="42584" y="100666"/>
                    </a:cubicBezTo>
                    <a:cubicBezTo>
                      <a:pt x="56407" y="70368"/>
                      <a:pt x="66849" y="25636"/>
                      <a:pt x="85804" y="12818"/>
                    </a:cubicBezTo>
                    <a:cubicBezTo>
                      <a:pt x="104760" y="0"/>
                      <a:pt x="136933" y="9190"/>
                      <a:pt x="156315" y="23758"/>
                    </a:cubicBezTo>
                    <a:cubicBezTo>
                      <a:pt x="175697" y="38326"/>
                      <a:pt x="188740" y="71752"/>
                      <a:pt x="202095" y="100227"/>
                    </a:cubicBezTo>
                    <a:cubicBezTo>
                      <a:pt x="215451" y="128702"/>
                      <a:pt x="234615" y="160982"/>
                      <a:pt x="236450" y="194609"/>
                    </a:cubicBezTo>
                    <a:close/>
                  </a:path>
                </a:pathLst>
              </a:custGeom>
              <a:solidFill>
                <a:srgbClr val="B8CA9C"/>
              </a:solidFill>
              <a:ln w="7200" cap="flat">
                <a:solidFill>
                  <a:srgbClr val="7D8E6F"/>
                </a:solidFill>
              </a:ln>
              <a:effectLst/>
            </p:spPr>
          </p:sp>
          <p:sp>
            <p:nvSpPr>
              <p:cNvPr id="306" name="SCHEM_path-0304"/>
              <p:cNvSpPr/>
              <p:nvPr/>
            </p:nvSpPr>
            <p:spPr>
              <a:xfrm>
                <a:off x="8928000" y="3909600"/>
                <a:ext cx="2289600" cy="1368000"/>
              </a:xfrm>
              <a:custGeom>
                <a:avLst/>
                <a:gdLst/>
                <a:ahLst/>
                <a:cxnLst/>
                <a:rect l="0" t="0" r="r" b="b"/>
                <a:pathLst>
                  <a:path w="2289600" h="1368000">
                    <a:moveTo>
                      <a:pt x="0" y="0"/>
                    </a:moveTo>
                    <a:cubicBezTo>
                      <a:pt x="864000" y="230400"/>
                      <a:pt x="1368000" y="1058400"/>
                      <a:pt x="2289600" y="1368000"/>
                    </a:cubicBezTo>
                  </a:path>
                </a:pathLst>
              </a:custGeom>
              <a:noFill/>
              <a:ln w="172800" cap="flat">
                <a:solidFill>
                  <a:srgbClr val="8C8C8C"/>
                </a:solidFill>
              </a:ln>
              <a:effectLst/>
            </p:spPr>
          </p:sp>
          <p:sp>
            <p:nvSpPr>
              <p:cNvPr id="307" name="SCHEM_path-0305"/>
              <p:cNvSpPr/>
              <p:nvPr/>
            </p:nvSpPr>
            <p:spPr>
              <a:xfrm>
                <a:off x="8928000" y="3909600"/>
                <a:ext cx="2289600" cy="1368000"/>
              </a:xfrm>
              <a:custGeom>
                <a:avLst/>
                <a:gdLst/>
                <a:ahLst/>
                <a:cxnLst/>
                <a:rect l="0" t="0" r="r" b="b"/>
                <a:pathLst>
                  <a:path w="2289600" h="1368000">
                    <a:moveTo>
                      <a:pt x="0" y="0"/>
                    </a:moveTo>
                    <a:cubicBezTo>
                      <a:pt x="864000" y="230400"/>
                      <a:pt x="1368000" y="1058400"/>
                      <a:pt x="2289600" y="1368000"/>
                    </a:cubicBezTo>
                  </a:path>
                </a:pathLst>
              </a:custGeom>
              <a:noFill/>
              <a:ln w="144000" cap="flat">
                <a:solidFill>
                  <a:srgbClr val="FFFFFF"/>
                </a:solidFill>
              </a:ln>
              <a:effectLst/>
            </p:spPr>
          </p:sp>
          <p:sp>
            <p:nvSpPr>
              <p:cNvPr id="308" name="SCHEM_path-0306"/>
              <p:cNvSpPr/>
              <p:nvPr/>
            </p:nvSpPr>
            <p:spPr>
              <a:xfrm>
                <a:off x="8920800" y="4039200"/>
                <a:ext cx="2332800" cy="1137600"/>
              </a:xfrm>
              <a:custGeom>
                <a:avLst/>
                <a:gdLst/>
                <a:ahLst/>
                <a:cxnLst/>
                <a:rect l="0" t="0" r="r" b="b"/>
                <a:pathLst>
                  <a:path w="2332800" h="1137600">
                    <a:moveTo>
                      <a:pt x="0" y="1101600"/>
                    </a:moveTo>
                    <a:cubicBezTo>
                      <a:pt x="871200" y="561600"/>
                      <a:pt x="1591200" y="1137600"/>
                      <a:pt x="2332800" y="0"/>
                    </a:cubicBezTo>
                  </a:path>
                </a:pathLst>
              </a:custGeom>
              <a:noFill/>
              <a:ln w="172800" cap="flat">
                <a:solidFill>
                  <a:srgbClr val="8C8C8C"/>
                </a:solidFill>
              </a:ln>
              <a:effectLst/>
            </p:spPr>
          </p:sp>
          <p:sp>
            <p:nvSpPr>
              <p:cNvPr id="309" name="SCHEM_path-0307"/>
              <p:cNvSpPr/>
              <p:nvPr/>
            </p:nvSpPr>
            <p:spPr>
              <a:xfrm>
                <a:off x="8920800" y="4039200"/>
                <a:ext cx="2332800" cy="1137600"/>
              </a:xfrm>
              <a:custGeom>
                <a:avLst/>
                <a:gdLst/>
                <a:ahLst/>
                <a:cxnLst/>
                <a:rect l="0" t="0" r="r" b="b"/>
                <a:pathLst>
                  <a:path w="2332800" h="1137600">
                    <a:moveTo>
                      <a:pt x="0" y="1101600"/>
                    </a:moveTo>
                    <a:cubicBezTo>
                      <a:pt x="871200" y="561600"/>
                      <a:pt x="1591200" y="1137600"/>
                      <a:pt x="2332800" y="0"/>
                    </a:cubicBezTo>
                  </a:path>
                </a:pathLst>
              </a:custGeom>
              <a:noFill/>
              <a:ln w="144000" cap="flat">
                <a:solidFill>
                  <a:srgbClr val="FFFFFF"/>
                </a:solidFill>
              </a:ln>
              <a:effectLst/>
            </p:spPr>
          </p:sp>
          <p:sp>
            <p:nvSpPr>
              <p:cNvPr id="310" name="SCHEM_path-0308"/>
              <p:cNvSpPr/>
              <p:nvPr/>
            </p:nvSpPr>
            <p:spPr>
              <a:xfrm>
                <a:off x="9504000" y="3859200"/>
                <a:ext cx="828000" cy="1476000"/>
              </a:xfrm>
              <a:custGeom>
                <a:avLst/>
                <a:gdLst/>
                <a:ahLst/>
                <a:cxnLst/>
                <a:rect l="0" t="0" r="r" b="b"/>
                <a:pathLst>
                  <a:path w="828000" h="1476000">
                    <a:moveTo>
                      <a:pt x="828000" y="0"/>
                    </a:moveTo>
                    <a:cubicBezTo>
                      <a:pt x="792000" y="532800"/>
                      <a:pt x="453600" y="1000800"/>
                      <a:pt x="0" y="1476000"/>
                    </a:cubicBezTo>
                  </a:path>
                </a:pathLst>
              </a:custGeom>
              <a:noFill/>
              <a:ln w="172800" cap="flat">
                <a:solidFill>
                  <a:srgbClr val="8C8C8C"/>
                </a:solidFill>
              </a:ln>
              <a:effectLst/>
            </p:spPr>
          </p:sp>
          <p:sp>
            <p:nvSpPr>
              <p:cNvPr id="311" name="SCHEM_path-0309"/>
              <p:cNvSpPr/>
              <p:nvPr/>
            </p:nvSpPr>
            <p:spPr>
              <a:xfrm>
                <a:off x="9504000" y="3859200"/>
                <a:ext cx="828000" cy="1476000"/>
              </a:xfrm>
              <a:custGeom>
                <a:avLst/>
                <a:gdLst/>
                <a:ahLst/>
                <a:cxnLst/>
                <a:rect l="0" t="0" r="r" b="b"/>
                <a:pathLst>
                  <a:path w="828000" h="1476000">
                    <a:moveTo>
                      <a:pt x="828000" y="0"/>
                    </a:moveTo>
                    <a:cubicBezTo>
                      <a:pt x="792000" y="532800"/>
                      <a:pt x="453600" y="1000800"/>
                      <a:pt x="0" y="1476000"/>
                    </a:cubicBezTo>
                  </a:path>
                </a:pathLst>
              </a:custGeom>
              <a:noFill/>
              <a:ln w="144000" cap="flat">
                <a:solidFill>
                  <a:srgbClr val="FFFFFF"/>
                </a:solidFill>
              </a:ln>
              <a:effectLst/>
            </p:spPr>
          </p:sp>
          <p:sp>
            <p:nvSpPr>
              <p:cNvPr id="312" name="SCHEM_path-0310"/>
              <p:cNvSpPr/>
              <p:nvPr/>
            </p:nvSpPr>
            <p:spPr>
              <a:xfrm>
                <a:off x="8906400" y="4118400"/>
                <a:ext cx="2347200" cy="345600"/>
              </a:xfrm>
              <a:custGeom>
                <a:avLst/>
                <a:gdLst/>
                <a:ahLst/>
                <a:cxnLst/>
                <a:rect l="0" t="0" r="r" b="b"/>
                <a:pathLst>
                  <a:path w="2347200" h="345600">
                    <a:moveTo>
                      <a:pt x="0" y="43200"/>
                    </a:moveTo>
                    <a:cubicBezTo>
                      <a:pt x="1029600" y="0"/>
                      <a:pt x="1706400" y="187200"/>
                      <a:pt x="2347200" y="345600"/>
                    </a:cubicBezTo>
                  </a:path>
                </a:pathLst>
              </a:custGeom>
              <a:noFill/>
              <a:ln w="172800" cap="flat">
                <a:solidFill>
                  <a:srgbClr val="8C8C8C"/>
                </a:solidFill>
              </a:ln>
              <a:effectLst/>
            </p:spPr>
          </p:sp>
          <p:sp>
            <p:nvSpPr>
              <p:cNvPr id="313" name="SCHEM_path-0311"/>
              <p:cNvSpPr/>
              <p:nvPr/>
            </p:nvSpPr>
            <p:spPr>
              <a:xfrm>
                <a:off x="8906400" y="4118400"/>
                <a:ext cx="2347200" cy="345600"/>
              </a:xfrm>
              <a:custGeom>
                <a:avLst/>
                <a:gdLst/>
                <a:ahLst/>
                <a:cxnLst/>
                <a:rect l="0" t="0" r="r" b="b"/>
                <a:pathLst>
                  <a:path w="2347200" h="345600">
                    <a:moveTo>
                      <a:pt x="0" y="43200"/>
                    </a:moveTo>
                    <a:cubicBezTo>
                      <a:pt x="1029600" y="0"/>
                      <a:pt x="1706400" y="187200"/>
                      <a:pt x="2347200" y="345600"/>
                    </a:cubicBezTo>
                  </a:path>
                </a:pathLst>
              </a:custGeom>
              <a:noFill/>
              <a:ln w="144000" cap="flat">
                <a:solidFill>
                  <a:srgbClr val="FFFFFF"/>
                </a:solidFill>
              </a:ln>
              <a:effectLst/>
            </p:spPr>
          </p:sp>
          <p:sp>
            <p:nvSpPr>
              <p:cNvPr id="314" name="SCHEM_path-0312"/>
              <p:cNvSpPr/>
              <p:nvPr/>
            </p:nvSpPr>
            <p:spPr>
              <a:xfrm>
                <a:off x="8928000" y="3873600"/>
                <a:ext cx="2304000" cy="950400"/>
              </a:xfrm>
              <a:custGeom>
                <a:avLst/>
                <a:gdLst/>
                <a:ahLst/>
                <a:cxnLst/>
                <a:rect l="0" t="0" r="r" b="b"/>
                <a:pathLst>
                  <a:path w="2304000" h="950400">
                    <a:moveTo>
                      <a:pt x="0" y="806400"/>
                    </a:moveTo>
                    <a:cubicBezTo>
                      <a:pt x="972000" y="950400"/>
                      <a:pt x="1512000" y="86400"/>
                      <a:pt x="2304000" y="0"/>
                    </a:cubicBezTo>
                  </a:path>
                </a:pathLst>
              </a:custGeom>
              <a:noFill/>
              <a:ln w="172800" cap="flat">
                <a:solidFill>
                  <a:srgbClr val="8C8C8C"/>
                </a:solidFill>
              </a:ln>
              <a:effectLst/>
            </p:spPr>
          </p:sp>
          <p:sp>
            <p:nvSpPr>
              <p:cNvPr id="315" name="SCHEM_path-0313"/>
              <p:cNvSpPr/>
              <p:nvPr/>
            </p:nvSpPr>
            <p:spPr>
              <a:xfrm>
                <a:off x="8928000" y="3873600"/>
                <a:ext cx="2304000" cy="950400"/>
              </a:xfrm>
              <a:custGeom>
                <a:avLst/>
                <a:gdLst/>
                <a:ahLst/>
                <a:cxnLst/>
                <a:rect l="0" t="0" r="r" b="b"/>
                <a:pathLst>
                  <a:path w="2304000" h="950400">
                    <a:moveTo>
                      <a:pt x="0" y="806400"/>
                    </a:moveTo>
                    <a:cubicBezTo>
                      <a:pt x="972000" y="950400"/>
                      <a:pt x="1512000" y="86400"/>
                      <a:pt x="2304000" y="0"/>
                    </a:cubicBezTo>
                  </a:path>
                </a:pathLst>
              </a:custGeom>
              <a:noFill/>
              <a:ln w="144000" cap="flat">
                <a:solidFill>
                  <a:srgbClr val="FFFFFF"/>
                </a:solidFill>
              </a:ln>
              <a:effectLst/>
            </p:spPr>
          </p:sp>
        </p:grpSp>
        <p:sp>
          <p:nvSpPr>
            <p:cNvPr id="316" name="SCHEM_rect-0314"/>
            <p:cNvSpPr/>
            <p:nvPr/>
          </p:nvSpPr>
          <p:spPr>
            <a:xfrm>
              <a:off x="7200000" y="4442400"/>
              <a:ext cx="540000" cy="504000"/>
            </a:xfrm>
            <a:prstGeom prst="rect">
              <a:avLst/>
            </a:prstGeom>
            <a:noFill/>
            <a:ln w="10800" cap="flat">
              <a:solidFill>
                <a:srgbClr val="292929"/>
              </a:solidFill>
              <a:prstDash val="dash"/>
            </a:ln>
            <a:effectLst/>
          </p:spPr>
        </p:sp>
        <p:cxnSp>
          <p:nvCxnSpPr>
            <p:cNvPr id="317" name="SCHEM_line-0315"/>
            <p:cNvCxnSpPr/>
            <p:nvPr/>
          </p:nvCxnSpPr>
          <p:spPr>
            <a:xfrm flipV="1">
              <a:off x="7740000" y="3837600"/>
              <a:ext cx="1137600" cy="604800"/>
            </a:xfrm>
            <a:prstGeom prst="line">
              <a:avLst/>
            </a:prstGeom>
            <a:noFill/>
            <a:ln w="10800" cap="flat">
              <a:solidFill>
                <a:srgbClr val="292929"/>
              </a:solidFill>
              <a:prstDash val="dash"/>
            </a:ln>
            <a:effectLst/>
          </p:spPr>
        </p:cxnSp>
        <p:cxnSp>
          <p:nvCxnSpPr>
            <p:cNvPr id="318" name="SCHEM_line-0316"/>
            <p:cNvCxnSpPr/>
            <p:nvPr/>
          </p:nvCxnSpPr>
          <p:spPr>
            <a:xfrm>
              <a:off x="7740000" y="4946400"/>
              <a:ext cx="1137600" cy="410400"/>
            </a:xfrm>
            <a:prstGeom prst="line">
              <a:avLst/>
            </a:prstGeom>
            <a:noFill/>
            <a:ln w="10800" cap="flat">
              <a:solidFill>
                <a:srgbClr val="292929"/>
              </a:solidFill>
              <a:prstDash val="dash"/>
            </a:ln>
            <a:effectLst/>
          </p:spPr>
        </p:cxnSp>
        <p:cxnSp>
          <p:nvCxnSpPr>
            <p:cNvPr id="319" name="SCHEM_line-0317"/>
            <p:cNvCxnSpPr/>
            <p:nvPr/>
          </p:nvCxnSpPr>
          <p:spPr>
            <a:xfrm flipV="1">
              <a:off x="705600" y="4788000"/>
              <a:ext cx="331200" cy="6696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320" name="SCHEM_ellipse-0318"/>
            <p:cNvSpPr/>
            <p:nvPr/>
          </p:nvSpPr>
          <p:spPr>
            <a:xfrm>
              <a:off x="1015200" y="47664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321" name="SCHEM_text-0319"/>
            <p:cNvSpPr txBox="1"/>
            <p:nvPr/>
          </p:nvSpPr>
          <p:spPr>
            <a:xfrm>
              <a:off x="302400" y="5493600"/>
              <a:ext cx="2124000" cy="522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POM fibers</a:t>
              </a:r>
              <a:endParaRPr lang="en-US" sz="1417"/>
            </a:p>
            <a:p>
              <a:pPr algn="ctr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(polyoxymethylene)</a:t>
              </a:r>
              <a:endParaRPr lang="en-US" sz="1417"/>
            </a:p>
          </p:txBody>
        </p:sp>
        <p:cxnSp>
          <p:nvCxnSpPr>
            <p:cNvPr id="322" name="SCHEM_line-0320"/>
            <p:cNvCxnSpPr/>
            <p:nvPr/>
          </p:nvCxnSpPr>
          <p:spPr>
            <a:xfrm flipV="1">
              <a:off x="3571200" y="4975200"/>
              <a:ext cx="244800" cy="4752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323" name="SCHEM_ellipse-0321"/>
            <p:cNvSpPr/>
            <p:nvPr/>
          </p:nvSpPr>
          <p:spPr>
            <a:xfrm>
              <a:off x="3794400" y="49536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324" name="SCHEM_text-0322"/>
            <p:cNvSpPr txBox="1"/>
            <p:nvPr/>
          </p:nvSpPr>
          <p:spPr>
            <a:xfrm>
              <a:off x="2786400" y="5493600"/>
              <a:ext cx="2376000" cy="522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PTFE particles</a:t>
              </a:r>
              <a:endParaRPr lang="en-US" sz="1417"/>
            </a:p>
            <a:p>
              <a:pPr algn="ctr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(polytetrafluoroethylene)</a:t>
              </a:r>
              <a:endParaRPr lang="en-US" sz="1417"/>
            </a:p>
          </p:txBody>
        </p:sp>
        <p:cxnSp>
          <p:nvCxnSpPr>
            <p:cNvPr id="325" name="SCHEM_line-0323"/>
            <p:cNvCxnSpPr/>
            <p:nvPr/>
          </p:nvCxnSpPr>
          <p:spPr>
            <a:xfrm flipH="1" flipV="1">
              <a:off x="5673600" y="5191200"/>
              <a:ext cx="280800" cy="2808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326" name="SCHEM_ellipse-0324"/>
            <p:cNvSpPr/>
            <p:nvPr/>
          </p:nvSpPr>
          <p:spPr>
            <a:xfrm>
              <a:off x="5652000" y="51696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327" name="SCHEM_text-0325"/>
            <p:cNvSpPr txBox="1"/>
            <p:nvPr/>
          </p:nvSpPr>
          <p:spPr>
            <a:xfrm>
              <a:off x="5306400" y="5508000"/>
              <a:ext cx="1944000" cy="522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Aluminum reflector</a:t>
              </a:r>
              <a:endParaRPr lang="en-US" sz="1417"/>
            </a:p>
            <a:p>
              <a:pPr algn="ctr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(foil)</a:t>
              </a:r>
              <a:endParaRPr lang="en-US" sz="1417"/>
            </a:p>
          </p:txBody>
        </p:sp>
        <p:cxnSp>
          <p:nvCxnSpPr>
            <p:cNvPr id="328" name="SCHEM_line-0326"/>
            <p:cNvCxnSpPr/>
            <p:nvPr/>
          </p:nvCxnSpPr>
          <p:spPr>
            <a:xfrm flipV="1">
              <a:off x="9273600" y="4874400"/>
              <a:ext cx="201600" cy="6264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329" name="SCHEM_ellipse-0327"/>
            <p:cNvSpPr/>
            <p:nvPr/>
          </p:nvSpPr>
          <p:spPr>
            <a:xfrm>
              <a:off x="9453600" y="48528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330" name="SCHEM_text-0328"/>
            <p:cNvSpPr txBox="1"/>
            <p:nvPr/>
          </p:nvSpPr>
          <p:spPr>
            <a:xfrm>
              <a:off x="8812800" y="5515200"/>
              <a:ext cx="1404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POM fiber</a:t>
              </a:r>
              <a:endParaRPr lang="en-US" sz="1361"/>
            </a:p>
          </p:txBody>
        </p:sp>
        <p:cxnSp>
          <p:nvCxnSpPr>
            <p:cNvPr id="331" name="SCHEM_line-0329"/>
            <p:cNvCxnSpPr/>
            <p:nvPr/>
          </p:nvCxnSpPr>
          <p:spPr>
            <a:xfrm flipV="1">
              <a:off x="10533600" y="4845600"/>
              <a:ext cx="100800" cy="6552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332" name="SCHEM_ellipse-0330"/>
            <p:cNvSpPr/>
            <p:nvPr/>
          </p:nvSpPr>
          <p:spPr>
            <a:xfrm>
              <a:off x="10612800" y="48240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333" name="SCHEM_text-0331"/>
            <p:cNvSpPr txBox="1"/>
            <p:nvPr/>
          </p:nvSpPr>
          <p:spPr>
            <a:xfrm>
              <a:off x="10152000" y="5515200"/>
              <a:ext cx="1296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PTFE particle</a:t>
              </a:r>
              <a:endParaRPr lang="en-US" sz="1361"/>
            </a:p>
          </p:txBody>
        </p:sp>
        <p:sp>
          <p:nvSpPr>
            <p:cNvPr id="334" name="SCHEM_text-0332"/>
            <p:cNvSpPr txBox="1"/>
            <p:nvPr/>
          </p:nvSpPr>
          <p:spPr>
            <a:xfrm>
              <a:off x="180000" y="6228000"/>
              <a:ext cx="2016000" cy="2304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Not to scale.</a:t>
              </a:r>
              <a:endParaRPr lang="en-US" sz="1134"/>
            </a:p>
          </p:txBody>
        </p:sp>
        <p:sp>
          <p:nvSpPr>
            <p:cNvPr id="335" name="SCHEM_text-0333"/>
            <p:cNvSpPr txBox="1"/>
            <p:nvPr/>
          </p:nvSpPr>
          <p:spPr>
            <a:xfrm>
              <a:off x="5904000" y="6256800"/>
              <a:ext cx="5436000" cy="2109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r">
                <a:buNone/>
              </a:pPr>
              <a:r>
                <a:rPr lang="en-US" sz="1020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Wu et al., Nature Communications (2024), doi:10.1038/s41467-024-45095-4.</a:t>
              </a:r>
              <a:endParaRPr lang="en-US" sz="102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  <p:grpSp>
        <p:nvGrpSpPr>
          <p:cNvPr id="2" name="SCHEM_figure"/>
          <p:cNvGrpSpPr/>
          <p:nvPr/>
        </p:nvGrpSpPr>
        <p:grpSpPr>
          <a:xfrm>
            <a:off x="180000" y="237600"/>
            <a:ext cx="11304000" cy="6220800"/>
            <a:chOff x="180000" y="237600"/>
            <a:chExt cx="11304000" cy="6220800"/>
          </a:xfrm>
        </p:grpSpPr>
        <p:grpSp>
          <p:nvGrpSpPr>
            <p:cNvPr id="3" name="SCHEM_pneumatic-circuit"/>
            <p:cNvGrpSpPr/>
            <p:nvPr/>
          </p:nvGrpSpPr>
          <p:grpSpPr>
            <a:xfrm>
              <a:off x="525600" y="237600"/>
              <a:ext cx="10605600" cy="2692800"/>
              <a:chOff x="525600" y="237600"/>
              <a:chExt cx="10605600" cy="2692800"/>
            </a:xfrm>
          </p:grpSpPr>
          <p:sp>
            <p:nvSpPr>
              <p:cNvPr id="4" name="SCHEM_path-0002"/>
              <p:cNvSpPr/>
              <p:nvPr/>
            </p:nvSpPr>
            <p:spPr>
              <a:xfrm>
                <a:off x="2448000" y="1152000"/>
                <a:ext cx="5040000" cy="1"/>
              </a:xfrm>
              <a:custGeom>
                <a:avLst/>
                <a:gdLst/>
                <a:ahLst/>
                <a:cxnLst/>
                <a:rect l="0" t="0" r="r" b="b"/>
                <a:pathLst>
                  <a:path w="5040000" h="1">
                    <a:moveTo>
                      <a:pt x="0" y="0"/>
                    </a:moveTo>
                    <a:lnTo>
                      <a:pt x="5040000" y="0"/>
                    </a:lnTo>
                  </a:path>
                </a:pathLst>
              </a:custGeom>
              <a:noFill/>
              <a:ln w="86400" cap="flat">
                <a:solidFill>
                  <a:srgbClr val="292929"/>
                </a:solidFill>
              </a:ln>
              <a:effectLst/>
            </p:spPr>
          </p:sp>
          <p:sp>
            <p:nvSpPr>
              <p:cNvPr id="5" name="SCHEM_path-0003"/>
              <p:cNvSpPr/>
              <p:nvPr/>
            </p:nvSpPr>
            <p:spPr>
              <a:xfrm>
                <a:off x="2448000" y="1152000"/>
                <a:ext cx="5040000" cy="1"/>
              </a:xfrm>
              <a:custGeom>
                <a:avLst/>
                <a:gdLst/>
                <a:ahLst/>
                <a:cxnLst/>
                <a:rect l="0" t="0" r="r" b="b"/>
                <a:pathLst>
                  <a:path w="5040000" h="1">
                    <a:moveTo>
                      <a:pt x="0" y="0"/>
                    </a:moveTo>
                    <a:lnTo>
                      <a:pt x="5040000" y="0"/>
                    </a:lnTo>
                  </a:path>
                </a:pathLst>
              </a:custGeom>
              <a:noFill/>
              <a:ln w="72000" cap="flat">
                <a:solidFill>
                  <a:srgbClr val="6CB9DF"/>
                </a:solidFill>
              </a:ln>
              <a:effectLst/>
            </p:spPr>
          </p:sp>
          <p:sp>
            <p:nvSpPr>
              <p:cNvPr id="6" name="SCHEM_path-0004"/>
              <p:cNvSpPr/>
              <p:nvPr/>
            </p:nvSpPr>
            <p:spPr>
              <a:xfrm>
                <a:off x="5925600" y="1152000"/>
                <a:ext cx="1" cy="1188000"/>
              </a:xfrm>
              <a:custGeom>
                <a:avLst/>
                <a:gdLst/>
                <a:ahLst/>
                <a:cxnLst/>
                <a:rect l="0" t="0" r="r" b="b"/>
                <a:pathLst>
                  <a:path w="1" h="1188000">
                    <a:moveTo>
                      <a:pt x="0" y="0"/>
                    </a:moveTo>
                    <a:lnTo>
                      <a:pt x="0" y="1188000"/>
                    </a:lnTo>
                  </a:path>
                </a:pathLst>
              </a:custGeom>
              <a:noFill/>
              <a:ln w="93600" cap="flat">
                <a:solidFill>
                  <a:srgbClr val="292929"/>
                </a:solidFill>
              </a:ln>
              <a:effectLst/>
            </p:spPr>
          </p:sp>
          <p:sp>
            <p:nvSpPr>
              <p:cNvPr id="7" name="SCHEM_path-0005"/>
              <p:cNvSpPr/>
              <p:nvPr/>
            </p:nvSpPr>
            <p:spPr>
              <a:xfrm>
                <a:off x="5925600" y="1152000"/>
                <a:ext cx="1" cy="1188000"/>
              </a:xfrm>
              <a:custGeom>
                <a:avLst/>
                <a:gdLst/>
                <a:ahLst/>
                <a:cxnLst/>
                <a:rect l="0" t="0" r="r" b="b"/>
                <a:pathLst>
                  <a:path w="1" h="1188000">
                    <a:moveTo>
                      <a:pt x="0" y="0"/>
                    </a:moveTo>
                    <a:lnTo>
                      <a:pt x="0" y="1188000"/>
                    </a:lnTo>
                  </a:path>
                </a:pathLst>
              </a:custGeom>
              <a:noFill/>
              <a:ln w="79200" cap="flat">
                <a:solidFill>
                  <a:srgbClr val="6CB9DF"/>
                </a:solidFill>
              </a:ln>
              <a:effectLst/>
            </p:spPr>
          </p:sp>
          <p:sp>
            <p:nvSpPr>
              <p:cNvPr id="8" name="SCHEM_path-0006"/>
              <p:cNvSpPr/>
              <p:nvPr/>
            </p:nvSpPr>
            <p:spPr>
              <a:xfrm>
                <a:off x="612000" y="756000"/>
                <a:ext cx="1864800" cy="792000"/>
              </a:xfrm>
              <a:custGeom>
                <a:avLst/>
                <a:gdLst/>
                <a:ahLst/>
                <a:cxnLst/>
                <a:rect l="0" t="0" r="r" b="b"/>
                <a:pathLst>
                  <a:path w="1864800" h="792000">
                    <a:moveTo>
                      <a:pt x="0" y="381600"/>
                    </a:moveTo>
                    <a:cubicBezTo>
                      <a:pt x="0" y="86400"/>
                      <a:pt x="144000" y="0"/>
                      <a:pt x="324000" y="0"/>
                    </a:cubicBezTo>
                    <a:lnTo>
                      <a:pt x="1519200" y="0"/>
                    </a:lnTo>
                    <a:cubicBezTo>
                      <a:pt x="1735200" y="0"/>
                      <a:pt x="1864800" y="115200"/>
                      <a:pt x="1864800" y="396000"/>
                    </a:cubicBezTo>
                    <a:cubicBezTo>
                      <a:pt x="1864800" y="648000"/>
                      <a:pt x="1728000" y="792000"/>
                      <a:pt x="1519200" y="792000"/>
                    </a:cubicBezTo>
                    <a:lnTo>
                      <a:pt x="324000" y="792000"/>
                    </a:lnTo>
                    <a:cubicBezTo>
                      <a:pt x="122400" y="792000"/>
                      <a:pt x="0" y="669600"/>
                      <a:pt x="0" y="3816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8CFDC"/>
                  </a:gs>
                  <a:gs pos="30000">
                    <a:srgbClr val="DFEBF0"/>
                  </a:gs>
                  <a:gs pos="60000">
                    <a:srgbClr val="8CAABD"/>
                  </a:gs>
                  <a:gs pos="100000">
                    <a:srgbClr val="A8C2D1"/>
                  </a:gs>
                </a:gsLst>
                <a:lin ang="5400000" scaled="1"/>
              </a:gradFill>
              <a:ln w="12240" cap="flat">
                <a:solidFill>
                  <a:srgbClr val="292929"/>
                </a:solidFill>
              </a:ln>
              <a:effectLst/>
            </p:spPr>
          </p:sp>
          <p:sp>
            <p:nvSpPr>
              <p:cNvPr id="9" name="SCHEM_rect-0007"/>
              <p:cNvSpPr/>
              <p:nvPr/>
            </p:nvSpPr>
            <p:spPr>
              <a:xfrm>
                <a:off x="561600" y="1058400"/>
                <a:ext cx="72000" cy="194400"/>
              </a:xfrm>
              <a:prstGeom prst="rect">
                <a:avLst/>
              </a:prstGeom>
              <a:solidFill>
                <a:srgbClr val="B9B9B9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" name="SCHEM_rect-0008"/>
              <p:cNvSpPr/>
              <p:nvPr/>
            </p:nvSpPr>
            <p:spPr>
              <a:xfrm>
                <a:off x="525600" y="1094400"/>
                <a:ext cx="36000" cy="122400"/>
              </a:xfrm>
              <a:prstGeom prst="rect">
                <a:avLst/>
              </a:prstGeom>
              <a:solidFill>
                <a:srgbClr val="E5E5E3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1" name="SCHEM_rect-0009"/>
              <p:cNvSpPr/>
              <p:nvPr/>
            </p:nvSpPr>
            <p:spPr>
              <a:xfrm>
                <a:off x="2455200" y="1058400"/>
                <a:ext cx="72000" cy="194400"/>
              </a:xfrm>
              <a:prstGeom prst="rect">
                <a:avLst/>
              </a:prstGeom>
              <a:solidFill>
                <a:srgbClr val="B9B9B9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2" name="SCHEM_rect-0010"/>
              <p:cNvSpPr/>
              <p:nvPr/>
            </p:nvSpPr>
            <p:spPr>
              <a:xfrm>
                <a:off x="2419200" y="1094400"/>
                <a:ext cx="36000" cy="122400"/>
              </a:xfrm>
              <a:prstGeom prst="rect">
                <a:avLst/>
              </a:prstGeom>
              <a:solidFill>
                <a:srgbClr val="E5E5E3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3" name="SCHEM_line-0011"/>
              <p:cNvCxnSpPr/>
              <p:nvPr/>
            </p:nvCxnSpPr>
            <p:spPr>
              <a:xfrm>
                <a:off x="907200" y="770400"/>
                <a:ext cx="1" cy="763200"/>
              </a:xfrm>
              <a:prstGeom prst="line">
                <a:avLst/>
              </a:prstGeom>
              <a:noFill/>
              <a:ln w="7200" cap="flat">
                <a:solidFill>
                  <a:srgbClr val="657D89"/>
                </a:solidFill>
              </a:ln>
              <a:effectLst/>
            </p:spPr>
          </p:cxnSp>
          <p:cxnSp>
            <p:nvCxnSpPr>
              <p:cNvPr id="14" name="SCHEM_line-0012"/>
              <p:cNvCxnSpPr/>
              <p:nvPr/>
            </p:nvCxnSpPr>
            <p:spPr>
              <a:xfrm>
                <a:off x="2174400" y="770400"/>
                <a:ext cx="1" cy="763200"/>
              </a:xfrm>
              <a:prstGeom prst="line">
                <a:avLst/>
              </a:prstGeom>
              <a:noFill/>
              <a:ln w="7200" cap="flat">
                <a:solidFill>
                  <a:srgbClr val="657D89"/>
                </a:solidFill>
              </a:ln>
              <a:effectLst/>
            </p:spPr>
          </p:cxnSp>
          <p:sp>
            <p:nvSpPr>
              <p:cNvPr id="15" name="SCHEM_polygon-0013"/>
              <p:cNvSpPr/>
              <p:nvPr/>
            </p:nvSpPr>
            <p:spPr>
              <a:xfrm>
                <a:off x="914400" y="1548000"/>
                <a:ext cx="136800" cy="115200"/>
              </a:xfrm>
              <a:custGeom>
                <a:avLst/>
                <a:gdLst/>
                <a:ahLst/>
                <a:cxnLst/>
                <a:rect l="0" t="0" r="r" b="b"/>
                <a:pathLst>
                  <a:path w="136800" h="115200">
                    <a:moveTo>
                      <a:pt x="7200" y="0"/>
                    </a:moveTo>
                    <a:lnTo>
                      <a:pt x="136800" y="0"/>
                    </a:lnTo>
                    <a:lnTo>
                      <a:pt x="93600" y="115200"/>
                    </a:lnTo>
                    <a:lnTo>
                      <a:pt x="0" y="115200"/>
                    </a:lnTo>
                    <a:close/>
                  </a:path>
                </a:pathLst>
              </a:custGeom>
              <a:solidFill>
                <a:srgbClr val="757E80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6" name="SCHEM_polygon-0014"/>
              <p:cNvSpPr/>
              <p:nvPr/>
            </p:nvSpPr>
            <p:spPr>
              <a:xfrm>
                <a:off x="2059200" y="1548000"/>
                <a:ext cx="151200" cy="115200"/>
              </a:xfrm>
              <a:custGeom>
                <a:avLst/>
                <a:gdLst/>
                <a:ahLst/>
                <a:cxnLst/>
                <a:rect l="0" t="0" r="r" b="b"/>
                <a:pathLst>
                  <a:path w="151200" h="115200">
                    <a:moveTo>
                      <a:pt x="0" y="0"/>
                    </a:moveTo>
                    <a:lnTo>
                      <a:pt x="115200" y="0"/>
                    </a:lnTo>
                    <a:lnTo>
                      <a:pt x="151200" y="115200"/>
                    </a:lnTo>
                    <a:lnTo>
                      <a:pt x="28800" y="115200"/>
                    </a:lnTo>
                    <a:close/>
                  </a:path>
                </a:pathLst>
              </a:custGeom>
              <a:solidFill>
                <a:srgbClr val="757E80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7" name="SCHEM_rect-0015"/>
              <p:cNvSpPr/>
              <p:nvPr/>
            </p:nvSpPr>
            <p:spPr>
              <a:xfrm>
                <a:off x="1267200" y="626400"/>
                <a:ext cx="86400" cy="129600"/>
              </a:xfrm>
              <a:prstGeom prst="rect">
                <a:avLst/>
              </a:prstGeom>
              <a:solidFill>
                <a:srgbClr val="B7B7B3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8" name="SCHEM_rect-0016"/>
              <p:cNvSpPr/>
              <p:nvPr/>
            </p:nvSpPr>
            <p:spPr>
              <a:xfrm>
                <a:off x="1605600" y="662400"/>
                <a:ext cx="72000" cy="93600"/>
              </a:xfrm>
              <a:prstGeom prst="rect">
                <a:avLst/>
              </a:prstGeom>
              <a:solidFill>
                <a:srgbClr val="ADADAA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9" name="SCHEM_rect-0017"/>
              <p:cNvSpPr/>
              <p:nvPr/>
            </p:nvSpPr>
            <p:spPr>
              <a:xfrm>
                <a:off x="1540800" y="626400"/>
                <a:ext cx="208800" cy="50400"/>
              </a:xfrm>
              <a:prstGeom prst="rect">
                <a:avLst/>
              </a:prstGeom>
              <a:solidFill>
                <a:srgbClr val="D0D0CB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20" name="SCHEM_ellipse-0018"/>
              <p:cNvSpPr/>
              <p:nvPr/>
            </p:nvSpPr>
            <p:spPr>
              <a:xfrm>
                <a:off x="1108800" y="237600"/>
                <a:ext cx="403200" cy="410400"/>
              </a:xfrm>
              <a:prstGeom prst="ellipse">
                <a:avLst/>
              </a:prstGeom>
              <a:solidFill>
                <a:srgbClr val="EEEEEB"/>
              </a:solidFill>
              <a:ln w="12240" cap="flat">
                <a:solidFill>
                  <a:srgbClr val="292929"/>
                </a:solidFill>
              </a:ln>
              <a:effectLst/>
            </p:spPr>
          </p:sp>
          <p:sp>
            <p:nvSpPr>
              <p:cNvPr id="21" name="SCHEM_ellipse-0019"/>
              <p:cNvSpPr/>
              <p:nvPr/>
            </p:nvSpPr>
            <p:spPr>
              <a:xfrm>
                <a:off x="1144800" y="273600"/>
                <a:ext cx="331200" cy="338400"/>
              </a:xfrm>
              <a:prstGeom prst="ellipse">
                <a:avLst/>
              </a:prstGeom>
              <a:solidFill>
                <a:srgbClr val="FFFFFF"/>
              </a:solidFill>
              <a:ln w="5760" cap="flat">
                <a:solidFill>
                  <a:srgbClr val="7B7B77"/>
                </a:solidFill>
              </a:ln>
              <a:effectLst/>
            </p:spPr>
          </p:sp>
          <p:cxnSp>
            <p:nvCxnSpPr>
              <p:cNvPr id="22" name="SCHEM_line-0020"/>
              <p:cNvCxnSpPr/>
              <p:nvPr/>
            </p:nvCxnSpPr>
            <p:spPr>
              <a:xfrm flipV="1">
                <a:off x="1189059" y="522505"/>
                <a:ext cx="22062" cy="18512"/>
              </a:xfrm>
              <a:prstGeom prst="line">
                <a:avLst/>
              </a:prstGeom>
              <a:noFill/>
              <a:ln w="64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3" name="SCHEM_line-0021"/>
              <p:cNvCxnSpPr/>
              <p:nvPr/>
            </p:nvCxnSpPr>
            <p:spPr>
              <a:xfrm flipV="1">
                <a:off x="1164592" y="489839"/>
                <a:ext cx="26511" cy="11253"/>
              </a:xfrm>
              <a:prstGeom prst="line">
                <a:avLst/>
              </a:prstGeom>
              <a:noFill/>
              <a:ln w="64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4" name="SCHEM_line-0022"/>
              <p:cNvCxnSpPr/>
              <p:nvPr/>
            </p:nvCxnSpPr>
            <p:spPr>
              <a:xfrm flipV="1">
                <a:off x="1152868" y="452747"/>
                <a:ext cx="28642" cy="3010"/>
              </a:xfrm>
              <a:prstGeom prst="line">
                <a:avLst/>
              </a:prstGeom>
              <a:noFill/>
              <a:ln w="64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5" name="SCHEM_line-0023"/>
              <p:cNvCxnSpPr/>
              <p:nvPr/>
            </p:nvCxnSpPr>
            <p:spPr>
              <a:xfrm>
                <a:off x="1154910" y="408976"/>
                <a:ext cx="28271" cy="5495"/>
              </a:xfrm>
              <a:prstGeom prst="line">
                <a:avLst/>
              </a:prstGeom>
              <a:noFill/>
              <a:ln w="64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6" name="SCHEM_line-0024"/>
              <p:cNvCxnSpPr/>
              <p:nvPr/>
            </p:nvCxnSpPr>
            <p:spPr>
              <a:xfrm>
                <a:off x="1170541" y="364836"/>
                <a:ext cx="25429" cy="13521"/>
              </a:xfrm>
              <a:prstGeom prst="line">
                <a:avLst/>
              </a:prstGeom>
              <a:noFill/>
              <a:ln w="64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7" name="SCHEM_line-0025"/>
              <p:cNvCxnSpPr/>
              <p:nvPr/>
            </p:nvCxnSpPr>
            <p:spPr>
              <a:xfrm>
                <a:off x="1198394" y="327194"/>
                <a:ext cx="20365" cy="20365"/>
              </a:xfrm>
              <a:prstGeom prst="line">
                <a:avLst/>
              </a:prstGeom>
              <a:noFill/>
              <a:ln w="64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8" name="SCHEM_line-0026"/>
              <p:cNvCxnSpPr/>
              <p:nvPr/>
            </p:nvCxnSpPr>
            <p:spPr>
              <a:xfrm>
                <a:off x="1236036" y="299341"/>
                <a:ext cx="13521" cy="25429"/>
              </a:xfrm>
              <a:prstGeom prst="line">
                <a:avLst/>
              </a:prstGeom>
              <a:noFill/>
              <a:ln w="64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9" name="SCHEM_line-0027"/>
              <p:cNvCxnSpPr/>
              <p:nvPr/>
            </p:nvCxnSpPr>
            <p:spPr>
              <a:xfrm>
                <a:off x="1280176" y="283710"/>
                <a:ext cx="5495" cy="28271"/>
              </a:xfrm>
              <a:prstGeom prst="line">
                <a:avLst/>
              </a:prstGeom>
              <a:noFill/>
              <a:ln w="64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30" name="SCHEM_line-0028"/>
              <p:cNvCxnSpPr/>
              <p:nvPr/>
            </p:nvCxnSpPr>
            <p:spPr>
              <a:xfrm flipH="1">
                <a:off x="1323947" y="281668"/>
                <a:ext cx="3010" cy="28642"/>
              </a:xfrm>
              <a:prstGeom prst="line">
                <a:avLst/>
              </a:prstGeom>
              <a:noFill/>
              <a:ln w="64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31" name="SCHEM_line-0029"/>
              <p:cNvCxnSpPr/>
              <p:nvPr/>
            </p:nvCxnSpPr>
            <p:spPr>
              <a:xfrm flipH="1">
                <a:off x="1361039" y="293392"/>
                <a:ext cx="11253" cy="26511"/>
              </a:xfrm>
              <a:prstGeom prst="line">
                <a:avLst/>
              </a:prstGeom>
              <a:noFill/>
              <a:ln w="64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32" name="SCHEM_line-0030"/>
              <p:cNvCxnSpPr/>
              <p:nvPr/>
            </p:nvCxnSpPr>
            <p:spPr>
              <a:xfrm flipH="1">
                <a:off x="1393705" y="317859"/>
                <a:ext cx="18512" cy="22062"/>
              </a:xfrm>
              <a:prstGeom prst="line">
                <a:avLst/>
              </a:prstGeom>
              <a:noFill/>
              <a:ln w="64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33" name="SCHEM_line-0031"/>
              <p:cNvCxnSpPr/>
              <p:nvPr/>
            </p:nvCxnSpPr>
            <p:spPr>
              <a:xfrm flipH="1">
                <a:off x="1419092" y="352929"/>
                <a:ext cx="24154" cy="15686"/>
              </a:xfrm>
              <a:prstGeom prst="line">
                <a:avLst/>
              </a:prstGeom>
              <a:noFill/>
              <a:ln w="64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34" name="SCHEM_line-0032"/>
              <p:cNvCxnSpPr/>
              <p:nvPr/>
            </p:nvCxnSpPr>
            <p:spPr>
              <a:xfrm flipH="1">
                <a:off x="1434980" y="395539"/>
                <a:ext cx="27684" cy="7938"/>
              </a:xfrm>
              <a:prstGeom prst="line">
                <a:avLst/>
              </a:prstGeom>
              <a:noFill/>
              <a:ln w="64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35" name="SCHEM_line-0033"/>
              <p:cNvCxnSpPr/>
              <p:nvPr/>
            </p:nvCxnSpPr>
            <p:spPr>
              <a:xfrm flipH="1" flipV="1">
                <a:off x="1439980" y="441462"/>
                <a:ext cx="28796" cy="503"/>
              </a:xfrm>
              <a:prstGeom prst="line">
                <a:avLst/>
              </a:prstGeom>
              <a:noFill/>
              <a:ln w="64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36" name="SCHEM_line-0034"/>
              <p:cNvCxnSpPr/>
              <p:nvPr/>
            </p:nvCxnSpPr>
            <p:spPr>
              <a:xfrm flipH="1" flipV="1">
                <a:off x="1433657" y="479249"/>
                <a:ext cx="27390" cy="8900"/>
              </a:xfrm>
              <a:prstGeom prst="line">
                <a:avLst/>
              </a:prstGeom>
              <a:noFill/>
              <a:ln w="64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37" name="SCHEM_line-0035"/>
              <p:cNvCxnSpPr/>
              <p:nvPr/>
            </p:nvCxnSpPr>
            <p:spPr>
              <a:xfrm flipH="1" flipV="1">
                <a:off x="1416562" y="513536"/>
                <a:ext cx="23592" cy="16519"/>
              </a:xfrm>
              <a:prstGeom prst="line">
                <a:avLst/>
              </a:prstGeom>
              <a:noFill/>
              <a:ln w="64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38" name="SCHEM_line-0036"/>
              <p:cNvCxnSpPr/>
              <p:nvPr/>
            </p:nvCxnSpPr>
            <p:spPr>
              <a:xfrm flipV="1">
                <a:off x="1310400" y="345600"/>
                <a:ext cx="79200" cy="93600"/>
              </a:xfrm>
              <a:prstGeom prst="line">
                <a:avLst/>
              </a:prstGeom>
              <a:noFill/>
              <a:ln w="18000" cap="flat">
                <a:solidFill>
                  <a:srgbClr val="292929"/>
                </a:solidFill>
              </a:ln>
              <a:effectLst/>
            </p:spPr>
          </p:cxnSp>
          <p:sp>
            <p:nvSpPr>
              <p:cNvPr id="39" name="SCHEM_ellipse-0037"/>
              <p:cNvSpPr/>
              <p:nvPr/>
            </p:nvSpPr>
            <p:spPr>
              <a:xfrm>
                <a:off x="1290240" y="419040"/>
                <a:ext cx="40320" cy="40320"/>
              </a:xfrm>
              <a:prstGeom prst="ellipse">
                <a:avLst/>
              </a:prstGeom>
              <a:solidFill>
                <a:srgbClr val="292929"/>
              </a:solidFill>
              <a:ln w="9360" cap="flat">
                <a:noFill/>
              </a:ln>
              <a:effectLst/>
            </p:spPr>
          </p:sp>
          <p:sp>
            <p:nvSpPr>
              <p:cNvPr id="40" name="SCHEM_text-0038"/>
              <p:cNvSpPr txBox="1"/>
              <p:nvPr/>
            </p:nvSpPr>
            <p:spPr>
              <a:xfrm>
                <a:off x="1252800" y="525600"/>
                <a:ext cx="108000" cy="123480"/>
              </a:xfrm>
              <a:prstGeom prst="rect">
                <a:avLst/>
              </a:prstGeom>
              <a:noFill/>
              <a:ln w="8255" cap="flat">
                <a:noFill/>
              </a:ln>
              <a:effectLst/>
            </p:spPr>
            <p:txBody>
              <a:bodyPr wrap="square" lIns="0" rIns="0" tIns="0" bIns="0" anchor="t">
                <a:noAutofit/>
              </a:bodyPr>
              <a:lstStyle/>
              <a:p>
                <a:pPr algn="ctr">
                  <a:buNone/>
                </a:pPr>
                <a:r>
                  <a:rPr lang="en-US" sz="510">
                    <a:solidFill>
                      <a:srgbClr val="292929"/>
                    </a:solidFill>
                    <a:latin typeface="Times New Roman"/>
                    <a:ea typeface="Times New Roman"/>
                    <a:cs typeface="Times New Roman"/>
                  </a:rPr>
                  <a:t>0</a:t>
                </a:r>
                <a:endParaRPr lang="en-US" sz="510"/>
              </a:p>
            </p:txBody>
          </p:sp>
          <p:sp>
            <p:nvSpPr>
              <p:cNvPr id="41" name="SCHEM_rect-0039"/>
              <p:cNvSpPr/>
              <p:nvPr/>
            </p:nvSpPr>
            <p:spPr>
              <a:xfrm>
                <a:off x="3744000" y="856800"/>
                <a:ext cx="525600" cy="590400"/>
              </a:xfrm>
              <a:prstGeom prst="rect">
                <a:avLst/>
              </a:prstGeom>
              <a:gradFill rotWithShape="1">
                <a:gsLst>
                  <a:gs pos="0">
                    <a:srgbClr val="D7D7D1"/>
                  </a:gs>
                  <a:gs pos="100000">
                    <a:srgbClr val="9C9D99"/>
                  </a:gs>
                </a:gsLst>
                <a:lin ang="5400000" scaled="1"/>
              </a:gradFill>
              <a:ln w="12240" cap="flat">
                <a:solidFill>
                  <a:srgbClr val="292929"/>
                </a:solidFill>
              </a:ln>
              <a:effectLst/>
            </p:spPr>
          </p:sp>
          <p:sp>
            <p:nvSpPr>
              <p:cNvPr id="42" name="SCHEM_rect-0040"/>
              <p:cNvSpPr/>
              <p:nvPr/>
            </p:nvSpPr>
            <p:spPr>
              <a:xfrm>
                <a:off x="3852000" y="446400"/>
                <a:ext cx="331200" cy="410400"/>
              </a:xfrm>
              <a:prstGeom prst="rect">
                <a:avLst/>
              </a:prstGeom>
              <a:gradFill rotWithShape="1">
                <a:gsLst>
                  <a:gs pos="0">
                    <a:srgbClr val="9D9F9A"/>
                  </a:gs>
                  <a:gs pos="100000">
                    <a:srgbClr val="5B605C"/>
                  </a:gs>
                </a:gsLst>
                <a:lin ang="5400000" scaled="1"/>
              </a:gradFill>
              <a:ln w="12240" cap="flat">
                <a:solidFill>
                  <a:srgbClr val="292929"/>
                </a:solidFill>
              </a:ln>
              <a:effectLst/>
            </p:spPr>
          </p:sp>
          <p:sp>
            <p:nvSpPr>
              <p:cNvPr id="43" name="SCHEM_rect-0041"/>
              <p:cNvSpPr/>
              <p:nvPr/>
            </p:nvSpPr>
            <p:spPr>
              <a:xfrm>
                <a:off x="3945600" y="403200"/>
                <a:ext cx="158400" cy="50400"/>
              </a:xfrm>
              <a:prstGeom prst="rect">
                <a:avLst/>
              </a:prstGeom>
              <a:solidFill>
                <a:srgbClr val="737772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44" name="SCHEM_rect-0042"/>
              <p:cNvSpPr/>
              <p:nvPr/>
            </p:nvSpPr>
            <p:spPr>
              <a:xfrm>
                <a:off x="4089600" y="568800"/>
                <a:ext cx="216000" cy="151200"/>
              </a:xfrm>
              <a:prstGeom prst="rect">
                <a:avLst/>
              </a:prstGeom>
              <a:solidFill>
                <a:srgbClr val="636863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45" name="SCHEM_rect-0043"/>
              <p:cNvSpPr/>
              <p:nvPr/>
            </p:nvSpPr>
            <p:spPr>
              <a:xfrm>
                <a:off x="4284000" y="554400"/>
                <a:ext cx="57600" cy="180000"/>
              </a:xfrm>
              <a:prstGeom prst="rect">
                <a:avLst/>
              </a:prstGeom>
              <a:solidFill>
                <a:srgbClr val="8B908C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46" name="SCHEM_ellipse-0044"/>
              <p:cNvSpPr/>
              <p:nvPr/>
            </p:nvSpPr>
            <p:spPr>
              <a:xfrm>
                <a:off x="3801600" y="936000"/>
                <a:ext cx="28800" cy="28800"/>
              </a:xfrm>
              <a:prstGeom prst="ellipse">
                <a:avLst/>
              </a:prstGeom>
              <a:solidFill>
                <a:srgbClr val="696B66"/>
              </a:solidFill>
              <a:ln w="9360" cap="flat">
                <a:noFill/>
              </a:ln>
              <a:effectLst/>
            </p:spPr>
          </p:sp>
          <p:sp>
            <p:nvSpPr>
              <p:cNvPr id="47" name="SCHEM_ellipse-0045"/>
              <p:cNvSpPr/>
              <p:nvPr/>
            </p:nvSpPr>
            <p:spPr>
              <a:xfrm>
                <a:off x="4190400" y="921600"/>
                <a:ext cx="28800" cy="28800"/>
              </a:xfrm>
              <a:prstGeom prst="ellipse">
                <a:avLst/>
              </a:prstGeom>
              <a:solidFill>
                <a:srgbClr val="696B66"/>
              </a:solidFill>
              <a:ln w="9360" cap="flat">
                <a:noFill/>
              </a:ln>
              <a:effectLst/>
            </p:spPr>
          </p:sp>
          <p:sp>
            <p:nvSpPr>
              <p:cNvPr id="48" name="SCHEM_ellipse-0046"/>
              <p:cNvSpPr/>
              <p:nvPr/>
            </p:nvSpPr>
            <p:spPr>
              <a:xfrm>
                <a:off x="4204800" y="1375200"/>
                <a:ext cx="28800" cy="28800"/>
              </a:xfrm>
              <a:prstGeom prst="ellipse">
                <a:avLst/>
              </a:prstGeom>
              <a:solidFill>
                <a:srgbClr val="696B66"/>
              </a:solidFill>
              <a:ln w="9360" cap="flat">
                <a:noFill/>
              </a:ln>
              <a:effectLst/>
            </p:spPr>
          </p:sp>
          <p:sp>
            <p:nvSpPr>
              <p:cNvPr id="49" name="SCHEM_ellipse-0047"/>
              <p:cNvSpPr/>
              <p:nvPr/>
            </p:nvSpPr>
            <p:spPr>
              <a:xfrm>
                <a:off x="3816000" y="1375200"/>
                <a:ext cx="28800" cy="28800"/>
              </a:xfrm>
              <a:prstGeom prst="ellipse">
                <a:avLst/>
              </a:prstGeom>
              <a:solidFill>
                <a:srgbClr val="696B66"/>
              </a:solidFill>
              <a:ln w="9360" cap="flat">
                <a:noFill/>
              </a:ln>
              <a:effectLst/>
            </p:spPr>
          </p:sp>
          <p:sp>
            <p:nvSpPr>
              <p:cNvPr id="50" name="SCHEM_rect-0048"/>
              <p:cNvSpPr/>
              <p:nvPr/>
            </p:nvSpPr>
            <p:spPr>
              <a:xfrm>
                <a:off x="3636000" y="1065600"/>
                <a:ext cx="108000" cy="187200"/>
              </a:xfrm>
              <a:prstGeom prst="rect">
                <a:avLst/>
              </a:prstGeom>
              <a:solidFill>
                <a:srgbClr val="CFCDC6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51" name="SCHEM_rect-0049"/>
              <p:cNvSpPr/>
              <p:nvPr/>
            </p:nvSpPr>
            <p:spPr>
              <a:xfrm>
                <a:off x="4269600" y="1058400"/>
                <a:ext cx="237600" cy="201600"/>
              </a:xfrm>
              <a:prstGeom prst="rect">
                <a:avLst/>
              </a:prstGeom>
              <a:solidFill>
                <a:srgbClr val="C5C0AD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52" name="SCHEM_polygon-0050"/>
              <p:cNvSpPr/>
              <p:nvPr/>
            </p:nvSpPr>
            <p:spPr>
              <a:xfrm>
                <a:off x="5680800" y="1044000"/>
                <a:ext cx="475200" cy="360000"/>
              </a:xfrm>
              <a:custGeom>
                <a:avLst/>
                <a:gdLst/>
                <a:ahLst/>
                <a:cxnLst/>
                <a:rect l="0" t="0" r="r" b="b"/>
                <a:pathLst>
                  <a:path w="475200" h="360000">
                    <a:moveTo>
                      <a:pt x="0" y="0"/>
                    </a:moveTo>
                    <a:lnTo>
                      <a:pt x="475200" y="0"/>
                    </a:lnTo>
                    <a:lnTo>
                      <a:pt x="475200" y="208800"/>
                    </a:lnTo>
                    <a:lnTo>
                      <a:pt x="331200" y="208800"/>
                    </a:lnTo>
                    <a:lnTo>
                      <a:pt x="331200" y="360000"/>
                    </a:lnTo>
                    <a:lnTo>
                      <a:pt x="165600" y="360000"/>
                    </a:lnTo>
                    <a:lnTo>
                      <a:pt x="165600" y="208800"/>
                    </a:lnTo>
                    <a:lnTo>
                      <a:pt x="0" y="208800"/>
                    </a:lnTo>
                    <a:close/>
                  </a:path>
                </a:pathLst>
              </a:custGeom>
              <a:solidFill>
                <a:srgbClr val="CFCFCD"/>
              </a:solidFill>
              <a:ln w="10080" cap="flat">
                <a:solidFill>
                  <a:srgbClr val="292929"/>
                </a:solidFill>
              </a:ln>
              <a:effectLst/>
            </p:spPr>
          </p:sp>
          <p:sp>
            <p:nvSpPr>
              <p:cNvPr id="53" name="SCHEM_rect-0051"/>
              <p:cNvSpPr/>
              <p:nvPr/>
            </p:nvSpPr>
            <p:spPr>
              <a:xfrm>
                <a:off x="5630400" y="1072800"/>
                <a:ext cx="64800" cy="158400"/>
              </a:xfrm>
              <a:prstGeom prst="rect">
                <a:avLst/>
              </a:prstGeom>
              <a:solidFill>
                <a:srgbClr val="A3A6A2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54" name="SCHEM_rect-0052"/>
              <p:cNvSpPr/>
              <p:nvPr/>
            </p:nvSpPr>
            <p:spPr>
              <a:xfrm>
                <a:off x="6156000" y="1072800"/>
                <a:ext cx="64800" cy="158400"/>
              </a:xfrm>
              <a:prstGeom prst="rect">
                <a:avLst/>
              </a:prstGeom>
              <a:solidFill>
                <a:srgbClr val="A3A6A2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55" name="SCHEM_rect-0053"/>
              <p:cNvSpPr/>
              <p:nvPr/>
            </p:nvSpPr>
            <p:spPr>
              <a:xfrm>
                <a:off x="5860800" y="1375200"/>
                <a:ext cx="129600" cy="72000"/>
              </a:xfrm>
              <a:prstGeom prst="rect">
                <a:avLst/>
              </a:prstGeom>
              <a:solidFill>
                <a:srgbClr val="A3A6A2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56" name="SCHEM_ellipse-0054"/>
              <p:cNvSpPr/>
              <p:nvPr/>
            </p:nvSpPr>
            <p:spPr>
              <a:xfrm>
                <a:off x="5544000" y="2282400"/>
                <a:ext cx="590400" cy="158400"/>
              </a:xfrm>
              <a:prstGeom prst="ellipse">
                <a:avLst/>
              </a:prstGeom>
              <a:solidFill>
                <a:srgbClr val="BFCBB7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57" name="SCHEM_path-0055"/>
              <p:cNvSpPr/>
              <p:nvPr/>
            </p:nvSpPr>
            <p:spPr>
              <a:xfrm>
                <a:off x="5544000" y="2361600"/>
                <a:ext cx="590400" cy="525600"/>
              </a:xfrm>
              <a:custGeom>
                <a:avLst/>
                <a:gdLst/>
                <a:ahLst/>
                <a:cxnLst/>
                <a:rect l="0" t="0" r="r" b="b"/>
                <a:pathLst>
                  <a:path w="590400" h="525600">
                    <a:moveTo>
                      <a:pt x="0" y="0"/>
                    </a:moveTo>
                    <a:lnTo>
                      <a:pt x="0" y="403200"/>
                    </a:lnTo>
                    <a:cubicBezTo>
                      <a:pt x="0" y="525600"/>
                      <a:pt x="590400" y="525600"/>
                      <a:pt x="590400" y="403200"/>
                    </a:cubicBezTo>
                    <a:lnTo>
                      <a:pt x="590400" y="0"/>
                    </a:lnTo>
                    <a:cubicBezTo>
                      <a:pt x="468000" y="100800"/>
                      <a:pt x="122400" y="100800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D8E0CE"/>
                  </a:gs>
                  <a:gs pos="100000">
                    <a:srgbClr val="A6B99D"/>
                  </a:gs>
                </a:gsLst>
                <a:lin ang="5400000" scaled="1"/>
              </a:gradFill>
              <a:ln w="10080" cap="flat">
                <a:solidFill>
                  <a:srgbClr val="292929"/>
                </a:solidFill>
              </a:ln>
              <a:effectLst/>
            </p:spPr>
          </p:sp>
          <p:sp>
            <p:nvSpPr>
              <p:cNvPr id="58" name="SCHEM_rect-0056"/>
              <p:cNvSpPr/>
              <p:nvPr/>
            </p:nvSpPr>
            <p:spPr>
              <a:xfrm>
                <a:off x="5709600" y="2174400"/>
                <a:ext cx="259200" cy="172800"/>
              </a:xfrm>
              <a:prstGeom prst="rect">
                <a:avLst/>
              </a:prstGeom>
              <a:solidFill>
                <a:srgbClr val="BFC4BD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59" name="SCHEM_ellipse-0057"/>
              <p:cNvSpPr/>
              <p:nvPr/>
            </p:nvSpPr>
            <p:spPr>
              <a:xfrm>
                <a:off x="5709600" y="2138400"/>
                <a:ext cx="259200" cy="86400"/>
              </a:xfrm>
              <a:prstGeom prst="ellipse">
                <a:avLst/>
              </a:prstGeom>
              <a:solidFill>
                <a:srgbClr val="D6DBD3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60" name="SCHEM_rect-0058"/>
              <p:cNvSpPr/>
              <p:nvPr/>
            </p:nvSpPr>
            <p:spPr>
              <a:xfrm>
                <a:off x="5774400" y="2030400"/>
                <a:ext cx="122400" cy="144000"/>
              </a:xfrm>
              <a:prstGeom prst="rect">
                <a:avLst/>
              </a:prstGeom>
              <a:solidFill>
                <a:srgbClr val="B8BBB6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61" name="SCHEM_rect-0059"/>
              <p:cNvSpPr/>
              <p:nvPr/>
            </p:nvSpPr>
            <p:spPr>
              <a:xfrm>
                <a:off x="6120000" y="2505600"/>
                <a:ext cx="144000" cy="158400"/>
              </a:xfrm>
              <a:prstGeom prst="rect">
                <a:avLst/>
              </a:prstGeom>
              <a:solidFill>
                <a:srgbClr val="7E8580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62" name="SCHEM_rect-0060"/>
              <p:cNvSpPr/>
              <p:nvPr/>
            </p:nvSpPr>
            <p:spPr>
              <a:xfrm>
                <a:off x="6249600" y="2527200"/>
                <a:ext cx="86400" cy="122400"/>
              </a:xfrm>
              <a:prstGeom prst="rect">
                <a:avLst/>
              </a:prstGeom>
              <a:solidFill>
                <a:srgbClr val="5B645C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63" name="SCHEM_rect-0061"/>
              <p:cNvSpPr/>
              <p:nvPr/>
            </p:nvSpPr>
            <p:spPr>
              <a:xfrm>
                <a:off x="5738400" y="2844000"/>
                <a:ext cx="172800" cy="86400"/>
              </a:xfrm>
              <a:prstGeom prst="rect">
                <a:avLst/>
              </a:prstGeom>
              <a:solidFill>
                <a:srgbClr val="A9ADA5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64" name="SCHEM_rect-0062"/>
              <p:cNvSpPr/>
              <p:nvPr/>
            </p:nvSpPr>
            <p:spPr>
              <a:xfrm>
                <a:off x="7495200" y="1058400"/>
                <a:ext cx="194400" cy="201600"/>
              </a:xfrm>
              <a:prstGeom prst="rect">
                <a:avLst/>
              </a:prstGeom>
              <a:solidFill>
                <a:srgbClr val="C9CBC7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65" name="SCHEM_path-0063"/>
              <p:cNvSpPr/>
              <p:nvPr/>
            </p:nvSpPr>
            <p:spPr>
              <a:xfrm>
                <a:off x="7675200" y="756000"/>
                <a:ext cx="3456000" cy="828000"/>
              </a:xfrm>
              <a:custGeom>
                <a:avLst/>
                <a:gdLst/>
                <a:ahLst/>
                <a:cxnLst/>
                <a:rect l="0" t="0" r="r" b="b"/>
                <a:pathLst>
                  <a:path w="3456000" h="828000">
                    <a:moveTo>
                      <a:pt x="0" y="414000"/>
                    </a:moveTo>
                    <a:cubicBezTo>
                      <a:pt x="0" y="49680"/>
                      <a:pt x="1175040" y="0"/>
                      <a:pt x="1900800" y="0"/>
                    </a:cubicBezTo>
                    <a:cubicBezTo>
                      <a:pt x="2868480" y="0"/>
                      <a:pt x="3456000" y="157320"/>
                      <a:pt x="3456000" y="414000"/>
                    </a:cubicBezTo>
                    <a:cubicBezTo>
                      <a:pt x="3456000" y="662400"/>
                      <a:pt x="2764800" y="828000"/>
                      <a:pt x="1797120" y="828000"/>
                    </a:cubicBezTo>
                    <a:cubicBezTo>
                      <a:pt x="864000" y="828000"/>
                      <a:pt x="0" y="720360"/>
                      <a:pt x="0" y="414000"/>
                    </a:cubicBezTo>
                    <a:close/>
                  </a:path>
                </a:pathLst>
              </a:custGeom>
              <a:solidFill>
                <a:srgbClr val="C6C6C4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66" name="SCHEM_path-0064"/>
              <p:cNvSpPr/>
              <p:nvPr/>
            </p:nvSpPr>
            <p:spPr>
              <a:xfrm>
                <a:off x="7768800" y="835200"/>
                <a:ext cx="3268800" cy="669600"/>
              </a:xfrm>
              <a:custGeom>
                <a:avLst/>
                <a:gdLst/>
                <a:ahLst/>
                <a:cxnLst/>
                <a:rect l="0" t="0" r="r" b="b"/>
                <a:pathLst>
                  <a:path w="3268800" h="669600">
                    <a:moveTo>
                      <a:pt x="0" y="334800"/>
                    </a:moveTo>
                    <a:cubicBezTo>
                      <a:pt x="0" y="28440"/>
                      <a:pt x="1081440" y="0"/>
                      <a:pt x="1807200" y="0"/>
                    </a:cubicBezTo>
                    <a:cubicBezTo>
                      <a:pt x="2774880" y="0"/>
                      <a:pt x="3268800" y="119520"/>
                      <a:pt x="3268800" y="334800"/>
                    </a:cubicBezTo>
                    <a:cubicBezTo>
                      <a:pt x="3268800" y="550080"/>
                      <a:pt x="2671200" y="669600"/>
                      <a:pt x="1703520" y="669600"/>
                    </a:cubicBezTo>
                    <a:cubicBezTo>
                      <a:pt x="770400" y="669600"/>
                      <a:pt x="0" y="616320"/>
                      <a:pt x="0" y="3348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A6D3E7"/>
                  </a:gs>
                  <a:gs pos="50000">
                    <a:srgbClr val="B8DCEC"/>
                  </a:gs>
                  <a:gs pos="100000">
                    <a:srgbClr val="88BDD8"/>
                  </a:gs>
                </a:gsLst>
                <a:lin ang="5400000" scaled="1"/>
              </a:gradFill>
              <a:ln w="7200" cap="flat">
                <a:solidFill>
                  <a:srgbClr val="5A7C8F"/>
                </a:solidFill>
              </a:ln>
              <a:effectLst/>
            </p:spPr>
          </p:sp>
        </p:grpSp>
        <p:sp>
          <p:nvSpPr>
            <p:cNvPr id="67" name="SCHEM_text-0065"/>
            <p:cNvSpPr txBox="1"/>
            <p:nvPr/>
          </p:nvSpPr>
          <p:spPr>
            <a:xfrm>
              <a:off x="1008000" y="1720800"/>
              <a:ext cx="1656000" cy="3081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8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Air tank</a:t>
              </a:r>
              <a:endParaRPr lang="en-US" sz="1587"/>
            </a:p>
          </p:txBody>
        </p:sp>
        <p:sp>
          <p:nvSpPr>
            <p:cNvPr id="68" name="SCHEM_text-0066"/>
            <p:cNvSpPr txBox="1"/>
            <p:nvPr/>
          </p:nvSpPr>
          <p:spPr>
            <a:xfrm>
              <a:off x="3492000" y="1620000"/>
              <a:ext cx="2088000" cy="3081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8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Solenoid valve</a:t>
              </a:r>
              <a:endParaRPr lang="en-US" sz="1587"/>
            </a:p>
          </p:txBody>
        </p:sp>
        <p:sp>
          <p:nvSpPr>
            <p:cNvPr id="69" name="SCHEM_text-0067"/>
            <p:cNvSpPr txBox="1"/>
            <p:nvPr/>
          </p:nvSpPr>
          <p:spPr>
            <a:xfrm>
              <a:off x="5565600" y="554400"/>
              <a:ext cx="2376000" cy="3081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8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Pneumatic line</a:t>
              </a:r>
              <a:endParaRPr lang="en-US" sz="1587"/>
            </a:p>
          </p:txBody>
        </p:sp>
        <p:cxnSp>
          <p:nvCxnSpPr>
            <p:cNvPr id="70" name="SCHEM_line-0068"/>
            <p:cNvCxnSpPr/>
            <p:nvPr/>
          </p:nvCxnSpPr>
          <p:spPr>
            <a:xfrm>
              <a:off x="6472800" y="799200"/>
              <a:ext cx="144000" cy="3168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71" name="SCHEM_ellipse-0069"/>
            <p:cNvSpPr/>
            <p:nvPr/>
          </p:nvSpPr>
          <p:spPr>
            <a:xfrm>
              <a:off x="6595200" y="10944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72" name="SCHEM_text-0070"/>
            <p:cNvSpPr txBox="1"/>
            <p:nvPr/>
          </p:nvSpPr>
          <p:spPr>
            <a:xfrm>
              <a:off x="8308800" y="1663200"/>
              <a:ext cx="3060000" cy="3081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8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Soft actuator (conceptual)</a:t>
              </a:r>
              <a:endParaRPr lang="en-US" sz="1587"/>
            </a:p>
          </p:txBody>
        </p:sp>
        <p:sp>
          <p:nvSpPr>
            <p:cNvPr id="73" name="SCHEM_text-0071"/>
            <p:cNvSpPr txBox="1"/>
            <p:nvPr/>
          </p:nvSpPr>
          <p:spPr>
            <a:xfrm>
              <a:off x="5299200" y="3024000"/>
              <a:ext cx="3024000" cy="3081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8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Remote pressure sensor</a:t>
              </a:r>
              <a:endParaRPr lang="en-US" sz="1587"/>
            </a:p>
          </p:txBody>
        </p:sp>
        <p:sp>
          <p:nvSpPr>
            <p:cNvPr id="74" name="SCHEM_text-0072"/>
            <p:cNvSpPr txBox="1"/>
            <p:nvPr/>
          </p:nvSpPr>
          <p:spPr>
            <a:xfrm>
              <a:off x="5500800" y="3297600"/>
              <a:ext cx="2376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No embedded sensor</a:t>
              </a:r>
              <a:endParaRPr lang="en-US" sz="1417"/>
            </a:p>
          </p:txBody>
        </p:sp>
        <p:cxnSp>
          <p:nvCxnSpPr>
            <p:cNvPr id="75" name="SCHEM_line-0073"/>
            <p:cNvCxnSpPr/>
            <p:nvPr/>
          </p:nvCxnSpPr>
          <p:spPr>
            <a:xfrm>
              <a:off x="6364800" y="2592000"/>
              <a:ext cx="1972800" cy="1"/>
            </a:xfrm>
            <a:prstGeom prst="line">
              <a:avLst/>
            </a:prstGeom>
            <a:noFill/>
            <a:ln w="14400" cap="flat">
              <a:solidFill>
                <a:srgbClr val="292929"/>
              </a:solidFill>
              <a:prstDash val="dash"/>
              <a:tailEnd type="triangle" w="med" len="med"/>
            </a:ln>
            <a:effectLst/>
          </p:spPr>
        </p:cxnSp>
        <p:sp>
          <p:nvSpPr>
            <p:cNvPr id="76" name="SCHEM_rect-0074"/>
            <p:cNvSpPr/>
            <p:nvPr/>
          </p:nvSpPr>
          <p:spPr>
            <a:xfrm>
              <a:off x="8424000" y="2311200"/>
              <a:ext cx="1987200" cy="576000"/>
            </a:xfrm>
            <a:prstGeom prst="rect">
              <a:avLst/>
            </a:prstGeom>
            <a:solidFill>
              <a:srgbClr val="E5B1AF"/>
            </a:solidFill>
            <a:ln w="9360" cap="flat">
              <a:solidFill>
                <a:srgbClr val="292929"/>
              </a:solidFill>
            </a:ln>
            <a:effectLst/>
          </p:spPr>
        </p:sp>
        <p:sp>
          <p:nvSpPr>
            <p:cNvPr id="77" name="SCHEM_text-0075"/>
            <p:cNvSpPr txBox="1"/>
            <p:nvPr/>
          </p:nvSpPr>
          <p:spPr>
            <a:xfrm>
              <a:off x="8553600" y="2498400"/>
              <a:ext cx="1728000" cy="3081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58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Pressure readout</a:t>
              </a:r>
              <a:endParaRPr lang="en-US" sz="1587"/>
            </a:p>
          </p:txBody>
        </p:sp>
        <p:grpSp>
          <p:nvGrpSpPr>
            <p:cNvPr id="78" name="SCHEM_free-inflation"/>
            <p:cNvGrpSpPr/>
            <p:nvPr/>
          </p:nvGrpSpPr>
          <p:grpSpPr>
            <a:xfrm>
              <a:off x="180000" y="4089600"/>
              <a:ext cx="4010400" cy="1209600"/>
              <a:chOff x="180000" y="4089600"/>
              <a:chExt cx="4010400" cy="1209600"/>
            </a:xfrm>
          </p:grpSpPr>
          <p:sp>
            <p:nvSpPr>
              <p:cNvPr id="79" name="SCHEM_path-0077"/>
              <p:cNvSpPr/>
              <p:nvPr/>
            </p:nvSpPr>
            <p:spPr>
              <a:xfrm>
                <a:off x="180000" y="4694400"/>
                <a:ext cx="525600" cy="1"/>
              </a:xfrm>
              <a:custGeom>
                <a:avLst/>
                <a:gdLst/>
                <a:ahLst/>
                <a:cxnLst/>
                <a:rect l="0" t="0" r="r" b="b"/>
                <a:pathLst>
                  <a:path w="525600" h="1">
                    <a:moveTo>
                      <a:pt x="0" y="0"/>
                    </a:moveTo>
                    <a:lnTo>
                      <a:pt x="525600" y="0"/>
                    </a:lnTo>
                  </a:path>
                </a:pathLst>
              </a:custGeom>
              <a:noFill/>
              <a:ln w="129600" cap="flat">
                <a:solidFill>
                  <a:srgbClr val="292929"/>
                </a:solidFill>
              </a:ln>
              <a:effectLst/>
            </p:spPr>
          </p:sp>
          <p:sp>
            <p:nvSpPr>
              <p:cNvPr id="80" name="SCHEM_path-0078"/>
              <p:cNvSpPr/>
              <p:nvPr/>
            </p:nvSpPr>
            <p:spPr>
              <a:xfrm>
                <a:off x="180000" y="4694400"/>
                <a:ext cx="525600" cy="1"/>
              </a:xfrm>
              <a:custGeom>
                <a:avLst/>
                <a:gdLst/>
                <a:ahLst/>
                <a:cxnLst/>
                <a:rect l="0" t="0" r="r" b="b"/>
                <a:pathLst>
                  <a:path w="525600" h="1">
                    <a:moveTo>
                      <a:pt x="0" y="0"/>
                    </a:moveTo>
                    <a:lnTo>
                      <a:pt x="525600" y="0"/>
                    </a:lnTo>
                  </a:path>
                </a:pathLst>
              </a:custGeom>
              <a:noFill/>
              <a:ln w="115200" cap="flat">
                <a:solidFill>
                  <a:srgbClr val="6CB9DF"/>
                </a:solidFill>
              </a:ln>
              <a:effectLst/>
            </p:spPr>
          </p:sp>
          <p:sp>
            <p:nvSpPr>
              <p:cNvPr id="81" name="SCHEM_rect-0079"/>
              <p:cNvSpPr/>
              <p:nvPr/>
            </p:nvSpPr>
            <p:spPr>
              <a:xfrm>
                <a:off x="561600" y="4586400"/>
                <a:ext cx="144000" cy="216000"/>
              </a:xfrm>
              <a:prstGeom prst="rect">
                <a:avLst/>
              </a:prstGeom>
              <a:solidFill>
                <a:srgbClr val="D7D8D2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82" name="SCHEM_rect-0080"/>
              <p:cNvSpPr/>
              <p:nvPr/>
            </p:nvSpPr>
            <p:spPr>
              <a:xfrm>
                <a:off x="691200" y="4521600"/>
                <a:ext cx="201600" cy="345600"/>
              </a:xfrm>
              <a:prstGeom prst="rect">
                <a:avLst/>
              </a:prstGeom>
              <a:solidFill>
                <a:srgbClr val="CDCFCA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83" name="SCHEM_path-0081"/>
              <p:cNvSpPr/>
              <p:nvPr/>
            </p:nvSpPr>
            <p:spPr>
              <a:xfrm>
                <a:off x="885600" y="4089600"/>
                <a:ext cx="3304800" cy="1209600"/>
              </a:xfrm>
              <a:custGeom>
                <a:avLst/>
                <a:gdLst/>
                <a:ahLst/>
                <a:cxnLst/>
                <a:rect l="0" t="0" r="r" b="b"/>
                <a:pathLst>
                  <a:path w="3304800" h="1209600">
                    <a:moveTo>
                      <a:pt x="0" y="604800"/>
                    </a:moveTo>
                    <a:cubicBezTo>
                      <a:pt x="0" y="72576"/>
                      <a:pt x="1123632" y="0"/>
                      <a:pt x="1817640" y="0"/>
                    </a:cubicBezTo>
                    <a:cubicBezTo>
                      <a:pt x="2742984" y="0"/>
                      <a:pt x="3304800" y="229824"/>
                      <a:pt x="3304800" y="604800"/>
                    </a:cubicBezTo>
                    <a:cubicBezTo>
                      <a:pt x="3304800" y="967680"/>
                      <a:pt x="2643840" y="1209600"/>
                      <a:pt x="1718496" y="1209600"/>
                    </a:cubicBezTo>
                    <a:cubicBezTo>
                      <a:pt x="826200" y="1209600"/>
                      <a:pt x="0" y="1052352"/>
                      <a:pt x="0" y="604800"/>
                    </a:cubicBezTo>
                    <a:close/>
                  </a:path>
                </a:pathLst>
              </a:custGeom>
              <a:solidFill>
                <a:srgbClr val="C6C6C4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84" name="SCHEM_path-0082"/>
              <p:cNvSpPr/>
              <p:nvPr/>
            </p:nvSpPr>
            <p:spPr>
              <a:xfrm>
                <a:off x="979200" y="4168800"/>
                <a:ext cx="3117600" cy="1051200"/>
              </a:xfrm>
              <a:custGeom>
                <a:avLst/>
                <a:gdLst/>
                <a:ahLst/>
                <a:cxnLst/>
                <a:rect l="0" t="0" r="r" b="b"/>
                <a:pathLst>
                  <a:path w="3117600" h="1051200">
                    <a:moveTo>
                      <a:pt x="0" y="525600"/>
                    </a:moveTo>
                    <a:cubicBezTo>
                      <a:pt x="0" y="78048"/>
                      <a:pt x="1030032" y="0"/>
                      <a:pt x="1724040" y="0"/>
                    </a:cubicBezTo>
                    <a:cubicBezTo>
                      <a:pt x="2649384" y="0"/>
                      <a:pt x="3117600" y="211104"/>
                      <a:pt x="3117600" y="525600"/>
                    </a:cubicBezTo>
                    <a:cubicBezTo>
                      <a:pt x="3117600" y="840096"/>
                      <a:pt x="2550240" y="1051200"/>
                      <a:pt x="1624896" y="1051200"/>
                    </a:cubicBezTo>
                    <a:cubicBezTo>
                      <a:pt x="732600" y="1051200"/>
                      <a:pt x="0" y="936864"/>
                      <a:pt x="0" y="5256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A6D3E7"/>
                  </a:gs>
                  <a:gs pos="50000">
                    <a:srgbClr val="B8DCEC"/>
                  </a:gs>
                  <a:gs pos="100000">
                    <a:srgbClr val="88BDD8"/>
                  </a:gs>
                </a:gsLst>
                <a:lin ang="5400000" scaled="1"/>
              </a:gradFill>
              <a:ln w="7200" cap="flat">
                <a:solidFill>
                  <a:srgbClr val="5A7C8F"/>
                </a:solidFill>
              </a:ln>
              <a:effectLst/>
            </p:spPr>
          </p:sp>
          <p:cxnSp>
            <p:nvCxnSpPr>
              <p:cNvPr id="85" name="SCHEM_line-0083"/>
              <p:cNvCxnSpPr/>
              <p:nvPr/>
            </p:nvCxnSpPr>
            <p:spPr>
              <a:xfrm flipV="1">
                <a:off x="2462400" y="4334400"/>
                <a:ext cx="1" cy="187200"/>
              </a:xfrm>
              <a:prstGeom prst="line">
                <a:avLst/>
              </a:prstGeom>
              <a:noFill/>
              <a:ln w="21600" cap="flat">
                <a:solidFill>
                  <a:srgbClr val="2685B5"/>
                </a:solidFill>
                <a:tailEnd type="triangle" w="med" len="med"/>
              </a:ln>
              <a:effectLst/>
            </p:spPr>
          </p:cxnSp>
          <p:cxnSp>
            <p:nvCxnSpPr>
              <p:cNvPr id="86" name="SCHEM_line-0084"/>
              <p:cNvCxnSpPr/>
              <p:nvPr/>
            </p:nvCxnSpPr>
            <p:spPr>
              <a:xfrm>
                <a:off x="2462400" y="4867200"/>
                <a:ext cx="1" cy="201600"/>
              </a:xfrm>
              <a:prstGeom prst="line">
                <a:avLst/>
              </a:prstGeom>
              <a:noFill/>
              <a:ln w="21600" cap="flat">
                <a:solidFill>
                  <a:srgbClr val="2685B5"/>
                </a:solidFill>
                <a:tailEnd type="triangle" w="med" len="med"/>
              </a:ln>
              <a:effectLst/>
            </p:spPr>
          </p:cxnSp>
          <p:cxnSp>
            <p:nvCxnSpPr>
              <p:cNvPr id="87" name="SCHEM_line-0085"/>
              <p:cNvCxnSpPr/>
              <p:nvPr/>
            </p:nvCxnSpPr>
            <p:spPr>
              <a:xfrm flipH="1">
                <a:off x="1360800" y="4694400"/>
                <a:ext cx="237600" cy="1"/>
              </a:xfrm>
              <a:prstGeom prst="line">
                <a:avLst/>
              </a:prstGeom>
              <a:noFill/>
              <a:ln w="21600" cap="flat">
                <a:solidFill>
                  <a:srgbClr val="2685B5"/>
                </a:solidFill>
                <a:tailEnd type="triangle" w="med" len="med"/>
              </a:ln>
              <a:effectLst/>
            </p:spPr>
          </p:cxnSp>
          <p:cxnSp>
            <p:nvCxnSpPr>
              <p:cNvPr id="88" name="SCHEM_line-0086"/>
              <p:cNvCxnSpPr/>
              <p:nvPr/>
            </p:nvCxnSpPr>
            <p:spPr>
              <a:xfrm>
                <a:off x="3520800" y="4694400"/>
                <a:ext cx="216000" cy="1"/>
              </a:xfrm>
              <a:prstGeom prst="line">
                <a:avLst/>
              </a:prstGeom>
              <a:noFill/>
              <a:ln w="21600" cap="flat">
                <a:solidFill>
                  <a:srgbClr val="2685B5"/>
                </a:solidFill>
                <a:tailEnd type="triangle" w="med" len="med"/>
              </a:ln>
              <a:effectLst/>
            </p:spPr>
          </p:cxnSp>
        </p:grpSp>
        <p:sp>
          <p:nvSpPr>
            <p:cNvPr id="89" name="SCHEM_text-0087"/>
            <p:cNvSpPr txBox="1"/>
            <p:nvPr/>
          </p:nvSpPr>
          <p:spPr>
            <a:xfrm>
              <a:off x="1900800" y="5644800"/>
              <a:ext cx="2592000" cy="3178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64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Free inflation</a:t>
              </a:r>
              <a:endParaRPr lang="en-US" sz="1644"/>
            </a:p>
          </p:txBody>
        </p:sp>
        <p:sp>
          <p:nvSpPr>
            <p:cNvPr id="90" name="SCHEM_text-0088"/>
            <p:cNvSpPr txBox="1"/>
            <p:nvPr/>
          </p:nvSpPr>
          <p:spPr>
            <a:xfrm>
              <a:off x="4276800" y="4190400"/>
              <a:ext cx="1836000" cy="8524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58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Contact changes the</a:t>
              </a:r>
              <a:endParaRPr lang="en-US" sz="1587"/>
            </a:p>
            <a:p>
              <a:pPr algn="ctr">
                <a:buNone/>
              </a:pPr>
              <a:r>
                <a:rPr lang="en-US" sz="158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pressure-volume</a:t>
              </a:r>
              <a:endParaRPr lang="en-US" sz="1587"/>
            </a:p>
            <a:p>
              <a:pPr algn="ctr">
                <a:buNone/>
              </a:pPr>
              <a:r>
                <a:rPr lang="en-US" sz="158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response</a:t>
              </a:r>
              <a:endParaRPr lang="en-US" sz="1587"/>
            </a:p>
          </p:txBody>
        </p:sp>
        <p:cxnSp>
          <p:nvCxnSpPr>
            <p:cNvPr id="91" name="SCHEM_line-0089"/>
            <p:cNvCxnSpPr/>
            <p:nvPr/>
          </p:nvCxnSpPr>
          <p:spPr>
            <a:xfrm>
              <a:off x="4478400" y="5097600"/>
              <a:ext cx="1396800" cy="1"/>
            </a:xfrm>
            <a:prstGeom prst="line">
              <a:avLst/>
            </a:prstGeom>
            <a:noFill/>
            <a:ln w="17280" cap="flat">
              <a:solidFill>
                <a:srgbClr val="292929"/>
              </a:solidFill>
              <a:tailEnd type="triangle" w="med" len="med"/>
            </a:ln>
            <a:effectLst/>
          </p:spPr>
        </p:cxnSp>
        <p:grpSp>
          <p:nvGrpSpPr>
            <p:cNvPr id="92" name="SCHEM_contact-constrained"/>
            <p:cNvGrpSpPr/>
            <p:nvPr/>
          </p:nvGrpSpPr>
          <p:grpSpPr>
            <a:xfrm>
              <a:off x="6156000" y="4017600"/>
              <a:ext cx="3254400" cy="1533600"/>
              <a:chOff x="6156000" y="4017600"/>
              <a:chExt cx="3254400" cy="1533600"/>
            </a:xfrm>
          </p:grpSpPr>
          <p:sp>
            <p:nvSpPr>
              <p:cNvPr id="93" name="SCHEM_path-0091"/>
              <p:cNvSpPr/>
              <p:nvPr/>
            </p:nvSpPr>
            <p:spPr>
              <a:xfrm>
                <a:off x="6156000" y="4824000"/>
                <a:ext cx="432000" cy="1"/>
              </a:xfrm>
              <a:custGeom>
                <a:avLst/>
                <a:gdLst/>
                <a:ahLst/>
                <a:cxnLst/>
                <a:rect l="0" t="0" r="r" b="b"/>
                <a:pathLst>
                  <a:path w="432000" h="1">
                    <a:moveTo>
                      <a:pt x="0" y="0"/>
                    </a:moveTo>
                    <a:lnTo>
                      <a:pt x="432000" y="0"/>
                    </a:lnTo>
                  </a:path>
                </a:pathLst>
              </a:custGeom>
              <a:noFill/>
              <a:ln w="1224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4" name="SCHEM_path-0092"/>
              <p:cNvSpPr/>
              <p:nvPr/>
            </p:nvSpPr>
            <p:spPr>
              <a:xfrm>
                <a:off x="6156000" y="4824000"/>
                <a:ext cx="432000" cy="1"/>
              </a:xfrm>
              <a:custGeom>
                <a:avLst/>
                <a:gdLst/>
                <a:ahLst/>
                <a:cxnLst/>
                <a:rect l="0" t="0" r="r" b="b"/>
                <a:pathLst>
                  <a:path w="432000" h="1">
                    <a:moveTo>
                      <a:pt x="0" y="0"/>
                    </a:moveTo>
                    <a:lnTo>
                      <a:pt x="432000" y="0"/>
                    </a:lnTo>
                  </a:path>
                </a:pathLst>
              </a:custGeom>
              <a:noFill/>
              <a:ln w="108000" cap="flat">
                <a:solidFill>
                  <a:srgbClr val="6CB9DF"/>
                </a:solidFill>
              </a:ln>
              <a:effectLst/>
            </p:spPr>
          </p:sp>
          <p:sp>
            <p:nvSpPr>
              <p:cNvPr id="95" name="SCHEM_rect-0093"/>
              <p:cNvSpPr/>
              <p:nvPr/>
            </p:nvSpPr>
            <p:spPr>
              <a:xfrm>
                <a:off x="6494400" y="4716000"/>
                <a:ext cx="172800" cy="216000"/>
              </a:xfrm>
              <a:prstGeom prst="rect">
                <a:avLst/>
              </a:prstGeom>
              <a:solidFill>
                <a:srgbClr val="D4D5D1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96" name="SCHEM_rect-0094"/>
              <p:cNvSpPr/>
              <p:nvPr/>
            </p:nvSpPr>
            <p:spPr>
              <a:xfrm>
                <a:off x="6660000" y="4680000"/>
                <a:ext cx="194400" cy="288000"/>
              </a:xfrm>
              <a:prstGeom prst="rect">
                <a:avLst/>
              </a:prstGeom>
              <a:solidFill>
                <a:srgbClr val="C5C8C2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97" name="SCHEM_path-0095"/>
              <p:cNvSpPr/>
              <p:nvPr/>
            </p:nvSpPr>
            <p:spPr>
              <a:xfrm>
                <a:off x="6825600" y="4248000"/>
                <a:ext cx="2376000" cy="1173600"/>
              </a:xfrm>
              <a:custGeom>
                <a:avLst/>
                <a:gdLst/>
                <a:ahLst/>
                <a:cxnLst/>
                <a:rect l="0" t="0" r="r" b="b"/>
                <a:pathLst>
                  <a:path w="2376000" h="1173600">
                    <a:moveTo>
                      <a:pt x="0" y="586800"/>
                    </a:moveTo>
                    <a:cubicBezTo>
                      <a:pt x="36000" y="234720"/>
                      <a:pt x="902880" y="0"/>
                      <a:pt x="2217600" y="0"/>
                    </a:cubicBezTo>
                    <a:cubicBezTo>
                      <a:pt x="2376000" y="0"/>
                      <a:pt x="2376000" y="86400"/>
                      <a:pt x="2376000" y="201600"/>
                    </a:cubicBezTo>
                    <a:lnTo>
                      <a:pt x="2376000" y="972000"/>
                    </a:lnTo>
                    <a:cubicBezTo>
                      <a:pt x="2376000" y="1116000"/>
                      <a:pt x="2354400" y="1173600"/>
                      <a:pt x="2217600" y="1173600"/>
                    </a:cubicBezTo>
                    <a:cubicBezTo>
                      <a:pt x="831600" y="1173600"/>
                      <a:pt x="36000" y="1021032"/>
                      <a:pt x="0" y="586800"/>
                    </a:cubicBezTo>
                    <a:close/>
                  </a:path>
                </a:pathLst>
              </a:custGeom>
              <a:solidFill>
                <a:srgbClr val="C6C6C4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8" name="SCHEM_path-0096"/>
              <p:cNvSpPr/>
              <p:nvPr/>
            </p:nvSpPr>
            <p:spPr>
              <a:xfrm>
                <a:off x="6919200" y="4334400"/>
                <a:ext cx="2188800" cy="1000800"/>
              </a:xfrm>
              <a:custGeom>
                <a:avLst/>
                <a:gdLst/>
                <a:ahLst/>
                <a:cxnLst/>
                <a:rect l="0" t="0" r="r" b="b"/>
                <a:pathLst>
                  <a:path w="2188800" h="1000800">
                    <a:moveTo>
                      <a:pt x="0" y="500400"/>
                    </a:moveTo>
                    <a:cubicBezTo>
                      <a:pt x="36000" y="183528"/>
                      <a:pt x="809280" y="0"/>
                      <a:pt x="2088000" y="0"/>
                    </a:cubicBezTo>
                    <a:cubicBezTo>
                      <a:pt x="2188800" y="0"/>
                      <a:pt x="2188800" y="79200"/>
                      <a:pt x="2188800" y="158400"/>
                    </a:cubicBezTo>
                    <a:lnTo>
                      <a:pt x="2188800" y="842400"/>
                    </a:lnTo>
                    <a:cubicBezTo>
                      <a:pt x="2188800" y="986400"/>
                      <a:pt x="2181600" y="1000800"/>
                      <a:pt x="2088000" y="1000800"/>
                    </a:cubicBezTo>
                    <a:cubicBezTo>
                      <a:pt x="738000" y="1000800"/>
                      <a:pt x="36000" y="887688"/>
                      <a:pt x="0" y="5004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A6D3E7"/>
                  </a:gs>
                  <a:gs pos="50000">
                    <a:srgbClr val="B8DCEC"/>
                  </a:gs>
                  <a:gs pos="100000">
                    <a:srgbClr val="88BDD8"/>
                  </a:gs>
                </a:gsLst>
                <a:lin ang="5400000" scaled="1"/>
              </a:gradFill>
              <a:ln w="7200" cap="flat">
                <a:solidFill>
                  <a:srgbClr val="5A7C8F"/>
                </a:solidFill>
              </a:ln>
              <a:effectLst/>
            </p:spPr>
          </p:sp>
          <p:sp>
            <p:nvSpPr>
              <p:cNvPr id="99" name="SCHEM_rect-0097"/>
              <p:cNvSpPr/>
              <p:nvPr/>
            </p:nvSpPr>
            <p:spPr>
              <a:xfrm>
                <a:off x="9201600" y="4017600"/>
                <a:ext cx="208800" cy="1533600"/>
              </a:xfrm>
              <a:prstGeom prst="rect">
                <a:avLst/>
              </a:prstGeom>
              <a:solidFill>
                <a:srgbClr val="DDDDDA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00" name="SCHEM_line-0098"/>
              <p:cNvCxnSpPr/>
              <p:nvPr/>
            </p:nvCxnSpPr>
            <p:spPr>
              <a:xfrm flipV="1">
                <a:off x="9208800" y="4024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01" name="SCHEM_line-0099"/>
              <p:cNvCxnSpPr/>
              <p:nvPr/>
            </p:nvCxnSpPr>
            <p:spPr>
              <a:xfrm flipV="1">
                <a:off x="9208800" y="4096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02" name="SCHEM_line-0100"/>
              <p:cNvCxnSpPr/>
              <p:nvPr/>
            </p:nvCxnSpPr>
            <p:spPr>
              <a:xfrm flipV="1">
                <a:off x="9208800" y="4168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03" name="SCHEM_line-0101"/>
              <p:cNvCxnSpPr/>
              <p:nvPr/>
            </p:nvCxnSpPr>
            <p:spPr>
              <a:xfrm flipV="1">
                <a:off x="9208800" y="4240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04" name="SCHEM_line-0102"/>
              <p:cNvCxnSpPr/>
              <p:nvPr/>
            </p:nvCxnSpPr>
            <p:spPr>
              <a:xfrm flipV="1">
                <a:off x="9208800" y="4312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05" name="SCHEM_line-0103"/>
              <p:cNvCxnSpPr/>
              <p:nvPr/>
            </p:nvCxnSpPr>
            <p:spPr>
              <a:xfrm flipV="1">
                <a:off x="9208800" y="4384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06" name="SCHEM_line-0104"/>
              <p:cNvCxnSpPr/>
              <p:nvPr/>
            </p:nvCxnSpPr>
            <p:spPr>
              <a:xfrm flipV="1">
                <a:off x="9208800" y="4456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07" name="SCHEM_line-0105"/>
              <p:cNvCxnSpPr/>
              <p:nvPr/>
            </p:nvCxnSpPr>
            <p:spPr>
              <a:xfrm flipV="1">
                <a:off x="9208800" y="4528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08" name="SCHEM_line-0106"/>
              <p:cNvCxnSpPr/>
              <p:nvPr/>
            </p:nvCxnSpPr>
            <p:spPr>
              <a:xfrm flipV="1">
                <a:off x="9208800" y="4600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09" name="SCHEM_line-0107"/>
              <p:cNvCxnSpPr/>
              <p:nvPr/>
            </p:nvCxnSpPr>
            <p:spPr>
              <a:xfrm flipV="1">
                <a:off x="9208800" y="4672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10" name="SCHEM_line-0108"/>
              <p:cNvCxnSpPr/>
              <p:nvPr/>
            </p:nvCxnSpPr>
            <p:spPr>
              <a:xfrm flipV="1">
                <a:off x="9208800" y="4744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11" name="SCHEM_line-0109"/>
              <p:cNvCxnSpPr/>
              <p:nvPr/>
            </p:nvCxnSpPr>
            <p:spPr>
              <a:xfrm flipV="1">
                <a:off x="9208800" y="4816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12" name="SCHEM_line-0110"/>
              <p:cNvCxnSpPr/>
              <p:nvPr/>
            </p:nvCxnSpPr>
            <p:spPr>
              <a:xfrm flipV="1">
                <a:off x="9208800" y="4888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13" name="SCHEM_line-0111"/>
              <p:cNvCxnSpPr/>
              <p:nvPr/>
            </p:nvCxnSpPr>
            <p:spPr>
              <a:xfrm flipV="1">
                <a:off x="9208800" y="4960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14" name="SCHEM_line-0112"/>
              <p:cNvCxnSpPr/>
              <p:nvPr/>
            </p:nvCxnSpPr>
            <p:spPr>
              <a:xfrm flipV="1">
                <a:off x="9208800" y="5032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15" name="SCHEM_line-0113"/>
              <p:cNvCxnSpPr/>
              <p:nvPr/>
            </p:nvCxnSpPr>
            <p:spPr>
              <a:xfrm flipV="1">
                <a:off x="9208800" y="5104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16" name="SCHEM_line-0114"/>
              <p:cNvCxnSpPr/>
              <p:nvPr/>
            </p:nvCxnSpPr>
            <p:spPr>
              <a:xfrm flipV="1">
                <a:off x="9208800" y="5176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17" name="SCHEM_line-0115"/>
              <p:cNvCxnSpPr/>
              <p:nvPr/>
            </p:nvCxnSpPr>
            <p:spPr>
              <a:xfrm flipV="1">
                <a:off x="9208800" y="5248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18" name="SCHEM_line-0116"/>
              <p:cNvCxnSpPr/>
              <p:nvPr/>
            </p:nvCxnSpPr>
            <p:spPr>
              <a:xfrm flipV="1">
                <a:off x="9208800" y="5320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19" name="SCHEM_line-0117"/>
              <p:cNvCxnSpPr/>
              <p:nvPr/>
            </p:nvCxnSpPr>
            <p:spPr>
              <a:xfrm flipV="1">
                <a:off x="9208800" y="5392800"/>
                <a:ext cx="194400" cy="576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20" name="SCHEM_line-0118"/>
              <p:cNvCxnSpPr/>
              <p:nvPr/>
            </p:nvCxnSpPr>
            <p:spPr>
              <a:xfrm flipV="1">
                <a:off x="8229600" y="4456800"/>
                <a:ext cx="1" cy="151200"/>
              </a:xfrm>
              <a:prstGeom prst="line">
                <a:avLst/>
              </a:prstGeom>
              <a:noFill/>
              <a:ln w="20160" cap="flat">
                <a:solidFill>
                  <a:srgbClr val="2685B5"/>
                </a:solidFill>
                <a:tailEnd type="triangle" w="med" len="med"/>
              </a:ln>
              <a:effectLst/>
            </p:spPr>
          </p:cxnSp>
          <p:cxnSp>
            <p:nvCxnSpPr>
              <p:cNvPr id="121" name="SCHEM_line-0119"/>
              <p:cNvCxnSpPr/>
              <p:nvPr/>
            </p:nvCxnSpPr>
            <p:spPr>
              <a:xfrm>
                <a:off x="8229600" y="5047200"/>
                <a:ext cx="1" cy="151200"/>
              </a:xfrm>
              <a:prstGeom prst="line">
                <a:avLst/>
              </a:prstGeom>
              <a:noFill/>
              <a:ln w="20160" cap="flat">
                <a:solidFill>
                  <a:srgbClr val="2685B5"/>
                </a:solidFill>
                <a:tailEnd type="triangle" w="med" len="med"/>
              </a:ln>
              <a:effectLst/>
            </p:spPr>
          </p:cxnSp>
          <p:cxnSp>
            <p:nvCxnSpPr>
              <p:cNvPr id="122" name="SCHEM_line-0120"/>
              <p:cNvCxnSpPr/>
              <p:nvPr/>
            </p:nvCxnSpPr>
            <p:spPr>
              <a:xfrm flipH="1">
                <a:off x="7804800" y="4824000"/>
                <a:ext cx="144000" cy="1"/>
              </a:xfrm>
              <a:prstGeom prst="line">
                <a:avLst/>
              </a:prstGeom>
              <a:noFill/>
              <a:ln w="20160" cap="flat">
                <a:solidFill>
                  <a:srgbClr val="2685B5"/>
                </a:solidFill>
                <a:tailEnd type="triangle" w="med" len="med"/>
              </a:ln>
              <a:effectLst/>
            </p:spPr>
          </p:cxnSp>
        </p:grpSp>
        <p:sp>
          <p:nvSpPr>
            <p:cNvPr id="123" name="SCHEM_text-0121"/>
            <p:cNvSpPr txBox="1"/>
            <p:nvPr/>
          </p:nvSpPr>
          <p:spPr>
            <a:xfrm>
              <a:off x="7401600" y="3844800"/>
              <a:ext cx="2160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Cavity volume changes</a:t>
              </a:r>
              <a:endParaRPr lang="en-US" sz="1531"/>
            </a:p>
          </p:txBody>
        </p:sp>
        <p:cxnSp>
          <p:nvCxnSpPr>
            <p:cNvPr id="124" name="SCHEM_line-0122"/>
            <p:cNvCxnSpPr/>
            <p:nvPr/>
          </p:nvCxnSpPr>
          <p:spPr>
            <a:xfrm>
              <a:off x="8373600" y="4068000"/>
              <a:ext cx="403200" cy="5616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25" name="SCHEM_ellipse-0123"/>
            <p:cNvSpPr/>
            <p:nvPr/>
          </p:nvSpPr>
          <p:spPr>
            <a:xfrm>
              <a:off x="8755200" y="46080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126" name="SCHEM_text-0124"/>
            <p:cNvSpPr txBox="1"/>
            <p:nvPr/>
          </p:nvSpPr>
          <p:spPr>
            <a:xfrm>
              <a:off x="6696000" y="5637600"/>
              <a:ext cx="3024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Contact-constrained inflation</a:t>
              </a:r>
              <a:endParaRPr lang="en-US" sz="1531"/>
            </a:p>
          </p:txBody>
        </p:sp>
        <p:grpSp>
          <p:nvGrpSpPr>
            <p:cNvPr id="127" name="SCHEM_contact-detail"/>
            <p:cNvGrpSpPr/>
            <p:nvPr/>
          </p:nvGrpSpPr>
          <p:grpSpPr>
            <a:xfrm>
              <a:off x="9864000" y="4053600"/>
              <a:ext cx="1519200" cy="1706400"/>
              <a:chOff x="9864000" y="4053600"/>
              <a:chExt cx="1519200" cy="1706400"/>
            </a:xfrm>
          </p:grpSpPr>
          <p:sp>
            <p:nvSpPr>
              <p:cNvPr id="128" name="SCHEM_rect-0126"/>
              <p:cNvSpPr/>
              <p:nvPr/>
            </p:nvSpPr>
            <p:spPr>
              <a:xfrm>
                <a:off x="9864000" y="4053600"/>
                <a:ext cx="1519200" cy="1706400"/>
              </a:xfrm>
              <a:prstGeom prst="rect">
                <a:avLst/>
              </a:prstGeom>
              <a:noFill/>
              <a:ln w="7200" cap="flat">
                <a:solidFill>
                  <a:srgbClr val="777777"/>
                </a:solidFill>
                <a:prstDash val="dash"/>
              </a:ln>
              <a:effectLst/>
            </p:spPr>
          </p:sp>
          <p:sp>
            <p:nvSpPr>
              <p:cNvPr id="129" name="SCHEM_rect-0127"/>
              <p:cNvSpPr/>
              <p:nvPr/>
            </p:nvSpPr>
            <p:spPr>
              <a:xfrm>
                <a:off x="9900000" y="4809600"/>
                <a:ext cx="648000" cy="792000"/>
              </a:xfrm>
              <a:prstGeom prst="rect">
                <a:avLst/>
              </a:prstGeom>
              <a:solidFill>
                <a:srgbClr val="AAD4E8"/>
              </a:solidFill>
              <a:ln w="9360" cap="flat">
                <a:noFill/>
              </a:ln>
              <a:effectLst/>
            </p:spPr>
          </p:sp>
          <p:sp>
            <p:nvSpPr>
              <p:cNvPr id="130" name="SCHEM_path-0128"/>
              <p:cNvSpPr/>
              <p:nvPr/>
            </p:nvSpPr>
            <p:spPr>
              <a:xfrm>
                <a:off x="10476000" y="4809600"/>
                <a:ext cx="439200" cy="792000"/>
              </a:xfrm>
              <a:custGeom>
                <a:avLst/>
                <a:gdLst/>
                <a:ahLst/>
                <a:cxnLst/>
                <a:rect l="0" t="0" r="r" b="b"/>
                <a:pathLst>
                  <a:path w="439200" h="792000">
                    <a:moveTo>
                      <a:pt x="0" y="0"/>
                    </a:moveTo>
                    <a:cubicBezTo>
                      <a:pt x="36000" y="216000"/>
                      <a:pt x="208800" y="460800"/>
                      <a:pt x="21600" y="792000"/>
                    </a:cubicBezTo>
                    <a:lnTo>
                      <a:pt x="230400" y="792000"/>
                    </a:lnTo>
                    <a:cubicBezTo>
                      <a:pt x="439200" y="460800"/>
                      <a:pt x="266400" y="216000"/>
                      <a:pt x="230400" y="0"/>
                    </a:cubicBezTo>
                    <a:close/>
                  </a:path>
                </a:pathLst>
              </a:custGeom>
              <a:solidFill>
                <a:srgbClr val="C8C8C4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31" name="SCHEM_rect-0129"/>
              <p:cNvSpPr/>
              <p:nvPr/>
            </p:nvSpPr>
            <p:spPr>
              <a:xfrm>
                <a:off x="10728000" y="4168800"/>
                <a:ext cx="165600" cy="1432800"/>
              </a:xfrm>
              <a:prstGeom prst="rect">
                <a:avLst/>
              </a:prstGeom>
              <a:solidFill>
                <a:srgbClr val="DDDDD7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32" name="SCHEM_line-0130"/>
              <p:cNvCxnSpPr/>
              <p:nvPr/>
            </p:nvCxnSpPr>
            <p:spPr>
              <a:xfrm flipV="1">
                <a:off x="10742400" y="4190400"/>
                <a:ext cx="136800" cy="504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33" name="SCHEM_line-0131"/>
              <p:cNvCxnSpPr/>
              <p:nvPr/>
            </p:nvCxnSpPr>
            <p:spPr>
              <a:xfrm flipV="1">
                <a:off x="10742400" y="4291200"/>
                <a:ext cx="136800" cy="504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34" name="SCHEM_line-0132"/>
              <p:cNvCxnSpPr/>
              <p:nvPr/>
            </p:nvCxnSpPr>
            <p:spPr>
              <a:xfrm flipV="1">
                <a:off x="10742400" y="4392000"/>
                <a:ext cx="136800" cy="504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35" name="SCHEM_line-0133"/>
              <p:cNvCxnSpPr/>
              <p:nvPr/>
            </p:nvCxnSpPr>
            <p:spPr>
              <a:xfrm flipV="1">
                <a:off x="10742400" y="4492800"/>
                <a:ext cx="136800" cy="504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36" name="SCHEM_line-0134"/>
              <p:cNvCxnSpPr/>
              <p:nvPr/>
            </p:nvCxnSpPr>
            <p:spPr>
              <a:xfrm flipV="1">
                <a:off x="10742400" y="4593600"/>
                <a:ext cx="136800" cy="504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37" name="SCHEM_line-0135"/>
              <p:cNvCxnSpPr/>
              <p:nvPr/>
            </p:nvCxnSpPr>
            <p:spPr>
              <a:xfrm flipV="1">
                <a:off x="10742400" y="4694400"/>
                <a:ext cx="136800" cy="504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38" name="SCHEM_line-0136"/>
              <p:cNvCxnSpPr/>
              <p:nvPr/>
            </p:nvCxnSpPr>
            <p:spPr>
              <a:xfrm flipV="1">
                <a:off x="10742400" y="4795200"/>
                <a:ext cx="136800" cy="504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39" name="SCHEM_line-0137"/>
              <p:cNvCxnSpPr/>
              <p:nvPr/>
            </p:nvCxnSpPr>
            <p:spPr>
              <a:xfrm flipV="1">
                <a:off x="10742400" y="4896000"/>
                <a:ext cx="136800" cy="504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40" name="SCHEM_line-0138"/>
              <p:cNvCxnSpPr/>
              <p:nvPr/>
            </p:nvCxnSpPr>
            <p:spPr>
              <a:xfrm flipV="1">
                <a:off x="10742400" y="4996800"/>
                <a:ext cx="136800" cy="504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41" name="SCHEM_line-0139"/>
              <p:cNvCxnSpPr/>
              <p:nvPr/>
            </p:nvCxnSpPr>
            <p:spPr>
              <a:xfrm flipV="1">
                <a:off x="10742400" y="5097600"/>
                <a:ext cx="136800" cy="504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42" name="SCHEM_line-0140"/>
              <p:cNvCxnSpPr/>
              <p:nvPr/>
            </p:nvCxnSpPr>
            <p:spPr>
              <a:xfrm flipV="1">
                <a:off x="10742400" y="5198400"/>
                <a:ext cx="136800" cy="504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43" name="SCHEM_line-0141"/>
              <p:cNvCxnSpPr/>
              <p:nvPr/>
            </p:nvCxnSpPr>
            <p:spPr>
              <a:xfrm flipV="1">
                <a:off x="10742400" y="5299200"/>
                <a:ext cx="136800" cy="504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44" name="SCHEM_line-0142"/>
              <p:cNvCxnSpPr/>
              <p:nvPr/>
            </p:nvCxnSpPr>
            <p:spPr>
              <a:xfrm flipV="1">
                <a:off x="10742400" y="5400000"/>
                <a:ext cx="136800" cy="504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  <p:cxnSp>
            <p:nvCxnSpPr>
              <p:cNvPr id="145" name="SCHEM_line-0143"/>
              <p:cNvCxnSpPr/>
              <p:nvPr/>
            </p:nvCxnSpPr>
            <p:spPr>
              <a:xfrm flipV="1">
                <a:off x="10742400" y="5500800"/>
                <a:ext cx="136800" cy="50400"/>
              </a:xfrm>
              <a:prstGeom prst="line">
                <a:avLst/>
              </a:prstGeom>
              <a:noFill/>
              <a:ln w="5040" cap="flat">
                <a:solidFill>
                  <a:srgbClr val="999991"/>
                </a:solidFill>
              </a:ln>
              <a:effectLst/>
            </p:spPr>
          </p:cxnSp>
        </p:grpSp>
        <p:sp>
          <p:nvSpPr>
            <p:cNvPr id="146" name="SCHEM_text-0144"/>
            <p:cNvSpPr txBox="1"/>
            <p:nvPr/>
          </p:nvSpPr>
          <p:spPr>
            <a:xfrm>
              <a:off x="9907200" y="4248000"/>
              <a:ext cx="792000" cy="3470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90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Deformable</a:t>
              </a:r>
              <a:endParaRPr lang="en-US" sz="907"/>
            </a:p>
            <a:p>
              <a:pPr algn="ctr">
                <a:buNone/>
              </a:pPr>
              <a:r>
                <a:rPr lang="en-US" sz="90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chamber wall</a:t>
              </a:r>
              <a:endParaRPr lang="en-US" sz="907"/>
            </a:p>
          </p:txBody>
        </p:sp>
        <p:cxnSp>
          <p:nvCxnSpPr>
            <p:cNvPr id="147" name="SCHEM_line-0145"/>
            <p:cNvCxnSpPr/>
            <p:nvPr/>
          </p:nvCxnSpPr>
          <p:spPr>
            <a:xfrm>
              <a:off x="10324800" y="4586400"/>
              <a:ext cx="374400" cy="2232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48" name="SCHEM_ellipse-0146"/>
            <p:cNvSpPr/>
            <p:nvPr/>
          </p:nvSpPr>
          <p:spPr>
            <a:xfrm>
              <a:off x="10677600" y="47880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149" name="SCHEM_text-0147"/>
            <p:cNvSpPr txBox="1"/>
            <p:nvPr/>
          </p:nvSpPr>
          <p:spPr>
            <a:xfrm>
              <a:off x="10908000" y="4953600"/>
              <a:ext cx="576000" cy="3470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90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Rigid</a:t>
              </a:r>
              <a:endParaRPr lang="en-US" sz="907"/>
            </a:p>
            <a:p>
              <a:pPr algn="l">
                <a:buNone/>
              </a:pPr>
              <a:r>
                <a:rPr lang="en-US" sz="90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boundary</a:t>
              </a:r>
              <a:endParaRPr lang="en-US" sz="907"/>
            </a:p>
          </p:txBody>
        </p:sp>
        <p:cxnSp>
          <p:nvCxnSpPr>
            <p:cNvPr id="150" name="SCHEM_line-0148"/>
            <p:cNvCxnSpPr/>
            <p:nvPr/>
          </p:nvCxnSpPr>
          <p:spPr>
            <a:xfrm flipH="1">
              <a:off x="10843200" y="5277600"/>
              <a:ext cx="136800" cy="936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51" name="SCHEM_ellipse-0149"/>
            <p:cNvSpPr/>
            <p:nvPr/>
          </p:nvSpPr>
          <p:spPr>
            <a:xfrm>
              <a:off x="10821600" y="53496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152" name="SCHEM_text-0150"/>
            <p:cNvSpPr txBox="1"/>
            <p:nvPr/>
          </p:nvSpPr>
          <p:spPr>
            <a:xfrm>
              <a:off x="201600" y="6228000"/>
              <a:ext cx="11088000" cy="2304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Nature Communications (2024) | doi:10.1038/s41467-023-44517-z | Conceptual geometry; not to scale.</a:t>
              </a:r>
              <a:endParaRPr lang="en-US" sz="1134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  <p:grpSp>
        <p:nvGrpSpPr>
          <p:cNvPr id="2" name="SCHEM_figure"/>
          <p:cNvGrpSpPr/>
          <p:nvPr/>
        </p:nvGrpSpPr>
        <p:grpSpPr>
          <a:xfrm>
            <a:off x="172800" y="57600"/>
            <a:ext cx="11340000" cy="6417360"/>
            <a:chOff x="172800" y="57600"/>
            <a:chExt cx="11340000" cy="6417360"/>
          </a:xfrm>
        </p:grpSpPr>
        <p:sp>
          <p:nvSpPr>
            <p:cNvPr id="3" name="SCHEM_text-0001"/>
            <p:cNvSpPr txBox="1"/>
            <p:nvPr/>
          </p:nvSpPr>
          <p:spPr>
            <a:xfrm>
              <a:off x="172800" y="57600"/>
              <a:ext cx="10440000" cy="4150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2211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Solar evaporation and edge crystallization</a:t>
              </a:r>
              <a:endParaRPr lang="en-US" sz="2211"/>
            </a:p>
          </p:txBody>
        </p:sp>
        <p:sp>
          <p:nvSpPr>
            <p:cNvPr id="4" name="SCHEM_ellipse-0002"/>
            <p:cNvSpPr/>
            <p:nvPr/>
          </p:nvSpPr>
          <p:spPr>
            <a:xfrm>
              <a:off x="504000" y="691200"/>
              <a:ext cx="410400" cy="410400"/>
            </a:xfrm>
            <a:prstGeom prst="ellipse">
              <a:avLst/>
            </a:prstGeom>
            <a:solidFill>
              <a:srgbClr val="FFE7AD"/>
            </a:solidFill>
            <a:ln w="14400" cap="flat">
              <a:solidFill>
                <a:srgbClr val="E5A832"/>
              </a:solidFill>
            </a:ln>
            <a:effectLst/>
          </p:spPr>
        </p:sp>
        <p:cxnSp>
          <p:nvCxnSpPr>
            <p:cNvPr id="5" name="SCHEM_line-0003"/>
            <p:cNvCxnSpPr/>
            <p:nvPr/>
          </p:nvCxnSpPr>
          <p:spPr>
            <a:xfrm>
              <a:off x="993600" y="892800"/>
              <a:ext cx="136800" cy="1"/>
            </a:xfrm>
            <a:prstGeom prst="line">
              <a:avLst/>
            </a:prstGeom>
            <a:noFill/>
            <a:ln w="16560" cap="flat">
              <a:solidFill>
                <a:srgbClr val="E9AE3D"/>
              </a:solidFill>
            </a:ln>
            <a:effectLst/>
          </p:spPr>
        </p:cxnSp>
        <p:cxnSp>
          <p:nvCxnSpPr>
            <p:cNvPr id="6" name="SCHEM_line-0004"/>
            <p:cNvCxnSpPr/>
            <p:nvPr/>
          </p:nvCxnSpPr>
          <p:spPr>
            <a:xfrm>
              <a:off x="939972" y="1057850"/>
              <a:ext cx="110674" cy="80409"/>
            </a:xfrm>
            <a:prstGeom prst="line">
              <a:avLst/>
            </a:prstGeom>
            <a:noFill/>
            <a:ln w="16560" cap="flat">
              <a:solidFill>
                <a:srgbClr val="E9AE3D"/>
              </a:solidFill>
            </a:ln>
            <a:effectLst/>
          </p:spPr>
        </p:cxnSp>
        <p:cxnSp>
          <p:nvCxnSpPr>
            <p:cNvPr id="7" name="SCHEM_line-0005"/>
            <p:cNvCxnSpPr/>
            <p:nvPr/>
          </p:nvCxnSpPr>
          <p:spPr>
            <a:xfrm>
              <a:off x="799572" y="1159857"/>
              <a:ext cx="42274" cy="130105"/>
            </a:xfrm>
            <a:prstGeom prst="line">
              <a:avLst/>
            </a:prstGeom>
            <a:noFill/>
            <a:ln w="16560" cap="flat">
              <a:solidFill>
                <a:srgbClr val="E9AE3D"/>
              </a:solidFill>
            </a:ln>
            <a:effectLst/>
          </p:spPr>
        </p:cxnSp>
        <p:cxnSp>
          <p:nvCxnSpPr>
            <p:cNvPr id="8" name="SCHEM_line-0006"/>
            <p:cNvCxnSpPr/>
            <p:nvPr/>
          </p:nvCxnSpPr>
          <p:spPr>
            <a:xfrm flipH="1">
              <a:off x="583755" y="1159857"/>
              <a:ext cx="42274" cy="130105"/>
            </a:xfrm>
            <a:prstGeom prst="line">
              <a:avLst/>
            </a:prstGeom>
            <a:noFill/>
            <a:ln w="16560" cap="flat">
              <a:solidFill>
                <a:srgbClr val="E9AE3D"/>
              </a:solidFill>
            </a:ln>
            <a:effectLst/>
          </p:spPr>
        </p:cxnSp>
        <p:cxnSp>
          <p:nvCxnSpPr>
            <p:cNvPr id="9" name="SCHEM_line-0007"/>
            <p:cNvCxnSpPr/>
            <p:nvPr/>
          </p:nvCxnSpPr>
          <p:spPr>
            <a:xfrm flipH="1">
              <a:off x="374955" y="1057850"/>
              <a:ext cx="110674" cy="80409"/>
            </a:xfrm>
            <a:prstGeom prst="line">
              <a:avLst/>
            </a:prstGeom>
            <a:noFill/>
            <a:ln w="16560" cap="flat">
              <a:solidFill>
                <a:srgbClr val="E9AE3D"/>
              </a:solidFill>
            </a:ln>
            <a:effectLst/>
          </p:spPr>
        </p:cxnSp>
        <p:cxnSp>
          <p:nvCxnSpPr>
            <p:cNvPr id="10" name="SCHEM_line-0008"/>
            <p:cNvCxnSpPr/>
            <p:nvPr/>
          </p:nvCxnSpPr>
          <p:spPr>
            <a:xfrm flipH="1">
              <a:off x="295200" y="892800"/>
              <a:ext cx="136800" cy="1"/>
            </a:xfrm>
            <a:prstGeom prst="line">
              <a:avLst/>
            </a:prstGeom>
            <a:noFill/>
            <a:ln w="16560" cap="flat">
              <a:solidFill>
                <a:srgbClr val="E9AE3D"/>
              </a:solidFill>
            </a:ln>
            <a:effectLst/>
          </p:spPr>
        </p:cxnSp>
        <p:cxnSp>
          <p:nvCxnSpPr>
            <p:cNvPr id="11" name="SCHEM_line-0009"/>
            <p:cNvCxnSpPr/>
            <p:nvPr/>
          </p:nvCxnSpPr>
          <p:spPr>
            <a:xfrm flipH="1" flipV="1">
              <a:off x="374955" y="647341"/>
              <a:ext cx="110674" cy="80409"/>
            </a:xfrm>
            <a:prstGeom prst="line">
              <a:avLst/>
            </a:prstGeom>
            <a:noFill/>
            <a:ln w="16560" cap="flat">
              <a:solidFill>
                <a:srgbClr val="E9AE3D"/>
              </a:solidFill>
            </a:ln>
            <a:effectLst/>
          </p:spPr>
        </p:cxnSp>
        <p:cxnSp>
          <p:nvCxnSpPr>
            <p:cNvPr id="12" name="SCHEM_line-0010"/>
            <p:cNvCxnSpPr/>
            <p:nvPr/>
          </p:nvCxnSpPr>
          <p:spPr>
            <a:xfrm flipH="1" flipV="1">
              <a:off x="583755" y="495639"/>
              <a:ext cx="42274" cy="130105"/>
            </a:xfrm>
            <a:prstGeom prst="line">
              <a:avLst/>
            </a:prstGeom>
            <a:noFill/>
            <a:ln w="16560" cap="flat">
              <a:solidFill>
                <a:srgbClr val="E9AE3D"/>
              </a:solidFill>
            </a:ln>
            <a:effectLst/>
          </p:spPr>
        </p:cxnSp>
        <p:cxnSp>
          <p:nvCxnSpPr>
            <p:cNvPr id="13" name="SCHEM_line-0011"/>
            <p:cNvCxnSpPr/>
            <p:nvPr/>
          </p:nvCxnSpPr>
          <p:spPr>
            <a:xfrm flipV="1">
              <a:off x="799572" y="495639"/>
              <a:ext cx="42274" cy="130105"/>
            </a:xfrm>
            <a:prstGeom prst="line">
              <a:avLst/>
            </a:prstGeom>
            <a:noFill/>
            <a:ln w="16560" cap="flat">
              <a:solidFill>
                <a:srgbClr val="E9AE3D"/>
              </a:solidFill>
            </a:ln>
            <a:effectLst/>
          </p:spPr>
        </p:cxnSp>
        <p:cxnSp>
          <p:nvCxnSpPr>
            <p:cNvPr id="14" name="SCHEM_line-0012"/>
            <p:cNvCxnSpPr/>
            <p:nvPr/>
          </p:nvCxnSpPr>
          <p:spPr>
            <a:xfrm flipV="1">
              <a:off x="939972" y="647341"/>
              <a:ext cx="110674" cy="80409"/>
            </a:xfrm>
            <a:prstGeom prst="line">
              <a:avLst/>
            </a:prstGeom>
            <a:noFill/>
            <a:ln w="16560" cap="flat">
              <a:solidFill>
                <a:srgbClr val="E9AE3D"/>
              </a:solidFill>
            </a:ln>
            <a:effectLst/>
          </p:spPr>
        </p:cxnSp>
        <p:sp>
          <p:nvSpPr>
            <p:cNvPr id="15" name="SCHEM_text-0013"/>
            <p:cNvSpPr txBox="1"/>
            <p:nvPr/>
          </p:nvSpPr>
          <p:spPr>
            <a:xfrm>
              <a:off x="1411200" y="619200"/>
              <a:ext cx="1872000" cy="541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Solar</a:t>
              </a:r>
              <a:endParaRPr lang="en-US" sz="1474"/>
            </a:p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irradiation</a:t>
              </a:r>
              <a:endParaRPr lang="en-US" sz="1474"/>
            </a:p>
          </p:txBody>
        </p:sp>
        <p:cxnSp>
          <p:nvCxnSpPr>
            <p:cNvPr id="16" name="SCHEM_line-0014"/>
            <p:cNvCxnSpPr/>
            <p:nvPr/>
          </p:nvCxnSpPr>
          <p:spPr>
            <a:xfrm>
              <a:off x="957600" y="1353600"/>
              <a:ext cx="518400" cy="576000"/>
            </a:xfrm>
            <a:prstGeom prst="line">
              <a:avLst/>
            </a:prstGeom>
            <a:noFill/>
            <a:ln w="28800" cap="flat">
              <a:solidFill>
                <a:srgbClr val="EDBA58"/>
              </a:solidFill>
              <a:tailEnd type="triangle" w="med" len="med"/>
            </a:ln>
            <a:effectLst/>
          </p:spPr>
        </p:cxnSp>
        <p:cxnSp>
          <p:nvCxnSpPr>
            <p:cNvPr id="17" name="SCHEM_line-0015"/>
            <p:cNvCxnSpPr/>
            <p:nvPr/>
          </p:nvCxnSpPr>
          <p:spPr>
            <a:xfrm>
              <a:off x="1144800" y="1209600"/>
              <a:ext cx="583200" cy="640800"/>
            </a:xfrm>
            <a:prstGeom prst="line">
              <a:avLst/>
            </a:prstGeom>
            <a:noFill/>
            <a:ln w="28800" cap="flat">
              <a:solidFill>
                <a:srgbClr val="EDBA58"/>
              </a:solidFill>
              <a:tailEnd type="triangle" w="med" len="med"/>
            </a:ln>
            <a:effectLst/>
          </p:spPr>
        </p:cxnSp>
        <p:cxnSp>
          <p:nvCxnSpPr>
            <p:cNvPr id="18" name="SCHEM_line-0016"/>
            <p:cNvCxnSpPr/>
            <p:nvPr/>
          </p:nvCxnSpPr>
          <p:spPr>
            <a:xfrm>
              <a:off x="1303200" y="1008000"/>
              <a:ext cx="640800" cy="691200"/>
            </a:xfrm>
            <a:prstGeom prst="line">
              <a:avLst/>
            </a:prstGeom>
            <a:noFill/>
            <a:ln w="28800" cap="flat">
              <a:solidFill>
                <a:srgbClr val="EDBA58"/>
              </a:solidFill>
              <a:tailEnd type="triangle" w="med" len="med"/>
            </a:ln>
            <a:effectLst/>
          </p:spPr>
        </p:cxnSp>
        <p:cxnSp>
          <p:nvCxnSpPr>
            <p:cNvPr id="19" name="SCHEM_line-0017"/>
            <p:cNvCxnSpPr/>
            <p:nvPr/>
          </p:nvCxnSpPr>
          <p:spPr>
            <a:xfrm>
              <a:off x="1656000" y="1029600"/>
              <a:ext cx="576000" cy="583200"/>
            </a:xfrm>
            <a:prstGeom prst="line">
              <a:avLst/>
            </a:prstGeom>
            <a:noFill/>
            <a:ln w="28800" cap="flat">
              <a:solidFill>
                <a:srgbClr val="EDBA58"/>
              </a:solidFill>
              <a:tailEnd type="triangle" w="med" len="med"/>
            </a:ln>
            <a:effectLst/>
          </p:spPr>
        </p:cxnSp>
        <p:grpSp>
          <p:nvGrpSpPr>
            <p:cNvPr id="20" name="SCHEM_wick-and-evaporator"/>
            <p:cNvGrpSpPr/>
            <p:nvPr/>
          </p:nvGrpSpPr>
          <p:grpSpPr>
            <a:xfrm>
              <a:off x="453600" y="1106864"/>
              <a:ext cx="5734012" cy="4897936"/>
              <a:chOff x="453600" y="1106864"/>
              <a:chExt cx="5734012" cy="4897936"/>
            </a:xfrm>
          </p:grpSpPr>
          <p:sp>
            <p:nvSpPr>
              <p:cNvPr id="21" name="SCHEM_path-0019"/>
              <p:cNvSpPr/>
              <p:nvPr/>
            </p:nvSpPr>
            <p:spPr>
              <a:xfrm>
                <a:off x="453600" y="4881600"/>
                <a:ext cx="3722400" cy="1123200"/>
              </a:xfrm>
              <a:custGeom>
                <a:avLst/>
                <a:gdLst/>
                <a:ahLst/>
                <a:cxnLst/>
                <a:rect l="0" t="0" r="r" b="b"/>
                <a:pathLst>
                  <a:path w="3722400" h="1123200">
                    <a:moveTo>
                      <a:pt x="0" y="0"/>
                    </a:moveTo>
                    <a:lnTo>
                      <a:pt x="86400" y="1022400"/>
                    </a:lnTo>
                    <a:cubicBezTo>
                      <a:pt x="93600" y="1108800"/>
                      <a:pt x="187200" y="1123200"/>
                      <a:pt x="295200" y="1123200"/>
                    </a:cubicBezTo>
                    <a:lnTo>
                      <a:pt x="3506400" y="1123200"/>
                    </a:lnTo>
                    <a:cubicBezTo>
                      <a:pt x="3621600" y="1123200"/>
                      <a:pt x="3650400" y="1072800"/>
                      <a:pt x="3657600" y="993600"/>
                    </a:cubicBezTo>
                    <a:lnTo>
                      <a:pt x="3722400" y="0"/>
                    </a:lnTo>
                    <a:lnTo>
                      <a:pt x="3657600" y="0"/>
                    </a:lnTo>
                    <a:lnTo>
                      <a:pt x="3592800" y="972000"/>
                    </a:lnTo>
                    <a:cubicBezTo>
                      <a:pt x="3585600" y="1036800"/>
                      <a:pt x="3556800" y="1044000"/>
                      <a:pt x="3499200" y="1044000"/>
                    </a:cubicBezTo>
                    <a:lnTo>
                      <a:pt x="295200" y="1044000"/>
                    </a:lnTo>
                    <a:cubicBezTo>
                      <a:pt x="194400" y="1044000"/>
                      <a:pt x="158400" y="1029600"/>
                      <a:pt x="151200" y="950400"/>
                    </a:cubicBezTo>
                    <a:lnTo>
                      <a:pt x="64800" y="0"/>
                    </a:lnTo>
                    <a:close/>
                  </a:path>
                </a:pathLst>
              </a:custGeom>
              <a:solidFill>
                <a:srgbClr val="D0D1CD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2" name="SCHEM_path-0020"/>
              <p:cNvSpPr/>
              <p:nvPr/>
            </p:nvSpPr>
            <p:spPr>
              <a:xfrm>
                <a:off x="540000" y="4953600"/>
                <a:ext cx="3549600" cy="928800"/>
              </a:xfrm>
              <a:custGeom>
                <a:avLst/>
                <a:gdLst/>
                <a:ahLst/>
                <a:cxnLst/>
                <a:rect l="0" t="0" r="r" b="b"/>
                <a:pathLst>
                  <a:path w="3549600" h="928800">
                    <a:moveTo>
                      <a:pt x="0" y="57600"/>
                    </a:moveTo>
                    <a:cubicBezTo>
                      <a:pt x="684000" y="0"/>
                      <a:pt x="1260000" y="93600"/>
                      <a:pt x="1872000" y="57600"/>
                    </a:cubicBezTo>
                    <a:cubicBezTo>
                      <a:pt x="2556000" y="7200"/>
                      <a:pt x="3060000" y="86400"/>
                      <a:pt x="3549600" y="50400"/>
                    </a:cubicBezTo>
                    <a:lnTo>
                      <a:pt x="3492000" y="928800"/>
                    </a:lnTo>
                    <a:lnTo>
                      <a:pt x="86400" y="928800"/>
                    </a:lnTo>
                    <a:close/>
                  </a:path>
                </a:pathLst>
              </a:custGeom>
              <a:solidFill>
                <a:srgbClr val="9ED2E7"/>
              </a:solidFill>
              <a:ln w="10800" cap="flat">
                <a:solidFill>
                  <a:srgbClr val="308AB1"/>
                </a:solidFill>
              </a:ln>
              <a:effectLst/>
            </p:spPr>
          </p:sp>
          <p:sp>
            <p:nvSpPr>
              <p:cNvPr id="23" name="SCHEM_polygon-0021"/>
              <p:cNvSpPr/>
              <p:nvPr/>
            </p:nvSpPr>
            <p:spPr>
              <a:xfrm>
                <a:off x="1440000" y="2570400"/>
                <a:ext cx="691200" cy="2822400"/>
              </a:xfrm>
              <a:custGeom>
                <a:avLst/>
                <a:gdLst/>
                <a:ahLst/>
                <a:cxnLst/>
                <a:rect l="0" t="0" r="r" b="b"/>
                <a:pathLst>
                  <a:path w="691200" h="2822400">
                    <a:moveTo>
                      <a:pt x="367200" y="0"/>
                    </a:moveTo>
                    <a:lnTo>
                      <a:pt x="691200" y="7200"/>
                    </a:lnTo>
                    <a:lnTo>
                      <a:pt x="475200" y="2822400"/>
                    </a:lnTo>
                    <a:lnTo>
                      <a:pt x="0" y="2822400"/>
                    </a:lnTo>
                    <a:close/>
                  </a:path>
                </a:pathLst>
              </a:custGeom>
              <a:solidFill>
                <a:srgbClr val="8DA8AB"/>
              </a:solidFill>
              <a:ln w="1152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24" name="SCHEM_line-0022"/>
              <p:cNvCxnSpPr/>
              <p:nvPr/>
            </p:nvCxnSpPr>
            <p:spPr>
              <a:xfrm flipH="1">
                <a:off x="1440000" y="2570400"/>
                <a:ext cx="367200" cy="28224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25" name="SCHEM_line-0023"/>
              <p:cNvCxnSpPr/>
              <p:nvPr/>
            </p:nvCxnSpPr>
            <p:spPr>
              <a:xfrm flipH="1">
                <a:off x="1440000" y="2570400"/>
                <a:ext cx="367200" cy="28224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26" name="SCHEM_line-0024"/>
              <p:cNvCxnSpPr/>
              <p:nvPr/>
            </p:nvCxnSpPr>
            <p:spPr>
              <a:xfrm flipH="1">
                <a:off x="1558800" y="2572200"/>
                <a:ext cx="329400" cy="28206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27" name="SCHEM_line-0025"/>
              <p:cNvCxnSpPr/>
              <p:nvPr/>
            </p:nvCxnSpPr>
            <p:spPr>
              <a:xfrm flipH="1">
                <a:off x="1558800" y="2572200"/>
                <a:ext cx="329400" cy="28206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28" name="SCHEM_line-0026"/>
              <p:cNvCxnSpPr/>
              <p:nvPr/>
            </p:nvCxnSpPr>
            <p:spPr>
              <a:xfrm flipH="1">
                <a:off x="1677600" y="2574000"/>
                <a:ext cx="291600" cy="28188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29" name="SCHEM_line-0027"/>
              <p:cNvCxnSpPr/>
              <p:nvPr/>
            </p:nvCxnSpPr>
            <p:spPr>
              <a:xfrm flipH="1">
                <a:off x="1677600" y="2574000"/>
                <a:ext cx="291600" cy="28188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30" name="SCHEM_line-0028"/>
              <p:cNvCxnSpPr/>
              <p:nvPr/>
            </p:nvCxnSpPr>
            <p:spPr>
              <a:xfrm flipH="1">
                <a:off x="1796400" y="2575800"/>
                <a:ext cx="253800" cy="28170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31" name="SCHEM_line-0029"/>
              <p:cNvCxnSpPr/>
              <p:nvPr/>
            </p:nvCxnSpPr>
            <p:spPr>
              <a:xfrm flipH="1">
                <a:off x="1796400" y="2575800"/>
                <a:ext cx="253800" cy="28170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32" name="SCHEM_line-0030"/>
              <p:cNvCxnSpPr/>
              <p:nvPr/>
            </p:nvCxnSpPr>
            <p:spPr>
              <a:xfrm flipH="1">
                <a:off x="1915200" y="2577600"/>
                <a:ext cx="216000" cy="28152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33" name="SCHEM_line-0031"/>
              <p:cNvCxnSpPr/>
              <p:nvPr/>
            </p:nvCxnSpPr>
            <p:spPr>
              <a:xfrm flipH="1">
                <a:off x="1915200" y="2577600"/>
                <a:ext cx="216000" cy="28152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34" name="SCHEM_line-0032"/>
              <p:cNvCxnSpPr/>
              <p:nvPr/>
            </p:nvCxnSpPr>
            <p:spPr>
              <a:xfrm>
                <a:off x="1807200" y="2570400"/>
                <a:ext cx="324000" cy="72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35" name="SCHEM_line-0033"/>
              <p:cNvCxnSpPr/>
              <p:nvPr/>
            </p:nvCxnSpPr>
            <p:spPr>
              <a:xfrm>
                <a:off x="1807200" y="2570400"/>
                <a:ext cx="324000" cy="72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36" name="SCHEM_line-0034"/>
              <p:cNvCxnSpPr/>
              <p:nvPr/>
            </p:nvCxnSpPr>
            <p:spPr>
              <a:xfrm>
                <a:off x="1794086" y="2671200"/>
                <a:ext cx="329400" cy="6943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37" name="SCHEM_line-0035"/>
              <p:cNvCxnSpPr/>
              <p:nvPr/>
            </p:nvCxnSpPr>
            <p:spPr>
              <a:xfrm>
                <a:off x="1794086" y="2671200"/>
                <a:ext cx="329400" cy="6943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38" name="SCHEM_line-0036"/>
              <p:cNvCxnSpPr/>
              <p:nvPr/>
            </p:nvCxnSpPr>
            <p:spPr>
              <a:xfrm>
                <a:off x="1780971" y="2772000"/>
                <a:ext cx="334800" cy="6686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39" name="SCHEM_line-0037"/>
              <p:cNvCxnSpPr/>
              <p:nvPr/>
            </p:nvCxnSpPr>
            <p:spPr>
              <a:xfrm>
                <a:off x="1780971" y="2772000"/>
                <a:ext cx="334800" cy="6686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40" name="SCHEM_line-0038"/>
              <p:cNvCxnSpPr/>
              <p:nvPr/>
            </p:nvCxnSpPr>
            <p:spPr>
              <a:xfrm>
                <a:off x="1767857" y="2872800"/>
                <a:ext cx="340200" cy="6429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41" name="SCHEM_line-0039"/>
              <p:cNvCxnSpPr/>
              <p:nvPr/>
            </p:nvCxnSpPr>
            <p:spPr>
              <a:xfrm>
                <a:off x="1767857" y="2872800"/>
                <a:ext cx="340200" cy="6429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42" name="SCHEM_line-0040"/>
              <p:cNvCxnSpPr/>
              <p:nvPr/>
            </p:nvCxnSpPr>
            <p:spPr>
              <a:xfrm>
                <a:off x="1754743" y="2973600"/>
                <a:ext cx="345600" cy="6171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43" name="SCHEM_line-0041"/>
              <p:cNvCxnSpPr/>
              <p:nvPr/>
            </p:nvCxnSpPr>
            <p:spPr>
              <a:xfrm>
                <a:off x="1754743" y="2973600"/>
                <a:ext cx="345600" cy="6171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44" name="SCHEM_line-0042"/>
              <p:cNvCxnSpPr/>
              <p:nvPr/>
            </p:nvCxnSpPr>
            <p:spPr>
              <a:xfrm>
                <a:off x="1741629" y="3074400"/>
                <a:ext cx="351000" cy="5914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45" name="SCHEM_line-0043"/>
              <p:cNvCxnSpPr/>
              <p:nvPr/>
            </p:nvCxnSpPr>
            <p:spPr>
              <a:xfrm>
                <a:off x="1741629" y="3074400"/>
                <a:ext cx="351000" cy="5914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46" name="SCHEM_line-0044"/>
              <p:cNvCxnSpPr/>
              <p:nvPr/>
            </p:nvCxnSpPr>
            <p:spPr>
              <a:xfrm>
                <a:off x="1728514" y="3175200"/>
                <a:ext cx="356400" cy="5657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47" name="SCHEM_line-0045"/>
              <p:cNvCxnSpPr/>
              <p:nvPr/>
            </p:nvCxnSpPr>
            <p:spPr>
              <a:xfrm>
                <a:off x="1728514" y="3175200"/>
                <a:ext cx="356400" cy="5657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48" name="SCHEM_line-0046"/>
              <p:cNvCxnSpPr/>
              <p:nvPr/>
            </p:nvCxnSpPr>
            <p:spPr>
              <a:xfrm>
                <a:off x="1715400" y="3276000"/>
                <a:ext cx="361800" cy="54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49" name="SCHEM_line-0047"/>
              <p:cNvCxnSpPr/>
              <p:nvPr/>
            </p:nvCxnSpPr>
            <p:spPr>
              <a:xfrm>
                <a:off x="1715400" y="3276000"/>
                <a:ext cx="361800" cy="54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50" name="SCHEM_line-0048"/>
              <p:cNvCxnSpPr/>
              <p:nvPr/>
            </p:nvCxnSpPr>
            <p:spPr>
              <a:xfrm>
                <a:off x="1702286" y="3376800"/>
                <a:ext cx="367200" cy="5143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51" name="SCHEM_line-0049"/>
              <p:cNvCxnSpPr/>
              <p:nvPr/>
            </p:nvCxnSpPr>
            <p:spPr>
              <a:xfrm>
                <a:off x="1702286" y="3376800"/>
                <a:ext cx="367200" cy="5143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52" name="SCHEM_line-0050"/>
              <p:cNvCxnSpPr/>
              <p:nvPr/>
            </p:nvCxnSpPr>
            <p:spPr>
              <a:xfrm>
                <a:off x="1689171" y="3477600"/>
                <a:ext cx="372600" cy="4886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53" name="SCHEM_line-0051"/>
              <p:cNvCxnSpPr/>
              <p:nvPr/>
            </p:nvCxnSpPr>
            <p:spPr>
              <a:xfrm>
                <a:off x="1689171" y="3477600"/>
                <a:ext cx="372600" cy="4886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54" name="SCHEM_line-0052"/>
              <p:cNvCxnSpPr/>
              <p:nvPr/>
            </p:nvCxnSpPr>
            <p:spPr>
              <a:xfrm>
                <a:off x="1676057" y="3578400"/>
                <a:ext cx="378000" cy="4629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55" name="SCHEM_line-0053"/>
              <p:cNvCxnSpPr/>
              <p:nvPr/>
            </p:nvCxnSpPr>
            <p:spPr>
              <a:xfrm>
                <a:off x="1676057" y="3578400"/>
                <a:ext cx="378000" cy="4629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56" name="SCHEM_line-0054"/>
              <p:cNvCxnSpPr/>
              <p:nvPr/>
            </p:nvCxnSpPr>
            <p:spPr>
              <a:xfrm>
                <a:off x="1662943" y="3679200"/>
                <a:ext cx="383400" cy="4371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57" name="SCHEM_line-0055"/>
              <p:cNvCxnSpPr/>
              <p:nvPr/>
            </p:nvCxnSpPr>
            <p:spPr>
              <a:xfrm>
                <a:off x="1662943" y="3679200"/>
                <a:ext cx="383400" cy="4371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58" name="SCHEM_line-0056"/>
              <p:cNvCxnSpPr/>
              <p:nvPr/>
            </p:nvCxnSpPr>
            <p:spPr>
              <a:xfrm>
                <a:off x="1649829" y="3780000"/>
                <a:ext cx="388800" cy="4114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59" name="SCHEM_line-0057"/>
              <p:cNvCxnSpPr/>
              <p:nvPr/>
            </p:nvCxnSpPr>
            <p:spPr>
              <a:xfrm>
                <a:off x="1649829" y="3780000"/>
                <a:ext cx="388800" cy="4114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60" name="SCHEM_line-0058"/>
              <p:cNvCxnSpPr/>
              <p:nvPr/>
            </p:nvCxnSpPr>
            <p:spPr>
              <a:xfrm>
                <a:off x="1636714" y="3880800"/>
                <a:ext cx="394200" cy="3857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61" name="SCHEM_line-0059"/>
              <p:cNvCxnSpPr/>
              <p:nvPr/>
            </p:nvCxnSpPr>
            <p:spPr>
              <a:xfrm>
                <a:off x="1636714" y="3880800"/>
                <a:ext cx="394200" cy="3857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62" name="SCHEM_line-0060"/>
              <p:cNvCxnSpPr/>
              <p:nvPr/>
            </p:nvCxnSpPr>
            <p:spPr>
              <a:xfrm>
                <a:off x="1623600" y="3981600"/>
                <a:ext cx="399600" cy="36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63" name="SCHEM_line-0061"/>
              <p:cNvCxnSpPr/>
              <p:nvPr/>
            </p:nvCxnSpPr>
            <p:spPr>
              <a:xfrm>
                <a:off x="1623600" y="3981600"/>
                <a:ext cx="399600" cy="36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64" name="SCHEM_line-0062"/>
              <p:cNvCxnSpPr/>
              <p:nvPr/>
            </p:nvCxnSpPr>
            <p:spPr>
              <a:xfrm>
                <a:off x="1610486" y="4082400"/>
                <a:ext cx="405000" cy="3343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65" name="SCHEM_line-0063"/>
              <p:cNvCxnSpPr/>
              <p:nvPr/>
            </p:nvCxnSpPr>
            <p:spPr>
              <a:xfrm>
                <a:off x="1610486" y="4082400"/>
                <a:ext cx="405000" cy="3343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66" name="SCHEM_line-0064"/>
              <p:cNvCxnSpPr/>
              <p:nvPr/>
            </p:nvCxnSpPr>
            <p:spPr>
              <a:xfrm>
                <a:off x="1597371" y="4183200"/>
                <a:ext cx="410400" cy="3086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67" name="SCHEM_line-0065"/>
              <p:cNvCxnSpPr/>
              <p:nvPr/>
            </p:nvCxnSpPr>
            <p:spPr>
              <a:xfrm>
                <a:off x="1597371" y="4183200"/>
                <a:ext cx="410400" cy="3086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68" name="SCHEM_line-0066"/>
              <p:cNvCxnSpPr/>
              <p:nvPr/>
            </p:nvCxnSpPr>
            <p:spPr>
              <a:xfrm>
                <a:off x="1584257" y="4284000"/>
                <a:ext cx="415800" cy="2829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69" name="SCHEM_line-0067"/>
              <p:cNvCxnSpPr/>
              <p:nvPr/>
            </p:nvCxnSpPr>
            <p:spPr>
              <a:xfrm>
                <a:off x="1584257" y="4284000"/>
                <a:ext cx="415800" cy="2829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70" name="SCHEM_line-0068"/>
              <p:cNvCxnSpPr/>
              <p:nvPr/>
            </p:nvCxnSpPr>
            <p:spPr>
              <a:xfrm>
                <a:off x="1571143" y="4384800"/>
                <a:ext cx="421200" cy="2571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71" name="SCHEM_line-0069"/>
              <p:cNvCxnSpPr/>
              <p:nvPr/>
            </p:nvCxnSpPr>
            <p:spPr>
              <a:xfrm>
                <a:off x="1571143" y="4384800"/>
                <a:ext cx="421200" cy="2571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72" name="SCHEM_line-0070"/>
              <p:cNvCxnSpPr/>
              <p:nvPr/>
            </p:nvCxnSpPr>
            <p:spPr>
              <a:xfrm>
                <a:off x="1558029" y="4485600"/>
                <a:ext cx="426600" cy="2314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73" name="SCHEM_line-0071"/>
              <p:cNvCxnSpPr/>
              <p:nvPr/>
            </p:nvCxnSpPr>
            <p:spPr>
              <a:xfrm>
                <a:off x="1558029" y="4485600"/>
                <a:ext cx="426600" cy="2314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74" name="SCHEM_line-0072"/>
              <p:cNvCxnSpPr/>
              <p:nvPr/>
            </p:nvCxnSpPr>
            <p:spPr>
              <a:xfrm>
                <a:off x="1544914" y="4586400"/>
                <a:ext cx="432000" cy="2057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75" name="SCHEM_line-0073"/>
              <p:cNvCxnSpPr/>
              <p:nvPr/>
            </p:nvCxnSpPr>
            <p:spPr>
              <a:xfrm>
                <a:off x="1544914" y="4586400"/>
                <a:ext cx="432000" cy="2057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76" name="SCHEM_line-0074"/>
              <p:cNvCxnSpPr/>
              <p:nvPr/>
            </p:nvCxnSpPr>
            <p:spPr>
              <a:xfrm>
                <a:off x="1531800" y="4687200"/>
                <a:ext cx="437400" cy="18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77" name="SCHEM_line-0075"/>
              <p:cNvCxnSpPr/>
              <p:nvPr/>
            </p:nvCxnSpPr>
            <p:spPr>
              <a:xfrm>
                <a:off x="1531800" y="4687200"/>
                <a:ext cx="437400" cy="18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78" name="SCHEM_line-0076"/>
              <p:cNvCxnSpPr/>
              <p:nvPr/>
            </p:nvCxnSpPr>
            <p:spPr>
              <a:xfrm>
                <a:off x="1518686" y="4788000"/>
                <a:ext cx="442800" cy="1543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79" name="SCHEM_line-0077"/>
              <p:cNvCxnSpPr/>
              <p:nvPr/>
            </p:nvCxnSpPr>
            <p:spPr>
              <a:xfrm>
                <a:off x="1518686" y="4788000"/>
                <a:ext cx="442800" cy="1543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80" name="SCHEM_line-0078"/>
              <p:cNvCxnSpPr/>
              <p:nvPr/>
            </p:nvCxnSpPr>
            <p:spPr>
              <a:xfrm>
                <a:off x="1505571" y="4888800"/>
                <a:ext cx="448200" cy="1286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81" name="SCHEM_line-0079"/>
              <p:cNvCxnSpPr/>
              <p:nvPr/>
            </p:nvCxnSpPr>
            <p:spPr>
              <a:xfrm>
                <a:off x="1505571" y="4888800"/>
                <a:ext cx="448200" cy="1286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82" name="SCHEM_line-0080"/>
              <p:cNvCxnSpPr/>
              <p:nvPr/>
            </p:nvCxnSpPr>
            <p:spPr>
              <a:xfrm>
                <a:off x="1492457" y="4989600"/>
                <a:ext cx="453600" cy="1029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83" name="SCHEM_line-0081"/>
              <p:cNvCxnSpPr/>
              <p:nvPr/>
            </p:nvCxnSpPr>
            <p:spPr>
              <a:xfrm>
                <a:off x="1492457" y="4989600"/>
                <a:ext cx="453600" cy="1029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84" name="SCHEM_line-0082"/>
              <p:cNvCxnSpPr/>
              <p:nvPr/>
            </p:nvCxnSpPr>
            <p:spPr>
              <a:xfrm>
                <a:off x="1479343" y="5090400"/>
                <a:ext cx="459000" cy="771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85" name="SCHEM_line-0083"/>
              <p:cNvCxnSpPr/>
              <p:nvPr/>
            </p:nvCxnSpPr>
            <p:spPr>
              <a:xfrm>
                <a:off x="1479343" y="5090400"/>
                <a:ext cx="459000" cy="771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86" name="SCHEM_line-0084"/>
              <p:cNvCxnSpPr/>
              <p:nvPr/>
            </p:nvCxnSpPr>
            <p:spPr>
              <a:xfrm>
                <a:off x="1466229" y="5191200"/>
                <a:ext cx="464400" cy="514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87" name="SCHEM_line-0085"/>
              <p:cNvCxnSpPr/>
              <p:nvPr/>
            </p:nvCxnSpPr>
            <p:spPr>
              <a:xfrm>
                <a:off x="1466229" y="5191200"/>
                <a:ext cx="464400" cy="514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88" name="SCHEM_line-0086"/>
              <p:cNvCxnSpPr/>
              <p:nvPr/>
            </p:nvCxnSpPr>
            <p:spPr>
              <a:xfrm>
                <a:off x="1453114" y="5292000"/>
                <a:ext cx="469800" cy="257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89" name="SCHEM_line-0087"/>
              <p:cNvCxnSpPr/>
              <p:nvPr/>
            </p:nvCxnSpPr>
            <p:spPr>
              <a:xfrm>
                <a:off x="1453114" y="5292000"/>
                <a:ext cx="469800" cy="257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90" name="SCHEM_line-0088"/>
              <p:cNvCxnSpPr/>
              <p:nvPr/>
            </p:nvCxnSpPr>
            <p:spPr>
              <a:xfrm>
                <a:off x="1440000" y="5392800"/>
                <a:ext cx="475200" cy="1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91" name="SCHEM_line-0089"/>
              <p:cNvCxnSpPr/>
              <p:nvPr/>
            </p:nvCxnSpPr>
            <p:spPr>
              <a:xfrm>
                <a:off x="1440000" y="5392800"/>
                <a:ext cx="475200" cy="1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sp>
            <p:nvSpPr>
              <p:cNvPr id="92" name="SCHEM_polygon-0090"/>
              <p:cNvSpPr/>
              <p:nvPr/>
            </p:nvSpPr>
            <p:spPr>
              <a:xfrm>
                <a:off x="813600" y="1317600"/>
                <a:ext cx="5119200" cy="1296000"/>
              </a:xfrm>
              <a:custGeom>
                <a:avLst/>
                <a:gdLst/>
                <a:ahLst/>
                <a:cxnLst/>
                <a:rect l="0" t="0" r="r" b="b"/>
                <a:pathLst>
                  <a:path w="5119200" h="1296000">
                    <a:moveTo>
                      <a:pt x="0" y="1296000"/>
                    </a:moveTo>
                    <a:lnTo>
                      <a:pt x="1598400" y="446400"/>
                    </a:lnTo>
                    <a:lnTo>
                      <a:pt x="5119200" y="0"/>
                    </a:lnTo>
                    <a:lnTo>
                      <a:pt x="4024800" y="1144800"/>
                    </a:lnTo>
                    <a:close/>
                  </a:path>
                </a:pathLst>
              </a:custGeom>
              <a:solidFill>
                <a:srgbClr val="8DA8AB"/>
              </a:solidFill>
              <a:ln w="1152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93" name="SCHEM_line-0091"/>
              <p:cNvCxnSpPr/>
              <p:nvPr/>
            </p:nvCxnSpPr>
            <p:spPr>
              <a:xfrm flipV="1">
                <a:off x="813600" y="2462400"/>
                <a:ext cx="4024800" cy="1512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94" name="SCHEM_line-0092"/>
              <p:cNvCxnSpPr/>
              <p:nvPr/>
            </p:nvCxnSpPr>
            <p:spPr>
              <a:xfrm flipV="1">
                <a:off x="813600" y="2462400"/>
                <a:ext cx="4024800" cy="1512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95" name="SCHEM_line-0093"/>
              <p:cNvCxnSpPr/>
              <p:nvPr/>
            </p:nvCxnSpPr>
            <p:spPr>
              <a:xfrm flipV="1">
                <a:off x="866880" y="2424240"/>
                <a:ext cx="4008000" cy="16104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96" name="SCHEM_line-0094"/>
              <p:cNvCxnSpPr/>
              <p:nvPr/>
            </p:nvCxnSpPr>
            <p:spPr>
              <a:xfrm flipV="1">
                <a:off x="866880" y="2424240"/>
                <a:ext cx="4008000" cy="16104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97" name="SCHEM_line-0095"/>
              <p:cNvCxnSpPr/>
              <p:nvPr/>
            </p:nvCxnSpPr>
            <p:spPr>
              <a:xfrm flipV="1">
                <a:off x="920160" y="2386080"/>
                <a:ext cx="3991200" cy="17088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98" name="SCHEM_line-0096"/>
              <p:cNvCxnSpPr/>
              <p:nvPr/>
            </p:nvCxnSpPr>
            <p:spPr>
              <a:xfrm flipV="1">
                <a:off x="920160" y="2386080"/>
                <a:ext cx="3991200" cy="17088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99" name="SCHEM_line-0097"/>
              <p:cNvCxnSpPr/>
              <p:nvPr/>
            </p:nvCxnSpPr>
            <p:spPr>
              <a:xfrm flipV="1">
                <a:off x="973440" y="2347920"/>
                <a:ext cx="3974400" cy="18072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00" name="SCHEM_line-0098"/>
              <p:cNvCxnSpPr/>
              <p:nvPr/>
            </p:nvCxnSpPr>
            <p:spPr>
              <a:xfrm flipV="1">
                <a:off x="973440" y="2347920"/>
                <a:ext cx="3974400" cy="18072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01" name="SCHEM_line-0099"/>
              <p:cNvCxnSpPr/>
              <p:nvPr/>
            </p:nvCxnSpPr>
            <p:spPr>
              <a:xfrm flipV="1">
                <a:off x="1026720" y="2309760"/>
                <a:ext cx="3957600" cy="19056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02" name="SCHEM_line-0100"/>
              <p:cNvCxnSpPr/>
              <p:nvPr/>
            </p:nvCxnSpPr>
            <p:spPr>
              <a:xfrm flipV="1">
                <a:off x="1026720" y="2309760"/>
                <a:ext cx="3957600" cy="19056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03" name="SCHEM_line-0101"/>
              <p:cNvCxnSpPr/>
              <p:nvPr/>
            </p:nvCxnSpPr>
            <p:spPr>
              <a:xfrm flipV="1">
                <a:off x="1080000" y="2271600"/>
                <a:ext cx="3940800" cy="2004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04" name="SCHEM_line-0102"/>
              <p:cNvCxnSpPr/>
              <p:nvPr/>
            </p:nvCxnSpPr>
            <p:spPr>
              <a:xfrm flipV="1">
                <a:off x="1080000" y="2271600"/>
                <a:ext cx="3940800" cy="2004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05" name="SCHEM_line-0103"/>
              <p:cNvCxnSpPr/>
              <p:nvPr/>
            </p:nvCxnSpPr>
            <p:spPr>
              <a:xfrm flipV="1">
                <a:off x="1133280" y="2233440"/>
                <a:ext cx="3924000" cy="21024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06" name="SCHEM_line-0104"/>
              <p:cNvCxnSpPr/>
              <p:nvPr/>
            </p:nvCxnSpPr>
            <p:spPr>
              <a:xfrm flipV="1">
                <a:off x="1133280" y="2233440"/>
                <a:ext cx="3924000" cy="21024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07" name="SCHEM_line-0105"/>
              <p:cNvCxnSpPr/>
              <p:nvPr/>
            </p:nvCxnSpPr>
            <p:spPr>
              <a:xfrm flipV="1">
                <a:off x="1186560" y="2195280"/>
                <a:ext cx="3907200" cy="22008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08" name="SCHEM_line-0106"/>
              <p:cNvCxnSpPr/>
              <p:nvPr/>
            </p:nvCxnSpPr>
            <p:spPr>
              <a:xfrm flipV="1">
                <a:off x="1186560" y="2195280"/>
                <a:ext cx="3907200" cy="22008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09" name="SCHEM_line-0107"/>
              <p:cNvCxnSpPr/>
              <p:nvPr/>
            </p:nvCxnSpPr>
            <p:spPr>
              <a:xfrm flipV="1">
                <a:off x="1239840" y="2157120"/>
                <a:ext cx="3890400" cy="22992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10" name="SCHEM_line-0108"/>
              <p:cNvCxnSpPr/>
              <p:nvPr/>
            </p:nvCxnSpPr>
            <p:spPr>
              <a:xfrm flipV="1">
                <a:off x="1239840" y="2157120"/>
                <a:ext cx="3890400" cy="22992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11" name="SCHEM_line-0109"/>
              <p:cNvCxnSpPr/>
              <p:nvPr/>
            </p:nvCxnSpPr>
            <p:spPr>
              <a:xfrm flipV="1">
                <a:off x="1293120" y="2118960"/>
                <a:ext cx="3873600" cy="23976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12" name="SCHEM_line-0110"/>
              <p:cNvCxnSpPr/>
              <p:nvPr/>
            </p:nvCxnSpPr>
            <p:spPr>
              <a:xfrm flipV="1">
                <a:off x="1293120" y="2118960"/>
                <a:ext cx="3873600" cy="23976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13" name="SCHEM_line-0111"/>
              <p:cNvCxnSpPr/>
              <p:nvPr/>
            </p:nvCxnSpPr>
            <p:spPr>
              <a:xfrm flipV="1">
                <a:off x="1346400" y="2080800"/>
                <a:ext cx="3856800" cy="2496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14" name="SCHEM_line-0112"/>
              <p:cNvCxnSpPr/>
              <p:nvPr/>
            </p:nvCxnSpPr>
            <p:spPr>
              <a:xfrm flipV="1">
                <a:off x="1346400" y="2080800"/>
                <a:ext cx="3856800" cy="2496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15" name="SCHEM_line-0113"/>
              <p:cNvCxnSpPr/>
              <p:nvPr/>
            </p:nvCxnSpPr>
            <p:spPr>
              <a:xfrm flipV="1">
                <a:off x="1399680" y="2042640"/>
                <a:ext cx="3840000" cy="25944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16" name="SCHEM_line-0114"/>
              <p:cNvCxnSpPr/>
              <p:nvPr/>
            </p:nvCxnSpPr>
            <p:spPr>
              <a:xfrm flipV="1">
                <a:off x="1399680" y="2042640"/>
                <a:ext cx="3840000" cy="25944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17" name="SCHEM_line-0115"/>
              <p:cNvCxnSpPr/>
              <p:nvPr/>
            </p:nvCxnSpPr>
            <p:spPr>
              <a:xfrm flipV="1">
                <a:off x="1452960" y="2004480"/>
                <a:ext cx="3823200" cy="26928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18" name="SCHEM_line-0116"/>
              <p:cNvCxnSpPr/>
              <p:nvPr/>
            </p:nvCxnSpPr>
            <p:spPr>
              <a:xfrm flipV="1">
                <a:off x="1452960" y="2004480"/>
                <a:ext cx="3823200" cy="26928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19" name="SCHEM_line-0117"/>
              <p:cNvCxnSpPr/>
              <p:nvPr/>
            </p:nvCxnSpPr>
            <p:spPr>
              <a:xfrm flipV="1">
                <a:off x="1506240" y="1966320"/>
                <a:ext cx="3806400" cy="27912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20" name="SCHEM_line-0118"/>
              <p:cNvCxnSpPr/>
              <p:nvPr/>
            </p:nvCxnSpPr>
            <p:spPr>
              <a:xfrm flipV="1">
                <a:off x="1506240" y="1966320"/>
                <a:ext cx="3806400" cy="27912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21" name="SCHEM_line-0119"/>
              <p:cNvCxnSpPr/>
              <p:nvPr/>
            </p:nvCxnSpPr>
            <p:spPr>
              <a:xfrm flipV="1">
                <a:off x="1559520" y="1928160"/>
                <a:ext cx="3789600" cy="28896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22" name="SCHEM_line-0120"/>
              <p:cNvCxnSpPr/>
              <p:nvPr/>
            </p:nvCxnSpPr>
            <p:spPr>
              <a:xfrm flipV="1">
                <a:off x="1559520" y="1928160"/>
                <a:ext cx="3789600" cy="28896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23" name="SCHEM_line-0121"/>
              <p:cNvCxnSpPr/>
              <p:nvPr/>
            </p:nvCxnSpPr>
            <p:spPr>
              <a:xfrm flipV="1">
                <a:off x="1612800" y="1890000"/>
                <a:ext cx="3772800" cy="2988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24" name="SCHEM_line-0122"/>
              <p:cNvCxnSpPr/>
              <p:nvPr/>
            </p:nvCxnSpPr>
            <p:spPr>
              <a:xfrm flipV="1">
                <a:off x="1612800" y="1890000"/>
                <a:ext cx="3772800" cy="2988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25" name="SCHEM_line-0123"/>
              <p:cNvCxnSpPr/>
              <p:nvPr/>
            </p:nvCxnSpPr>
            <p:spPr>
              <a:xfrm flipV="1">
                <a:off x="1666080" y="1851840"/>
                <a:ext cx="3756000" cy="30864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26" name="SCHEM_line-0124"/>
              <p:cNvCxnSpPr/>
              <p:nvPr/>
            </p:nvCxnSpPr>
            <p:spPr>
              <a:xfrm flipV="1">
                <a:off x="1666080" y="1851840"/>
                <a:ext cx="3756000" cy="30864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27" name="SCHEM_line-0125"/>
              <p:cNvCxnSpPr/>
              <p:nvPr/>
            </p:nvCxnSpPr>
            <p:spPr>
              <a:xfrm flipV="1">
                <a:off x="1719360" y="1813680"/>
                <a:ext cx="3739200" cy="31848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28" name="SCHEM_line-0126"/>
              <p:cNvCxnSpPr/>
              <p:nvPr/>
            </p:nvCxnSpPr>
            <p:spPr>
              <a:xfrm flipV="1">
                <a:off x="1719360" y="1813680"/>
                <a:ext cx="3739200" cy="31848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29" name="SCHEM_line-0127"/>
              <p:cNvCxnSpPr/>
              <p:nvPr/>
            </p:nvCxnSpPr>
            <p:spPr>
              <a:xfrm flipV="1">
                <a:off x="1772640" y="1775520"/>
                <a:ext cx="3722400" cy="32832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30" name="SCHEM_line-0128"/>
              <p:cNvCxnSpPr/>
              <p:nvPr/>
            </p:nvCxnSpPr>
            <p:spPr>
              <a:xfrm flipV="1">
                <a:off x="1772640" y="1775520"/>
                <a:ext cx="3722400" cy="32832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31" name="SCHEM_line-0129"/>
              <p:cNvCxnSpPr/>
              <p:nvPr/>
            </p:nvCxnSpPr>
            <p:spPr>
              <a:xfrm flipV="1">
                <a:off x="1825920" y="1737360"/>
                <a:ext cx="3705600" cy="33816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32" name="SCHEM_line-0130"/>
              <p:cNvCxnSpPr/>
              <p:nvPr/>
            </p:nvCxnSpPr>
            <p:spPr>
              <a:xfrm flipV="1">
                <a:off x="1825920" y="1737360"/>
                <a:ext cx="3705600" cy="33816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33" name="SCHEM_line-0131"/>
              <p:cNvCxnSpPr/>
              <p:nvPr/>
            </p:nvCxnSpPr>
            <p:spPr>
              <a:xfrm flipV="1">
                <a:off x="1879200" y="1699200"/>
                <a:ext cx="3688800" cy="3480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34" name="SCHEM_line-0132"/>
              <p:cNvCxnSpPr/>
              <p:nvPr/>
            </p:nvCxnSpPr>
            <p:spPr>
              <a:xfrm flipV="1">
                <a:off x="1879200" y="1699200"/>
                <a:ext cx="3688800" cy="3480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35" name="SCHEM_line-0133"/>
              <p:cNvCxnSpPr/>
              <p:nvPr/>
            </p:nvCxnSpPr>
            <p:spPr>
              <a:xfrm flipV="1">
                <a:off x="1932480" y="1661040"/>
                <a:ext cx="3672000" cy="35784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36" name="SCHEM_line-0134"/>
              <p:cNvCxnSpPr/>
              <p:nvPr/>
            </p:nvCxnSpPr>
            <p:spPr>
              <a:xfrm flipV="1">
                <a:off x="1932480" y="1661040"/>
                <a:ext cx="3672000" cy="35784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37" name="SCHEM_line-0135"/>
              <p:cNvCxnSpPr/>
              <p:nvPr/>
            </p:nvCxnSpPr>
            <p:spPr>
              <a:xfrm flipV="1">
                <a:off x="1985760" y="1622880"/>
                <a:ext cx="3655200" cy="36768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38" name="SCHEM_line-0136"/>
              <p:cNvCxnSpPr/>
              <p:nvPr/>
            </p:nvCxnSpPr>
            <p:spPr>
              <a:xfrm flipV="1">
                <a:off x="1985760" y="1622880"/>
                <a:ext cx="3655200" cy="36768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39" name="SCHEM_line-0137"/>
              <p:cNvCxnSpPr/>
              <p:nvPr/>
            </p:nvCxnSpPr>
            <p:spPr>
              <a:xfrm flipV="1">
                <a:off x="2039040" y="1584720"/>
                <a:ext cx="3638400" cy="37752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40" name="SCHEM_line-0138"/>
              <p:cNvCxnSpPr/>
              <p:nvPr/>
            </p:nvCxnSpPr>
            <p:spPr>
              <a:xfrm flipV="1">
                <a:off x="2039040" y="1584720"/>
                <a:ext cx="3638400" cy="37752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41" name="SCHEM_line-0139"/>
              <p:cNvCxnSpPr/>
              <p:nvPr/>
            </p:nvCxnSpPr>
            <p:spPr>
              <a:xfrm flipV="1">
                <a:off x="2092320" y="1546560"/>
                <a:ext cx="3621600" cy="38736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42" name="SCHEM_line-0140"/>
              <p:cNvCxnSpPr/>
              <p:nvPr/>
            </p:nvCxnSpPr>
            <p:spPr>
              <a:xfrm flipV="1">
                <a:off x="2092320" y="1546560"/>
                <a:ext cx="3621600" cy="38736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43" name="SCHEM_line-0141"/>
              <p:cNvCxnSpPr/>
              <p:nvPr/>
            </p:nvCxnSpPr>
            <p:spPr>
              <a:xfrm flipV="1">
                <a:off x="2145600" y="1508400"/>
                <a:ext cx="3604800" cy="3972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44" name="SCHEM_line-0142"/>
              <p:cNvCxnSpPr/>
              <p:nvPr/>
            </p:nvCxnSpPr>
            <p:spPr>
              <a:xfrm flipV="1">
                <a:off x="2145600" y="1508400"/>
                <a:ext cx="3604800" cy="3972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45" name="SCHEM_line-0143"/>
              <p:cNvCxnSpPr/>
              <p:nvPr/>
            </p:nvCxnSpPr>
            <p:spPr>
              <a:xfrm flipV="1">
                <a:off x="2198880" y="1470240"/>
                <a:ext cx="3588000" cy="40704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46" name="SCHEM_line-0144"/>
              <p:cNvCxnSpPr/>
              <p:nvPr/>
            </p:nvCxnSpPr>
            <p:spPr>
              <a:xfrm flipV="1">
                <a:off x="2198880" y="1470240"/>
                <a:ext cx="3588000" cy="40704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47" name="SCHEM_line-0145"/>
              <p:cNvCxnSpPr/>
              <p:nvPr/>
            </p:nvCxnSpPr>
            <p:spPr>
              <a:xfrm flipV="1">
                <a:off x="2252160" y="1432080"/>
                <a:ext cx="3571200" cy="41688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48" name="SCHEM_line-0146"/>
              <p:cNvCxnSpPr/>
              <p:nvPr/>
            </p:nvCxnSpPr>
            <p:spPr>
              <a:xfrm flipV="1">
                <a:off x="2252160" y="1432080"/>
                <a:ext cx="3571200" cy="41688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49" name="SCHEM_line-0147"/>
              <p:cNvCxnSpPr/>
              <p:nvPr/>
            </p:nvCxnSpPr>
            <p:spPr>
              <a:xfrm flipV="1">
                <a:off x="2305440" y="1393920"/>
                <a:ext cx="3554400" cy="42672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50" name="SCHEM_line-0148"/>
              <p:cNvCxnSpPr/>
              <p:nvPr/>
            </p:nvCxnSpPr>
            <p:spPr>
              <a:xfrm flipV="1">
                <a:off x="2305440" y="1393920"/>
                <a:ext cx="3554400" cy="42672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51" name="SCHEM_line-0149"/>
              <p:cNvCxnSpPr/>
              <p:nvPr/>
            </p:nvCxnSpPr>
            <p:spPr>
              <a:xfrm flipV="1">
                <a:off x="2358720" y="1355760"/>
                <a:ext cx="3537600" cy="43656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52" name="SCHEM_line-0150"/>
              <p:cNvCxnSpPr/>
              <p:nvPr/>
            </p:nvCxnSpPr>
            <p:spPr>
              <a:xfrm flipV="1">
                <a:off x="2358720" y="1355760"/>
                <a:ext cx="3537600" cy="43656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53" name="SCHEM_line-0151"/>
              <p:cNvCxnSpPr/>
              <p:nvPr/>
            </p:nvCxnSpPr>
            <p:spPr>
              <a:xfrm flipV="1">
                <a:off x="2412000" y="1317600"/>
                <a:ext cx="3520800" cy="4464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54" name="SCHEM_line-0152"/>
              <p:cNvCxnSpPr/>
              <p:nvPr/>
            </p:nvCxnSpPr>
            <p:spPr>
              <a:xfrm flipV="1">
                <a:off x="2412000" y="1317600"/>
                <a:ext cx="3520800" cy="4464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55" name="SCHEM_line-0153"/>
              <p:cNvCxnSpPr/>
              <p:nvPr/>
            </p:nvCxnSpPr>
            <p:spPr>
              <a:xfrm flipV="1">
                <a:off x="813600" y="1764000"/>
                <a:ext cx="1598400" cy="8496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56" name="SCHEM_line-0154"/>
              <p:cNvCxnSpPr/>
              <p:nvPr/>
            </p:nvCxnSpPr>
            <p:spPr>
              <a:xfrm flipV="1">
                <a:off x="813600" y="1764000"/>
                <a:ext cx="1598400" cy="8496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57" name="SCHEM_line-0155"/>
              <p:cNvCxnSpPr/>
              <p:nvPr/>
            </p:nvCxnSpPr>
            <p:spPr>
              <a:xfrm flipV="1">
                <a:off x="1260800" y="1714400"/>
                <a:ext cx="1542400" cy="8824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58" name="SCHEM_line-0156"/>
              <p:cNvCxnSpPr/>
              <p:nvPr/>
            </p:nvCxnSpPr>
            <p:spPr>
              <a:xfrm flipV="1">
                <a:off x="1260800" y="1714400"/>
                <a:ext cx="1542400" cy="8824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59" name="SCHEM_line-0157"/>
              <p:cNvCxnSpPr/>
              <p:nvPr/>
            </p:nvCxnSpPr>
            <p:spPr>
              <a:xfrm flipV="1">
                <a:off x="1708000" y="1664800"/>
                <a:ext cx="1486400" cy="9152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60" name="SCHEM_line-0158"/>
              <p:cNvCxnSpPr/>
              <p:nvPr/>
            </p:nvCxnSpPr>
            <p:spPr>
              <a:xfrm flipV="1">
                <a:off x="1708000" y="1664800"/>
                <a:ext cx="1486400" cy="9152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61" name="SCHEM_line-0159"/>
              <p:cNvCxnSpPr/>
              <p:nvPr/>
            </p:nvCxnSpPr>
            <p:spPr>
              <a:xfrm flipV="1">
                <a:off x="2155200" y="1615200"/>
                <a:ext cx="1430400" cy="9480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62" name="SCHEM_line-0160"/>
              <p:cNvCxnSpPr/>
              <p:nvPr/>
            </p:nvCxnSpPr>
            <p:spPr>
              <a:xfrm flipV="1">
                <a:off x="2155200" y="1615200"/>
                <a:ext cx="1430400" cy="9480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63" name="SCHEM_line-0161"/>
              <p:cNvCxnSpPr/>
              <p:nvPr/>
            </p:nvCxnSpPr>
            <p:spPr>
              <a:xfrm flipV="1">
                <a:off x="2602400" y="1565600"/>
                <a:ext cx="1374400" cy="9808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64" name="SCHEM_line-0162"/>
              <p:cNvCxnSpPr/>
              <p:nvPr/>
            </p:nvCxnSpPr>
            <p:spPr>
              <a:xfrm flipV="1">
                <a:off x="2602400" y="1565600"/>
                <a:ext cx="1374400" cy="9808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65" name="SCHEM_line-0163"/>
              <p:cNvCxnSpPr/>
              <p:nvPr/>
            </p:nvCxnSpPr>
            <p:spPr>
              <a:xfrm flipV="1">
                <a:off x="3049600" y="1516000"/>
                <a:ext cx="1318400" cy="10136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66" name="SCHEM_line-0164"/>
              <p:cNvCxnSpPr/>
              <p:nvPr/>
            </p:nvCxnSpPr>
            <p:spPr>
              <a:xfrm flipV="1">
                <a:off x="3049600" y="1516000"/>
                <a:ext cx="1318400" cy="10136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67" name="SCHEM_line-0165"/>
              <p:cNvCxnSpPr/>
              <p:nvPr/>
            </p:nvCxnSpPr>
            <p:spPr>
              <a:xfrm flipV="1">
                <a:off x="3496800" y="1466400"/>
                <a:ext cx="1262400" cy="10464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68" name="SCHEM_line-0166"/>
              <p:cNvCxnSpPr/>
              <p:nvPr/>
            </p:nvCxnSpPr>
            <p:spPr>
              <a:xfrm flipV="1">
                <a:off x="3496800" y="1466400"/>
                <a:ext cx="1262400" cy="10464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69" name="SCHEM_line-0167"/>
              <p:cNvCxnSpPr/>
              <p:nvPr/>
            </p:nvCxnSpPr>
            <p:spPr>
              <a:xfrm flipV="1">
                <a:off x="3944000" y="1416800"/>
                <a:ext cx="1206400" cy="10792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70" name="SCHEM_line-0168"/>
              <p:cNvCxnSpPr/>
              <p:nvPr/>
            </p:nvCxnSpPr>
            <p:spPr>
              <a:xfrm flipV="1">
                <a:off x="3944000" y="1416800"/>
                <a:ext cx="1206400" cy="10792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71" name="SCHEM_line-0169"/>
              <p:cNvCxnSpPr/>
              <p:nvPr/>
            </p:nvCxnSpPr>
            <p:spPr>
              <a:xfrm flipV="1">
                <a:off x="4391200" y="1367200"/>
                <a:ext cx="1150400" cy="11120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72" name="SCHEM_line-0170"/>
              <p:cNvCxnSpPr/>
              <p:nvPr/>
            </p:nvCxnSpPr>
            <p:spPr>
              <a:xfrm flipV="1">
                <a:off x="4391200" y="1367200"/>
                <a:ext cx="1150400" cy="11120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cxnSp>
            <p:nvCxnSpPr>
              <p:cNvPr id="173" name="SCHEM_line-0171"/>
              <p:cNvCxnSpPr/>
              <p:nvPr/>
            </p:nvCxnSpPr>
            <p:spPr>
              <a:xfrm flipV="1">
                <a:off x="4838400" y="1317600"/>
                <a:ext cx="1094400" cy="1144800"/>
              </a:xfrm>
              <a:prstGeom prst="line">
                <a:avLst/>
              </a:prstGeom>
              <a:noFill/>
              <a:ln w="36000" cap="flat">
                <a:solidFill>
                  <a:srgbClr val="465C61"/>
                </a:solidFill>
              </a:ln>
              <a:effectLst/>
            </p:spPr>
          </p:cxnSp>
          <p:cxnSp>
            <p:nvCxnSpPr>
              <p:cNvPr id="174" name="SCHEM_line-0172"/>
              <p:cNvCxnSpPr/>
              <p:nvPr/>
            </p:nvCxnSpPr>
            <p:spPr>
              <a:xfrm flipV="1">
                <a:off x="4838400" y="1317600"/>
                <a:ext cx="1094400" cy="1144800"/>
              </a:xfrm>
              <a:prstGeom prst="line">
                <a:avLst/>
              </a:prstGeom>
              <a:noFill/>
              <a:ln w="21600" cap="flat">
                <a:solidFill>
                  <a:srgbClr val="E5E6CB"/>
                </a:solidFill>
              </a:ln>
              <a:effectLst/>
            </p:spPr>
          </p:cxnSp>
          <p:sp>
            <p:nvSpPr>
              <p:cNvPr id="175" name="SCHEM_path-0173"/>
              <p:cNvSpPr/>
              <p:nvPr/>
            </p:nvSpPr>
            <p:spPr>
              <a:xfrm>
                <a:off x="1612800" y="1476000"/>
                <a:ext cx="4032000" cy="4053600"/>
              </a:xfrm>
              <a:custGeom>
                <a:avLst/>
                <a:gdLst/>
                <a:ahLst/>
                <a:cxnLst/>
                <a:rect l="0" t="0" r="r" b="b"/>
                <a:pathLst>
                  <a:path w="4032000" h="4053600">
                    <a:moveTo>
                      <a:pt x="0" y="4053600"/>
                    </a:moveTo>
                    <a:cubicBezTo>
                      <a:pt x="165600" y="3794400"/>
                      <a:pt x="158400" y="2296800"/>
                      <a:pt x="331200" y="1166400"/>
                    </a:cubicBezTo>
                    <a:cubicBezTo>
                      <a:pt x="892800" y="727200"/>
                      <a:pt x="2412000" y="482400"/>
                      <a:pt x="4032000" y="0"/>
                    </a:cubicBezTo>
                  </a:path>
                </a:pathLst>
              </a:custGeom>
              <a:noFill/>
              <a:ln w="10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76" name="SCHEM_path-0174"/>
              <p:cNvSpPr/>
              <p:nvPr/>
            </p:nvSpPr>
            <p:spPr>
              <a:xfrm>
                <a:off x="1612800" y="1476000"/>
                <a:ext cx="4032000" cy="4053600"/>
              </a:xfrm>
              <a:custGeom>
                <a:avLst/>
                <a:gdLst/>
                <a:ahLst/>
                <a:cxnLst/>
                <a:rect l="0" t="0" r="r" b="b"/>
                <a:pathLst>
                  <a:path w="4032000" h="4053600">
                    <a:moveTo>
                      <a:pt x="0" y="4053600"/>
                    </a:moveTo>
                    <a:cubicBezTo>
                      <a:pt x="165600" y="3794400"/>
                      <a:pt x="158400" y="2296800"/>
                      <a:pt x="331200" y="1166400"/>
                    </a:cubicBezTo>
                    <a:cubicBezTo>
                      <a:pt x="892800" y="727200"/>
                      <a:pt x="2412000" y="482400"/>
                      <a:pt x="4032000" y="0"/>
                    </a:cubicBezTo>
                  </a:path>
                </a:pathLst>
              </a:custGeom>
              <a:noFill/>
              <a:ln w="86400" cap="flat">
                <a:solidFill>
                  <a:srgbClr val="69B8D9"/>
                </a:solidFill>
              </a:ln>
              <a:effectLst/>
            </p:spPr>
          </p:sp>
          <p:cxnSp>
            <p:nvCxnSpPr>
              <p:cNvPr id="177" name="SCHEM_line-0175"/>
              <p:cNvCxnSpPr/>
              <p:nvPr/>
            </p:nvCxnSpPr>
            <p:spPr>
              <a:xfrm flipV="1">
                <a:off x="1764000" y="4809600"/>
                <a:ext cx="7200" cy="216000"/>
              </a:xfrm>
              <a:prstGeom prst="line">
                <a:avLst/>
              </a:prstGeom>
              <a:noFill/>
              <a:ln w="28800" cap="flat">
                <a:solidFill>
                  <a:srgbClr val="2688B8"/>
                </a:solidFill>
                <a:tailEnd type="triangle" w="med" len="med"/>
              </a:ln>
              <a:effectLst/>
            </p:spPr>
          </p:cxnSp>
          <p:cxnSp>
            <p:nvCxnSpPr>
              <p:cNvPr id="178" name="SCHEM_line-0176"/>
              <p:cNvCxnSpPr/>
              <p:nvPr/>
            </p:nvCxnSpPr>
            <p:spPr>
              <a:xfrm flipV="1">
                <a:off x="1800000" y="4068000"/>
                <a:ext cx="21600" cy="216000"/>
              </a:xfrm>
              <a:prstGeom prst="line">
                <a:avLst/>
              </a:prstGeom>
              <a:noFill/>
              <a:ln w="28800" cap="flat">
                <a:solidFill>
                  <a:srgbClr val="2688B8"/>
                </a:solidFill>
                <a:tailEnd type="triangle" w="med" len="med"/>
              </a:ln>
              <a:effectLst/>
            </p:spPr>
          </p:cxnSp>
          <p:cxnSp>
            <p:nvCxnSpPr>
              <p:cNvPr id="179" name="SCHEM_line-0177"/>
              <p:cNvCxnSpPr/>
              <p:nvPr/>
            </p:nvCxnSpPr>
            <p:spPr>
              <a:xfrm flipV="1">
                <a:off x="1864800" y="3182400"/>
                <a:ext cx="21600" cy="244800"/>
              </a:xfrm>
              <a:prstGeom prst="line">
                <a:avLst/>
              </a:prstGeom>
              <a:noFill/>
              <a:ln w="28800" cap="flat">
                <a:solidFill>
                  <a:srgbClr val="2688B8"/>
                </a:solidFill>
                <a:tailEnd type="triangle" w="med" len="med"/>
              </a:ln>
              <a:effectLst/>
            </p:spPr>
          </p:cxnSp>
          <p:cxnSp>
            <p:nvCxnSpPr>
              <p:cNvPr id="180" name="SCHEM_line-0178"/>
              <p:cNvCxnSpPr/>
              <p:nvPr/>
            </p:nvCxnSpPr>
            <p:spPr>
              <a:xfrm flipV="1">
                <a:off x="1936800" y="2642400"/>
                <a:ext cx="21600" cy="201600"/>
              </a:xfrm>
              <a:prstGeom prst="line">
                <a:avLst/>
              </a:prstGeom>
              <a:noFill/>
              <a:ln w="28800" cap="flat">
                <a:solidFill>
                  <a:srgbClr val="2688B8"/>
                </a:solidFill>
                <a:tailEnd type="triangle" w="med" len="med"/>
              </a:ln>
              <a:effectLst/>
            </p:spPr>
          </p:cxnSp>
          <p:cxnSp>
            <p:nvCxnSpPr>
              <p:cNvPr id="181" name="SCHEM_line-0179"/>
              <p:cNvCxnSpPr/>
              <p:nvPr/>
            </p:nvCxnSpPr>
            <p:spPr>
              <a:xfrm flipV="1">
                <a:off x="2304000" y="2268000"/>
                <a:ext cx="237600" cy="158400"/>
              </a:xfrm>
              <a:prstGeom prst="line">
                <a:avLst/>
              </a:prstGeom>
              <a:noFill/>
              <a:ln w="28800" cap="flat">
                <a:solidFill>
                  <a:srgbClr val="2688B8"/>
                </a:solidFill>
                <a:tailEnd type="triangle" w="med" len="med"/>
              </a:ln>
              <a:effectLst/>
            </p:spPr>
          </p:cxnSp>
          <p:cxnSp>
            <p:nvCxnSpPr>
              <p:cNvPr id="182" name="SCHEM_line-0180"/>
              <p:cNvCxnSpPr/>
              <p:nvPr/>
            </p:nvCxnSpPr>
            <p:spPr>
              <a:xfrm flipV="1">
                <a:off x="3110400" y="2080800"/>
                <a:ext cx="244800" cy="57600"/>
              </a:xfrm>
              <a:prstGeom prst="line">
                <a:avLst/>
              </a:prstGeom>
              <a:noFill/>
              <a:ln w="28800" cap="flat">
                <a:solidFill>
                  <a:srgbClr val="2688B8"/>
                </a:solidFill>
                <a:tailEnd type="triangle" w="med" len="med"/>
              </a:ln>
              <a:effectLst/>
            </p:spPr>
          </p:cxnSp>
          <p:cxnSp>
            <p:nvCxnSpPr>
              <p:cNvPr id="183" name="SCHEM_line-0181"/>
              <p:cNvCxnSpPr/>
              <p:nvPr/>
            </p:nvCxnSpPr>
            <p:spPr>
              <a:xfrm flipV="1">
                <a:off x="4053600" y="1828800"/>
                <a:ext cx="280800" cy="93600"/>
              </a:xfrm>
              <a:prstGeom prst="line">
                <a:avLst/>
              </a:prstGeom>
              <a:noFill/>
              <a:ln w="28800" cap="flat">
                <a:solidFill>
                  <a:srgbClr val="2688B8"/>
                </a:solidFill>
                <a:tailEnd type="triangle" w="med" len="med"/>
              </a:ln>
              <a:effectLst/>
            </p:spPr>
          </p:cxnSp>
          <p:cxnSp>
            <p:nvCxnSpPr>
              <p:cNvPr id="184" name="SCHEM_line-0182"/>
              <p:cNvCxnSpPr/>
              <p:nvPr/>
            </p:nvCxnSpPr>
            <p:spPr>
              <a:xfrm flipV="1">
                <a:off x="5083200" y="1562400"/>
                <a:ext cx="259200" cy="79200"/>
              </a:xfrm>
              <a:prstGeom prst="line">
                <a:avLst/>
              </a:prstGeom>
              <a:noFill/>
              <a:ln w="28800" cap="flat">
                <a:solidFill>
                  <a:srgbClr val="2688B8"/>
                </a:solidFill>
                <a:tailEnd type="triangle" w="med" len="med"/>
              </a:ln>
              <a:effectLst/>
            </p:spPr>
          </p:cxnSp>
          <p:sp>
            <p:nvSpPr>
              <p:cNvPr id="185" name="SCHEM_polygon-0183"/>
              <p:cNvSpPr/>
              <p:nvPr/>
            </p:nvSpPr>
            <p:spPr>
              <a:xfrm>
                <a:off x="5613258" y="1220139"/>
                <a:ext cx="237658" cy="220954"/>
              </a:xfrm>
              <a:custGeom>
                <a:avLst/>
                <a:gdLst/>
                <a:ahLst/>
                <a:cxnLst/>
                <a:rect l="0" t="0" r="r" b="b"/>
                <a:pathLst>
                  <a:path w="237658" h="220954">
                    <a:moveTo>
                      <a:pt x="237658" y="111861"/>
                    </a:moveTo>
                    <a:lnTo>
                      <a:pt x="188127" y="220954"/>
                    </a:lnTo>
                    <a:lnTo>
                      <a:pt x="77354" y="194633"/>
                    </a:lnTo>
                    <a:lnTo>
                      <a:pt x="0" y="111861"/>
                    </a:lnTo>
                    <a:lnTo>
                      <a:pt x="62778" y="3842"/>
                    </a:lnTo>
                    <a:lnTo>
                      <a:pt x="189725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186" name="SCHEM_line-0184"/>
              <p:cNvCxnSpPr/>
              <p:nvPr/>
            </p:nvCxnSpPr>
            <p:spPr>
              <a:xfrm>
                <a:off x="5715360" y="1245600"/>
                <a:ext cx="57600" cy="16704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187" name="SCHEM_polygon-0185"/>
              <p:cNvSpPr/>
              <p:nvPr/>
            </p:nvSpPr>
            <p:spPr>
              <a:xfrm>
                <a:off x="5732455" y="1106864"/>
                <a:ext cx="217781" cy="210146"/>
              </a:xfrm>
              <a:custGeom>
                <a:avLst/>
                <a:gdLst/>
                <a:ahLst/>
                <a:cxnLst/>
                <a:rect l="0" t="0" r="r" b="b"/>
                <a:pathLst>
                  <a:path w="217781" h="210146">
                    <a:moveTo>
                      <a:pt x="217781" y="102736"/>
                    </a:moveTo>
                    <a:lnTo>
                      <a:pt x="168758" y="210146"/>
                    </a:lnTo>
                    <a:lnTo>
                      <a:pt x="58608" y="186113"/>
                    </a:lnTo>
                    <a:lnTo>
                      <a:pt x="0" y="102736"/>
                    </a:lnTo>
                    <a:lnTo>
                      <a:pt x="47430" y="0"/>
                    </a:lnTo>
                    <a:lnTo>
                      <a:pt x="154461" y="20089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188" name="SCHEM_line-0186"/>
              <p:cNvCxnSpPr/>
              <p:nvPr/>
            </p:nvCxnSpPr>
            <p:spPr>
              <a:xfrm>
                <a:off x="5816160" y="1123200"/>
                <a:ext cx="57600" cy="16704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189" name="SCHEM_polygon-0187"/>
              <p:cNvSpPr/>
              <p:nvPr/>
            </p:nvSpPr>
            <p:spPr>
              <a:xfrm>
                <a:off x="5857020" y="1232846"/>
                <a:ext cx="208124" cy="218794"/>
              </a:xfrm>
              <a:custGeom>
                <a:avLst/>
                <a:gdLst/>
                <a:ahLst/>
                <a:cxnLst/>
                <a:rect l="0" t="0" r="r" b="b"/>
                <a:pathLst>
                  <a:path w="208124" h="218794">
                    <a:moveTo>
                      <a:pt x="208124" y="106354"/>
                    </a:moveTo>
                    <a:lnTo>
                      <a:pt x="163927" y="196675"/>
                    </a:lnTo>
                    <a:lnTo>
                      <a:pt x="46863" y="218794"/>
                    </a:lnTo>
                    <a:lnTo>
                      <a:pt x="0" y="106354"/>
                    </a:lnTo>
                    <a:lnTo>
                      <a:pt x="51213" y="1448"/>
                    </a:lnTo>
                    <a:lnTo>
                      <a:pt x="173183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190" name="SCHEM_line-0188"/>
              <p:cNvCxnSpPr/>
              <p:nvPr/>
            </p:nvCxnSpPr>
            <p:spPr>
              <a:xfrm>
                <a:off x="5945760" y="1252800"/>
                <a:ext cx="57600" cy="16704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191" name="SCHEM_polygon-0189"/>
              <p:cNvSpPr/>
              <p:nvPr/>
            </p:nvSpPr>
            <p:spPr>
              <a:xfrm>
                <a:off x="5715277" y="1438776"/>
                <a:ext cx="215898" cy="183212"/>
              </a:xfrm>
              <a:custGeom>
                <a:avLst/>
                <a:gdLst/>
                <a:ahLst/>
                <a:cxnLst/>
                <a:rect l="0" t="0" r="r" b="b"/>
                <a:pathLst>
                  <a:path w="215898" h="183212">
                    <a:moveTo>
                      <a:pt x="215898" y="94824"/>
                    </a:moveTo>
                    <a:lnTo>
                      <a:pt x="151997" y="180862"/>
                    </a:lnTo>
                    <a:lnTo>
                      <a:pt x="51292" y="183212"/>
                    </a:lnTo>
                    <a:lnTo>
                      <a:pt x="0" y="94824"/>
                    </a:lnTo>
                    <a:lnTo>
                      <a:pt x="48006" y="744"/>
                    </a:lnTo>
                    <a:lnTo>
                      <a:pt x="157070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192" name="SCHEM_line-0190"/>
              <p:cNvCxnSpPr/>
              <p:nvPr/>
            </p:nvCxnSpPr>
            <p:spPr>
              <a:xfrm>
                <a:off x="5794560" y="1447200"/>
                <a:ext cx="57600" cy="16704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193" name="SCHEM_polygon-0191"/>
              <p:cNvSpPr/>
              <p:nvPr/>
            </p:nvSpPr>
            <p:spPr>
              <a:xfrm>
                <a:off x="5792908" y="1541885"/>
                <a:ext cx="206437" cy="188501"/>
              </a:xfrm>
              <a:custGeom>
                <a:avLst/>
                <a:gdLst/>
                <a:ahLst/>
                <a:cxnLst/>
                <a:rect l="0" t="0" r="r" b="b"/>
                <a:pathLst>
                  <a:path w="206437" h="188501">
                    <a:moveTo>
                      <a:pt x="206437" y="92515"/>
                    </a:moveTo>
                    <a:lnTo>
                      <a:pt x="164734" y="185425"/>
                    </a:lnTo>
                    <a:lnTo>
                      <a:pt x="55675" y="188501"/>
                    </a:lnTo>
                    <a:lnTo>
                      <a:pt x="0" y="92515"/>
                    </a:lnTo>
                    <a:lnTo>
                      <a:pt x="57679" y="0"/>
                    </a:lnTo>
                    <a:lnTo>
                      <a:pt x="162188" y="4015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194" name="SCHEM_line-0192"/>
              <p:cNvCxnSpPr/>
              <p:nvPr/>
            </p:nvCxnSpPr>
            <p:spPr>
              <a:xfrm>
                <a:off x="5880960" y="1548000"/>
                <a:ext cx="57600" cy="16704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195" name="SCHEM_polygon-0193"/>
              <p:cNvSpPr/>
              <p:nvPr/>
            </p:nvSpPr>
            <p:spPr>
              <a:xfrm>
                <a:off x="5666001" y="1614279"/>
                <a:ext cx="189556" cy="195426"/>
              </a:xfrm>
              <a:custGeom>
                <a:avLst/>
                <a:gdLst/>
                <a:ahLst/>
                <a:cxnLst/>
                <a:rect l="0" t="0" r="r" b="b"/>
                <a:pathLst>
                  <a:path w="189556" h="195426">
                    <a:moveTo>
                      <a:pt x="189556" y="92121"/>
                    </a:moveTo>
                    <a:lnTo>
                      <a:pt x="153642" y="195426"/>
                    </a:lnTo>
                    <a:lnTo>
                      <a:pt x="34565" y="195063"/>
                    </a:lnTo>
                    <a:lnTo>
                      <a:pt x="0" y="92121"/>
                    </a:lnTo>
                    <a:lnTo>
                      <a:pt x="40812" y="0"/>
                    </a:lnTo>
                    <a:lnTo>
                      <a:pt x="145836" y="2336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196" name="SCHEM_line-0194"/>
              <p:cNvCxnSpPr/>
              <p:nvPr/>
            </p:nvCxnSpPr>
            <p:spPr>
              <a:xfrm>
                <a:off x="5736960" y="1620000"/>
                <a:ext cx="57600" cy="16704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197" name="SCHEM_polygon-0195"/>
              <p:cNvSpPr/>
              <p:nvPr/>
            </p:nvSpPr>
            <p:spPr>
              <a:xfrm>
                <a:off x="5917623" y="1357533"/>
                <a:ext cx="213791" cy="215028"/>
              </a:xfrm>
              <a:custGeom>
                <a:avLst/>
                <a:gdLst/>
                <a:ahLst/>
                <a:cxnLst/>
                <a:rect l="0" t="0" r="r" b="b"/>
                <a:pathLst>
                  <a:path w="213791" h="215028">
                    <a:moveTo>
                      <a:pt x="213791" y="111267"/>
                    </a:moveTo>
                    <a:lnTo>
                      <a:pt x="144219" y="197596"/>
                    </a:lnTo>
                    <a:lnTo>
                      <a:pt x="34471" y="215028"/>
                    </a:lnTo>
                    <a:lnTo>
                      <a:pt x="0" y="111267"/>
                    </a:lnTo>
                    <a:lnTo>
                      <a:pt x="30137" y="0"/>
                    </a:lnTo>
                    <a:lnTo>
                      <a:pt x="156525" y="3624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198" name="SCHEM_line-0196"/>
              <p:cNvCxnSpPr/>
              <p:nvPr/>
            </p:nvCxnSpPr>
            <p:spPr>
              <a:xfrm>
                <a:off x="5988960" y="1382400"/>
                <a:ext cx="57600" cy="16704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199" name="SCHEM_polygon-0197"/>
              <p:cNvSpPr/>
              <p:nvPr/>
            </p:nvSpPr>
            <p:spPr>
              <a:xfrm>
                <a:off x="5974463" y="1213658"/>
                <a:ext cx="213149" cy="212936"/>
              </a:xfrm>
              <a:custGeom>
                <a:avLst/>
                <a:gdLst/>
                <a:ahLst/>
                <a:cxnLst/>
                <a:rect l="0" t="0" r="r" b="b"/>
                <a:pathLst>
                  <a:path w="213149" h="212936">
                    <a:moveTo>
                      <a:pt x="213149" y="111142"/>
                    </a:moveTo>
                    <a:lnTo>
                      <a:pt x="156351" y="204697"/>
                    </a:lnTo>
                    <a:lnTo>
                      <a:pt x="43566" y="212936"/>
                    </a:lnTo>
                    <a:lnTo>
                      <a:pt x="0" y="111142"/>
                    </a:lnTo>
                    <a:lnTo>
                      <a:pt x="38169" y="0"/>
                    </a:lnTo>
                    <a:lnTo>
                      <a:pt x="157822" y="15038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200" name="SCHEM_line-0198"/>
              <p:cNvCxnSpPr/>
              <p:nvPr/>
            </p:nvCxnSpPr>
            <p:spPr>
              <a:xfrm>
                <a:off x="6053760" y="1238400"/>
                <a:ext cx="57600" cy="16704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</p:grpSp>
        <p:sp>
          <p:nvSpPr>
            <p:cNvPr id="201" name="SCHEM_text-0199"/>
            <p:cNvSpPr txBox="1"/>
            <p:nvPr/>
          </p:nvSpPr>
          <p:spPr>
            <a:xfrm>
              <a:off x="4420800" y="468000"/>
              <a:ext cx="1944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Water vapor</a:t>
              </a:r>
              <a:endParaRPr lang="en-US" sz="1531"/>
            </a:p>
          </p:txBody>
        </p:sp>
        <p:cxnSp>
          <p:nvCxnSpPr>
            <p:cNvPr id="202" name="SCHEM_line-0200"/>
            <p:cNvCxnSpPr/>
            <p:nvPr/>
          </p:nvCxnSpPr>
          <p:spPr>
            <a:xfrm flipV="1">
              <a:off x="3938400" y="921600"/>
              <a:ext cx="100800" cy="777600"/>
            </a:xfrm>
            <a:prstGeom prst="line">
              <a:avLst/>
            </a:prstGeom>
            <a:noFill/>
            <a:ln w="14400" cap="flat">
              <a:solidFill>
                <a:srgbClr val="8E9494"/>
              </a:solidFill>
              <a:prstDash val="dash"/>
              <a:tailEnd type="triangle" w="med" len="med"/>
            </a:ln>
            <a:effectLst/>
          </p:spPr>
        </p:cxnSp>
        <p:cxnSp>
          <p:nvCxnSpPr>
            <p:cNvPr id="203" name="SCHEM_line-0201"/>
            <p:cNvCxnSpPr/>
            <p:nvPr/>
          </p:nvCxnSpPr>
          <p:spPr>
            <a:xfrm flipV="1">
              <a:off x="4348800" y="784800"/>
              <a:ext cx="86400" cy="864000"/>
            </a:xfrm>
            <a:prstGeom prst="line">
              <a:avLst/>
            </a:prstGeom>
            <a:noFill/>
            <a:ln w="14400" cap="flat">
              <a:solidFill>
                <a:srgbClr val="8E9494"/>
              </a:solidFill>
              <a:prstDash val="dash"/>
              <a:tailEnd type="triangle" w="med" len="med"/>
            </a:ln>
            <a:effectLst/>
          </p:spPr>
        </p:cxnSp>
        <p:cxnSp>
          <p:nvCxnSpPr>
            <p:cNvPr id="204" name="SCHEM_line-0202"/>
            <p:cNvCxnSpPr/>
            <p:nvPr/>
          </p:nvCxnSpPr>
          <p:spPr>
            <a:xfrm flipV="1">
              <a:off x="4716000" y="756000"/>
              <a:ext cx="108000" cy="820800"/>
            </a:xfrm>
            <a:prstGeom prst="line">
              <a:avLst/>
            </a:prstGeom>
            <a:noFill/>
            <a:ln w="14400" cap="flat">
              <a:solidFill>
                <a:srgbClr val="8E9494"/>
              </a:solidFill>
              <a:prstDash val="dash"/>
              <a:tailEnd type="triangle" w="med" len="med"/>
            </a:ln>
            <a:effectLst/>
          </p:spPr>
        </p:cxnSp>
        <p:cxnSp>
          <p:nvCxnSpPr>
            <p:cNvPr id="205" name="SCHEM_line-0203"/>
            <p:cNvCxnSpPr/>
            <p:nvPr/>
          </p:nvCxnSpPr>
          <p:spPr>
            <a:xfrm flipV="1">
              <a:off x="5191200" y="734400"/>
              <a:ext cx="100800" cy="784800"/>
            </a:xfrm>
            <a:prstGeom prst="line">
              <a:avLst/>
            </a:prstGeom>
            <a:noFill/>
            <a:ln w="14400" cap="flat">
              <a:solidFill>
                <a:srgbClr val="8E9494"/>
              </a:solidFill>
              <a:prstDash val="dash"/>
              <a:tailEnd type="triangle" w="med" len="med"/>
            </a:ln>
            <a:effectLst/>
          </p:spPr>
        </p:cxnSp>
        <p:sp>
          <p:nvSpPr>
            <p:cNvPr id="206" name="SCHEM_text-0204"/>
            <p:cNvSpPr txBox="1"/>
            <p:nvPr/>
          </p:nvSpPr>
          <p:spPr>
            <a:xfrm>
              <a:off x="3016800" y="1252800"/>
              <a:ext cx="1800000" cy="2887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Wetted mesh</a:t>
              </a:r>
              <a:endParaRPr lang="en-US" sz="1474"/>
            </a:p>
          </p:txBody>
        </p:sp>
        <p:cxnSp>
          <p:nvCxnSpPr>
            <p:cNvPr id="207" name="SCHEM_line-0205"/>
            <p:cNvCxnSpPr/>
            <p:nvPr/>
          </p:nvCxnSpPr>
          <p:spPr>
            <a:xfrm>
              <a:off x="3412800" y="1454400"/>
              <a:ext cx="151200" cy="2880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208" name="SCHEM_ellipse-0206"/>
            <p:cNvSpPr/>
            <p:nvPr/>
          </p:nvSpPr>
          <p:spPr>
            <a:xfrm>
              <a:off x="3542400" y="17208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209" name="SCHEM_text-0207"/>
            <p:cNvSpPr txBox="1"/>
            <p:nvPr/>
          </p:nvSpPr>
          <p:spPr>
            <a:xfrm>
              <a:off x="6451200" y="1274400"/>
              <a:ext cx="1728000" cy="541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Edge</a:t>
              </a:r>
              <a:endParaRPr lang="en-US" sz="1474"/>
            </a:p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crystallization</a:t>
              </a:r>
              <a:endParaRPr lang="en-US" sz="1474"/>
            </a:p>
          </p:txBody>
        </p:sp>
        <p:cxnSp>
          <p:nvCxnSpPr>
            <p:cNvPr id="210" name="SCHEM_line-0208"/>
            <p:cNvCxnSpPr/>
            <p:nvPr/>
          </p:nvCxnSpPr>
          <p:spPr>
            <a:xfrm flipH="1">
              <a:off x="6105600" y="1396800"/>
              <a:ext cx="302400" cy="1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211" name="SCHEM_ellipse-0209"/>
            <p:cNvSpPr/>
            <p:nvPr/>
          </p:nvSpPr>
          <p:spPr>
            <a:xfrm>
              <a:off x="6084000" y="13752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212" name="SCHEM_text-0210"/>
            <p:cNvSpPr txBox="1"/>
            <p:nvPr/>
          </p:nvSpPr>
          <p:spPr>
            <a:xfrm>
              <a:off x="288000" y="3571200"/>
              <a:ext cx="1476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Capillary supply</a:t>
              </a:r>
              <a:endParaRPr lang="en-US" sz="1417"/>
            </a:p>
          </p:txBody>
        </p:sp>
        <p:cxnSp>
          <p:nvCxnSpPr>
            <p:cNvPr id="213" name="SCHEM_line-0211"/>
            <p:cNvCxnSpPr/>
            <p:nvPr/>
          </p:nvCxnSpPr>
          <p:spPr>
            <a:xfrm>
              <a:off x="1461600" y="3715200"/>
              <a:ext cx="237600" cy="1008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214" name="SCHEM_ellipse-0212"/>
            <p:cNvSpPr/>
            <p:nvPr/>
          </p:nvSpPr>
          <p:spPr>
            <a:xfrm>
              <a:off x="1677600" y="37944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215" name="SCHEM_text-0213"/>
            <p:cNvSpPr txBox="1"/>
            <p:nvPr/>
          </p:nvSpPr>
          <p:spPr>
            <a:xfrm>
              <a:off x="2419200" y="4197600"/>
              <a:ext cx="1656000" cy="297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TiO</a:t>
              </a:r>
              <a:r>
                <a:rPr lang="en-US" sz="1020" baseline="-25000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2</a:t>
              </a: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/Ti mesh</a:t>
              </a:r>
              <a:endParaRPr lang="en-US" sz="1417"/>
            </a:p>
          </p:txBody>
        </p:sp>
        <p:cxnSp>
          <p:nvCxnSpPr>
            <p:cNvPr id="216" name="SCHEM_line-0214"/>
            <p:cNvCxnSpPr/>
            <p:nvPr/>
          </p:nvCxnSpPr>
          <p:spPr>
            <a:xfrm flipH="1">
              <a:off x="1951200" y="4291200"/>
              <a:ext cx="417600" cy="2808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217" name="SCHEM_ellipse-0215"/>
            <p:cNvSpPr/>
            <p:nvPr/>
          </p:nvSpPr>
          <p:spPr>
            <a:xfrm>
              <a:off x="1929600" y="45504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218" name="SCHEM_text-0216"/>
            <p:cNvSpPr txBox="1"/>
            <p:nvPr/>
          </p:nvSpPr>
          <p:spPr>
            <a:xfrm>
              <a:off x="2332800" y="5601600"/>
              <a:ext cx="1728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Saline feed</a:t>
              </a:r>
              <a:endParaRPr lang="en-US" sz="1417"/>
            </a:p>
          </p:txBody>
        </p:sp>
        <p:cxnSp>
          <p:nvCxnSpPr>
            <p:cNvPr id="219" name="SCHEM_line-0217"/>
            <p:cNvCxnSpPr/>
            <p:nvPr/>
          </p:nvCxnSpPr>
          <p:spPr>
            <a:xfrm flipH="1">
              <a:off x="2145600" y="5688000"/>
              <a:ext cx="144000" cy="144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220" name="SCHEM_ellipse-0218"/>
            <p:cNvSpPr/>
            <p:nvPr/>
          </p:nvSpPr>
          <p:spPr>
            <a:xfrm>
              <a:off x="2124000" y="56808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221" name="SCHEM_path-0219"/>
            <p:cNvSpPr/>
            <p:nvPr/>
          </p:nvSpPr>
          <p:spPr>
            <a:xfrm>
              <a:off x="6120000" y="640800"/>
              <a:ext cx="3081600" cy="547200"/>
            </a:xfrm>
            <a:custGeom>
              <a:avLst/>
              <a:gdLst/>
              <a:ahLst/>
              <a:cxnLst/>
              <a:rect l="0" t="0" r="r" b="b"/>
              <a:pathLst>
                <a:path w="3081600" h="547200">
                  <a:moveTo>
                    <a:pt x="0" y="547200"/>
                  </a:moveTo>
                  <a:cubicBezTo>
                    <a:pt x="1368000" y="64800"/>
                    <a:pt x="2304000" y="0"/>
                    <a:pt x="3081600" y="136800"/>
                  </a:cubicBezTo>
                </a:path>
              </a:pathLst>
            </a:custGeom>
            <a:noFill/>
            <a:ln w="11520" cap="flat">
              <a:solidFill>
                <a:srgbClr val="8B8C89"/>
              </a:solidFill>
              <a:prstDash val="dash"/>
            </a:ln>
            <a:effectLst/>
          </p:spPr>
        </p:sp>
        <p:sp>
          <p:nvSpPr>
            <p:cNvPr id="222" name="SCHEM_path-0220"/>
            <p:cNvSpPr/>
            <p:nvPr/>
          </p:nvSpPr>
          <p:spPr>
            <a:xfrm>
              <a:off x="6120000" y="864000"/>
              <a:ext cx="3081600" cy="388800"/>
            </a:xfrm>
            <a:custGeom>
              <a:avLst/>
              <a:gdLst/>
              <a:ahLst/>
              <a:cxnLst/>
              <a:rect l="0" t="0" r="r" b="b"/>
              <a:pathLst>
                <a:path w="3081600" h="388800">
                  <a:moveTo>
                    <a:pt x="0" y="388800"/>
                  </a:moveTo>
                  <a:cubicBezTo>
                    <a:pt x="1368000" y="0"/>
                    <a:pt x="2232000" y="28800"/>
                    <a:pt x="3081600" y="122400"/>
                  </a:cubicBezTo>
                </a:path>
              </a:pathLst>
            </a:custGeom>
            <a:noFill/>
            <a:ln w="11520" cap="flat">
              <a:solidFill>
                <a:srgbClr val="8B8C89"/>
              </a:solidFill>
              <a:prstDash val="dash"/>
            </a:ln>
            <a:effectLst/>
          </p:spPr>
        </p:sp>
        <p:grpSp>
          <p:nvGrpSpPr>
            <p:cNvPr id="223" name="SCHEM_condensation"/>
            <p:cNvGrpSpPr/>
            <p:nvPr/>
          </p:nvGrpSpPr>
          <p:grpSpPr>
            <a:xfrm>
              <a:off x="8748000" y="331200"/>
              <a:ext cx="2685600" cy="2172600"/>
              <a:chOff x="8748000" y="331200"/>
              <a:chExt cx="2685600" cy="2172600"/>
            </a:xfrm>
          </p:grpSpPr>
          <p:sp>
            <p:nvSpPr>
              <p:cNvPr id="224" name="SCHEM_text-0222"/>
              <p:cNvSpPr txBox="1"/>
              <p:nvPr/>
            </p:nvSpPr>
            <p:spPr>
              <a:xfrm>
                <a:off x="8748000" y="331200"/>
                <a:ext cx="2304000" cy="308160"/>
              </a:xfrm>
              <a:prstGeom prst="rect">
                <a:avLst/>
              </a:prstGeom>
              <a:noFill/>
              <a:ln w="8255" cap="flat">
                <a:noFill/>
              </a:ln>
              <a:effectLst/>
            </p:spPr>
            <p:txBody>
              <a:bodyPr wrap="square" lIns="0" rIns="0" tIns="0" bIns="0" anchor="t">
                <a:noAutofit/>
              </a:bodyPr>
              <a:lstStyle/>
              <a:p>
                <a:pPr algn="l">
                  <a:buNone/>
                </a:pPr>
                <a:r>
                  <a:rPr lang="en-US" sz="1587" b="1">
                    <a:solidFill>
                      <a:srgbClr val="292929"/>
                    </a:solidFill>
                    <a:latin typeface="Times New Roman"/>
                    <a:ea typeface="Times New Roman"/>
                    <a:cs typeface="Times New Roman"/>
                  </a:rPr>
                  <a:t>Condensation</a:t>
                </a:r>
                <a:endParaRPr lang="en-US" sz="1587"/>
              </a:p>
            </p:txBody>
          </p:sp>
          <p:sp>
            <p:nvSpPr>
              <p:cNvPr id="225" name="SCHEM_path-0223"/>
              <p:cNvSpPr/>
              <p:nvPr/>
            </p:nvSpPr>
            <p:spPr>
              <a:xfrm>
                <a:off x="9367200" y="813600"/>
                <a:ext cx="180000" cy="266400"/>
              </a:xfrm>
              <a:custGeom>
                <a:avLst/>
                <a:gdLst/>
                <a:ahLst/>
                <a:cxnLst/>
                <a:rect l="0" t="0" r="r" b="b"/>
                <a:pathLst>
                  <a:path w="180000" h="266400">
                    <a:moveTo>
                      <a:pt x="93600" y="0"/>
                    </a:moveTo>
                    <a:cubicBezTo>
                      <a:pt x="72000" y="72000"/>
                      <a:pt x="0" y="180000"/>
                      <a:pt x="50400" y="216000"/>
                    </a:cubicBezTo>
                    <a:cubicBezTo>
                      <a:pt x="151200" y="266400"/>
                      <a:pt x="180000" y="151200"/>
                      <a:pt x="93600" y="0"/>
                    </a:cubicBezTo>
                    <a:close/>
                  </a:path>
                </a:pathLst>
              </a:custGeom>
              <a:solidFill>
                <a:srgbClr val="96D0EB"/>
              </a:solidFill>
              <a:ln w="10800" cap="flat">
                <a:solidFill>
                  <a:srgbClr val="1B5D7D"/>
                </a:solidFill>
              </a:ln>
              <a:effectLst/>
            </p:spPr>
          </p:sp>
          <p:sp>
            <p:nvSpPr>
              <p:cNvPr id="226" name="SCHEM_path-0224"/>
              <p:cNvSpPr/>
              <p:nvPr/>
            </p:nvSpPr>
            <p:spPr>
              <a:xfrm>
                <a:off x="9410400" y="878400"/>
                <a:ext cx="36000" cy="129600"/>
              </a:xfrm>
              <a:custGeom>
                <a:avLst/>
                <a:gdLst/>
                <a:ahLst/>
                <a:cxnLst/>
                <a:rect l="0" t="0" r="r" b="b"/>
                <a:pathLst>
                  <a:path w="36000" h="129600">
                    <a:moveTo>
                      <a:pt x="36000" y="0"/>
                    </a:moveTo>
                    <a:cubicBezTo>
                      <a:pt x="14400" y="72000"/>
                      <a:pt x="0" y="108000"/>
                      <a:pt x="36000" y="129600"/>
                    </a:cubicBezTo>
                  </a:path>
                </a:pathLst>
              </a:custGeom>
              <a:noFill/>
              <a:ln w="10800" cap="flat">
                <a:solidFill>
                  <a:srgbClr val="E7F5FD"/>
                </a:solidFill>
              </a:ln>
              <a:effectLst/>
            </p:spPr>
          </p:sp>
          <p:sp>
            <p:nvSpPr>
              <p:cNvPr id="227" name="SCHEM_path-0225"/>
              <p:cNvSpPr/>
              <p:nvPr/>
            </p:nvSpPr>
            <p:spPr>
              <a:xfrm>
                <a:off x="9691200" y="720000"/>
                <a:ext cx="180000" cy="266400"/>
              </a:xfrm>
              <a:custGeom>
                <a:avLst/>
                <a:gdLst/>
                <a:ahLst/>
                <a:cxnLst/>
                <a:rect l="0" t="0" r="r" b="b"/>
                <a:pathLst>
                  <a:path w="180000" h="266400">
                    <a:moveTo>
                      <a:pt x="93600" y="0"/>
                    </a:moveTo>
                    <a:cubicBezTo>
                      <a:pt x="72000" y="72000"/>
                      <a:pt x="0" y="180000"/>
                      <a:pt x="50400" y="216000"/>
                    </a:cubicBezTo>
                    <a:cubicBezTo>
                      <a:pt x="151200" y="266400"/>
                      <a:pt x="180000" y="151200"/>
                      <a:pt x="93600" y="0"/>
                    </a:cubicBezTo>
                    <a:close/>
                  </a:path>
                </a:pathLst>
              </a:custGeom>
              <a:solidFill>
                <a:srgbClr val="96D0EB"/>
              </a:solidFill>
              <a:ln w="10800" cap="flat">
                <a:solidFill>
                  <a:srgbClr val="1B5D7D"/>
                </a:solidFill>
              </a:ln>
              <a:effectLst/>
            </p:spPr>
          </p:sp>
          <p:sp>
            <p:nvSpPr>
              <p:cNvPr id="228" name="SCHEM_path-0226"/>
              <p:cNvSpPr/>
              <p:nvPr/>
            </p:nvSpPr>
            <p:spPr>
              <a:xfrm>
                <a:off x="9734400" y="784800"/>
                <a:ext cx="36000" cy="129600"/>
              </a:xfrm>
              <a:custGeom>
                <a:avLst/>
                <a:gdLst/>
                <a:ahLst/>
                <a:cxnLst/>
                <a:rect l="0" t="0" r="r" b="b"/>
                <a:pathLst>
                  <a:path w="36000" h="129600">
                    <a:moveTo>
                      <a:pt x="36000" y="0"/>
                    </a:moveTo>
                    <a:cubicBezTo>
                      <a:pt x="14400" y="72000"/>
                      <a:pt x="0" y="108000"/>
                      <a:pt x="36000" y="129600"/>
                    </a:cubicBezTo>
                  </a:path>
                </a:pathLst>
              </a:custGeom>
              <a:noFill/>
              <a:ln w="10800" cap="flat">
                <a:solidFill>
                  <a:srgbClr val="E7F5FD"/>
                </a:solidFill>
              </a:ln>
              <a:effectLst/>
            </p:spPr>
          </p:sp>
          <p:sp>
            <p:nvSpPr>
              <p:cNvPr id="229" name="SCHEM_path-0227"/>
              <p:cNvSpPr/>
              <p:nvPr/>
            </p:nvSpPr>
            <p:spPr>
              <a:xfrm>
                <a:off x="9590400" y="1087200"/>
                <a:ext cx="180000" cy="266400"/>
              </a:xfrm>
              <a:custGeom>
                <a:avLst/>
                <a:gdLst/>
                <a:ahLst/>
                <a:cxnLst/>
                <a:rect l="0" t="0" r="r" b="b"/>
                <a:pathLst>
                  <a:path w="180000" h="266400">
                    <a:moveTo>
                      <a:pt x="93600" y="0"/>
                    </a:moveTo>
                    <a:cubicBezTo>
                      <a:pt x="72000" y="72000"/>
                      <a:pt x="0" y="180000"/>
                      <a:pt x="50400" y="216000"/>
                    </a:cubicBezTo>
                    <a:cubicBezTo>
                      <a:pt x="151200" y="266400"/>
                      <a:pt x="180000" y="151200"/>
                      <a:pt x="93600" y="0"/>
                    </a:cubicBezTo>
                    <a:close/>
                  </a:path>
                </a:pathLst>
              </a:custGeom>
              <a:solidFill>
                <a:srgbClr val="96D0EB"/>
              </a:solidFill>
              <a:ln w="10800" cap="flat">
                <a:solidFill>
                  <a:srgbClr val="1B5D7D"/>
                </a:solidFill>
              </a:ln>
              <a:effectLst/>
            </p:spPr>
          </p:sp>
          <p:sp>
            <p:nvSpPr>
              <p:cNvPr id="230" name="SCHEM_path-0228"/>
              <p:cNvSpPr/>
              <p:nvPr/>
            </p:nvSpPr>
            <p:spPr>
              <a:xfrm>
                <a:off x="9633600" y="1152000"/>
                <a:ext cx="36000" cy="129600"/>
              </a:xfrm>
              <a:custGeom>
                <a:avLst/>
                <a:gdLst/>
                <a:ahLst/>
                <a:cxnLst/>
                <a:rect l="0" t="0" r="r" b="b"/>
                <a:pathLst>
                  <a:path w="36000" h="129600">
                    <a:moveTo>
                      <a:pt x="36000" y="0"/>
                    </a:moveTo>
                    <a:cubicBezTo>
                      <a:pt x="14400" y="72000"/>
                      <a:pt x="0" y="108000"/>
                      <a:pt x="36000" y="129600"/>
                    </a:cubicBezTo>
                  </a:path>
                </a:pathLst>
              </a:custGeom>
              <a:noFill/>
              <a:ln w="10800" cap="flat">
                <a:solidFill>
                  <a:srgbClr val="E7F5FD"/>
                </a:solidFill>
              </a:ln>
              <a:effectLst/>
            </p:spPr>
          </p:sp>
          <p:sp>
            <p:nvSpPr>
              <p:cNvPr id="231" name="SCHEM_path-0229"/>
              <p:cNvSpPr/>
              <p:nvPr/>
            </p:nvSpPr>
            <p:spPr>
              <a:xfrm>
                <a:off x="9972000" y="1036800"/>
                <a:ext cx="180000" cy="266400"/>
              </a:xfrm>
              <a:custGeom>
                <a:avLst/>
                <a:gdLst/>
                <a:ahLst/>
                <a:cxnLst/>
                <a:rect l="0" t="0" r="r" b="b"/>
                <a:pathLst>
                  <a:path w="180000" h="266400">
                    <a:moveTo>
                      <a:pt x="93600" y="0"/>
                    </a:moveTo>
                    <a:cubicBezTo>
                      <a:pt x="72000" y="72000"/>
                      <a:pt x="0" y="180000"/>
                      <a:pt x="50400" y="216000"/>
                    </a:cubicBezTo>
                    <a:cubicBezTo>
                      <a:pt x="151200" y="266400"/>
                      <a:pt x="180000" y="151200"/>
                      <a:pt x="93600" y="0"/>
                    </a:cubicBezTo>
                    <a:close/>
                  </a:path>
                </a:pathLst>
              </a:custGeom>
              <a:solidFill>
                <a:srgbClr val="96D0EB"/>
              </a:solidFill>
              <a:ln w="10800" cap="flat">
                <a:solidFill>
                  <a:srgbClr val="1B5D7D"/>
                </a:solidFill>
              </a:ln>
              <a:effectLst/>
            </p:spPr>
          </p:sp>
          <p:sp>
            <p:nvSpPr>
              <p:cNvPr id="232" name="SCHEM_path-0230"/>
              <p:cNvSpPr/>
              <p:nvPr/>
            </p:nvSpPr>
            <p:spPr>
              <a:xfrm>
                <a:off x="10015200" y="1101600"/>
                <a:ext cx="36000" cy="129600"/>
              </a:xfrm>
              <a:custGeom>
                <a:avLst/>
                <a:gdLst/>
                <a:ahLst/>
                <a:cxnLst/>
                <a:rect l="0" t="0" r="r" b="b"/>
                <a:pathLst>
                  <a:path w="36000" h="129600">
                    <a:moveTo>
                      <a:pt x="36000" y="0"/>
                    </a:moveTo>
                    <a:cubicBezTo>
                      <a:pt x="14400" y="72000"/>
                      <a:pt x="0" y="108000"/>
                      <a:pt x="36000" y="129600"/>
                    </a:cubicBezTo>
                  </a:path>
                </a:pathLst>
              </a:custGeom>
              <a:noFill/>
              <a:ln w="10800" cap="flat">
                <a:solidFill>
                  <a:srgbClr val="E7F5FD"/>
                </a:solidFill>
              </a:ln>
              <a:effectLst/>
            </p:spPr>
          </p:sp>
          <p:sp>
            <p:nvSpPr>
              <p:cNvPr id="233" name="SCHEM_path-0231"/>
              <p:cNvSpPr/>
              <p:nvPr/>
            </p:nvSpPr>
            <p:spPr>
              <a:xfrm>
                <a:off x="10065600" y="1368000"/>
                <a:ext cx="180000" cy="266400"/>
              </a:xfrm>
              <a:custGeom>
                <a:avLst/>
                <a:gdLst/>
                <a:ahLst/>
                <a:cxnLst/>
                <a:rect l="0" t="0" r="r" b="b"/>
                <a:pathLst>
                  <a:path w="180000" h="266400">
                    <a:moveTo>
                      <a:pt x="93600" y="0"/>
                    </a:moveTo>
                    <a:cubicBezTo>
                      <a:pt x="72000" y="72000"/>
                      <a:pt x="0" y="180000"/>
                      <a:pt x="50400" y="216000"/>
                    </a:cubicBezTo>
                    <a:cubicBezTo>
                      <a:pt x="151200" y="266400"/>
                      <a:pt x="180000" y="151200"/>
                      <a:pt x="93600" y="0"/>
                    </a:cubicBezTo>
                    <a:close/>
                  </a:path>
                </a:pathLst>
              </a:custGeom>
              <a:solidFill>
                <a:srgbClr val="96D0EB"/>
              </a:solidFill>
              <a:ln w="10800" cap="flat">
                <a:solidFill>
                  <a:srgbClr val="1B5D7D"/>
                </a:solidFill>
              </a:ln>
              <a:effectLst/>
            </p:spPr>
          </p:sp>
          <p:sp>
            <p:nvSpPr>
              <p:cNvPr id="234" name="SCHEM_path-0232"/>
              <p:cNvSpPr/>
              <p:nvPr/>
            </p:nvSpPr>
            <p:spPr>
              <a:xfrm>
                <a:off x="10108800" y="1432800"/>
                <a:ext cx="36000" cy="129600"/>
              </a:xfrm>
              <a:custGeom>
                <a:avLst/>
                <a:gdLst/>
                <a:ahLst/>
                <a:cxnLst/>
                <a:rect l="0" t="0" r="r" b="b"/>
                <a:pathLst>
                  <a:path w="36000" h="129600">
                    <a:moveTo>
                      <a:pt x="36000" y="0"/>
                    </a:moveTo>
                    <a:cubicBezTo>
                      <a:pt x="14400" y="72000"/>
                      <a:pt x="0" y="108000"/>
                      <a:pt x="36000" y="129600"/>
                    </a:cubicBezTo>
                  </a:path>
                </a:pathLst>
              </a:custGeom>
              <a:noFill/>
              <a:ln w="10800" cap="flat">
                <a:solidFill>
                  <a:srgbClr val="E7F5FD"/>
                </a:solidFill>
              </a:ln>
              <a:effectLst/>
            </p:spPr>
          </p:sp>
          <p:sp>
            <p:nvSpPr>
              <p:cNvPr id="235" name="SCHEM_polygon-0233"/>
              <p:cNvSpPr/>
              <p:nvPr/>
            </p:nvSpPr>
            <p:spPr>
              <a:xfrm>
                <a:off x="9151200" y="1641600"/>
                <a:ext cx="1648800" cy="518400"/>
              </a:xfrm>
              <a:custGeom>
                <a:avLst/>
                <a:gdLst/>
                <a:ahLst/>
                <a:cxnLst/>
                <a:rect l="0" t="0" r="r" b="b"/>
                <a:pathLst>
                  <a:path w="1648800" h="518400">
                    <a:moveTo>
                      <a:pt x="0" y="0"/>
                    </a:moveTo>
                    <a:lnTo>
                      <a:pt x="64800" y="468000"/>
                    </a:lnTo>
                    <a:lnTo>
                      <a:pt x="144000" y="518400"/>
                    </a:lnTo>
                    <a:lnTo>
                      <a:pt x="1519200" y="518400"/>
                    </a:lnTo>
                    <a:lnTo>
                      <a:pt x="1584000" y="468000"/>
                    </a:lnTo>
                    <a:lnTo>
                      <a:pt x="1648800" y="0"/>
                    </a:lnTo>
                    <a:lnTo>
                      <a:pt x="1598400" y="0"/>
                    </a:lnTo>
                    <a:lnTo>
                      <a:pt x="1540800" y="453600"/>
                    </a:lnTo>
                    <a:lnTo>
                      <a:pt x="108000" y="453600"/>
                    </a:lnTo>
                    <a:lnTo>
                      <a:pt x="50400" y="0"/>
                    </a:lnTo>
                    <a:close/>
                  </a:path>
                </a:pathLst>
              </a:custGeom>
              <a:solidFill>
                <a:srgbClr val="D4D5CF"/>
              </a:solidFill>
              <a:ln w="11520" cap="flat">
                <a:solidFill>
                  <a:srgbClr val="292929"/>
                </a:solidFill>
              </a:ln>
              <a:effectLst/>
            </p:spPr>
          </p:sp>
          <p:sp>
            <p:nvSpPr>
              <p:cNvPr id="236" name="SCHEM_path-0234"/>
              <p:cNvSpPr/>
              <p:nvPr/>
            </p:nvSpPr>
            <p:spPr>
              <a:xfrm>
                <a:off x="9237600" y="1713600"/>
                <a:ext cx="1483200" cy="381600"/>
              </a:xfrm>
              <a:custGeom>
                <a:avLst/>
                <a:gdLst/>
                <a:ahLst/>
                <a:cxnLst/>
                <a:rect l="0" t="0" r="r" b="b"/>
                <a:pathLst>
                  <a:path w="1483200" h="381600">
                    <a:moveTo>
                      <a:pt x="0" y="50400"/>
                    </a:moveTo>
                    <a:cubicBezTo>
                      <a:pt x="482400" y="0"/>
                      <a:pt x="979200" y="72000"/>
                      <a:pt x="1483200" y="43200"/>
                    </a:cubicBezTo>
                    <a:lnTo>
                      <a:pt x="1440000" y="381600"/>
                    </a:lnTo>
                    <a:lnTo>
                      <a:pt x="36000" y="381600"/>
                    </a:lnTo>
                    <a:close/>
                  </a:path>
                </a:pathLst>
              </a:custGeom>
              <a:solidFill>
                <a:srgbClr val="9DD3E9"/>
              </a:solidFill>
              <a:ln w="7200" cap="flat">
                <a:solidFill>
                  <a:srgbClr val="5A9AB5"/>
                </a:solidFill>
              </a:ln>
              <a:effectLst/>
            </p:spPr>
          </p:sp>
          <p:cxnSp>
            <p:nvCxnSpPr>
              <p:cNvPr id="237" name="SCHEM_line-0235"/>
              <p:cNvCxnSpPr/>
              <p:nvPr/>
            </p:nvCxnSpPr>
            <p:spPr>
              <a:xfrm>
                <a:off x="9669600" y="1432800"/>
                <a:ext cx="1" cy="266400"/>
              </a:xfrm>
              <a:prstGeom prst="line">
                <a:avLst/>
              </a:prstGeom>
              <a:noFill/>
              <a:ln w="18000" cap="flat">
                <a:solidFill>
                  <a:srgbClr val="626E73"/>
                </a:solidFill>
                <a:tailEnd type="triangle" w="med" len="med"/>
              </a:ln>
              <a:effectLst/>
            </p:spPr>
          </p:cxnSp>
          <p:cxnSp>
            <p:nvCxnSpPr>
              <p:cNvPr id="238" name="SCHEM_line-0236"/>
              <p:cNvCxnSpPr/>
              <p:nvPr/>
            </p:nvCxnSpPr>
            <p:spPr>
              <a:xfrm>
                <a:off x="10108800" y="1706400"/>
                <a:ext cx="1" cy="288000"/>
              </a:xfrm>
              <a:prstGeom prst="line">
                <a:avLst/>
              </a:prstGeom>
              <a:noFill/>
              <a:ln w="18000" cap="flat">
                <a:solidFill>
                  <a:srgbClr val="626E73"/>
                </a:solidFill>
                <a:tailEnd type="triangle" w="med" len="med"/>
              </a:ln>
              <a:effectLst/>
            </p:spPr>
          </p:cxnSp>
          <p:sp>
            <p:nvSpPr>
              <p:cNvPr id="239" name="SCHEM_text-0237"/>
              <p:cNvSpPr txBox="1"/>
              <p:nvPr/>
            </p:nvSpPr>
            <p:spPr>
              <a:xfrm>
                <a:off x="9093600" y="2224800"/>
                <a:ext cx="2340000" cy="279000"/>
              </a:xfrm>
              <a:prstGeom prst="rect">
                <a:avLst/>
              </a:prstGeom>
              <a:noFill/>
              <a:ln w="8255" cap="flat">
                <a:noFill/>
              </a:ln>
              <a:effectLst/>
            </p:spPr>
            <p:txBody>
              <a:bodyPr wrap="square" lIns="0" rIns="0" tIns="0" bIns="0" anchor="t">
                <a:noAutofit/>
              </a:bodyPr>
              <a:lstStyle/>
              <a:p>
                <a:pPr algn="l">
                  <a:buNone/>
                </a:pPr>
                <a:r>
                  <a:rPr lang="en-US" sz="1417">
                    <a:solidFill>
                      <a:srgbClr val="292929"/>
                    </a:solidFill>
                    <a:latin typeface="Times New Roman"/>
                    <a:ea typeface="Times New Roman"/>
                    <a:cs typeface="Times New Roman"/>
                  </a:rPr>
                  <a:t>Freshwater collection</a:t>
                </a:r>
                <a:endParaRPr lang="en-US" sz="1417"/>
              </a:p>
            </p:txBody>
          </p:sp>
        </p:grpSp>
        <p:cxnSp>
          <p:nvCxnSpPr>
            <p:cNvPr id="240" name="SCHEM_line-0238"/>
            <p:cNvCxnSpPr/>
            <p:nvPr/>
          </p:nvCxnSpPr>
          <p:spPr>
            <a:xfrm>
              <a:off x="5875200" y="1778400"/>
              <a:ext cx="698400" cy="712800"/>
            </a:xfrm>
            <a:prstGeom prst="line">
              <a:avLst/>
            </a:prstGeom>
            <a:noFill/>
            <a:ln w="10800" cap="flat">
              <a:solidFill>
                <a:srgbClr val="8B8C89"/>
              </a:solidFill>
              <a:prstDash val="dash"/>
            </a:ln>
            <a:effectLst/>
          </p:spPr>
        </p:cxnSp>
        <p:cxnSp>
          <p:nvCxnSpPr>
            <p:cNvPr id="241" name="SCHEM_line-0239"/>
            <p:cNvCxnSpPr/>
            <p:nvPr/>
          </p:nvCxnSpPr>
          <p:spPr>
            <a:xfrm>
              <a:off x="4910400" y="2541600"/>
              <a:ext cx="446400" cy="1929600"/>
            </a:xfrm>
            <a:prstGeom prst="line">
              <a:avLst/>
            </a:prstGeom>
            <a:noFill/>
            <a:ln w="10800" cap="flat">
              <a:solidFill>
                <a:srgbClr val="8B8C89"/>
              </a:solidFill>
              <a:prstDash val="dash"/>
            </a:ln>
            <a:effectLst/>
          </p:spPr>
        </p:cxnSp>
        <p:sp>
          <p:nvSpPr>
            <p:cNvPr id="242" name="SCHEM_text-0240"/>
            <p:cNvSpPr txBox="1"/>
            <p:nvPr/>
          </p:nvSpPr>
          <p:spPr>
            <a:xfrm>
              <a:off x="5457600" y="2584800"/>
              <a:ext cx="2520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Leaf-edge process</a:t>
              </a:r>
              <a:endParaRPr lang="en-US" sz="1531"/>
            </a:p>
          </p:txBody>
        </p:sp>
        <p:sp>
          <p:nvSpPr>
            <p:cNvPr id="243" name="SCHEM_text-0241"/>
            <p:cNvSpPr txBox="1"/>
            <p:nvPr/>
          </p:nvSpPr>
          <p:spPr>
            <a:xfrm>
              <a:off x="5457600" y="2851200"/>
              <a:ext cx="1224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Day</a:t>
              </a:r>
              <a:endParaRPr lang="en-US" sz="1417"/>
            </a:p>
          </p:txBody>
        </p:sp>
        <p:sp>
          <p:nvSpPr>
            <p:cNvPr id="244" name="SCHEM_text-0242"/>
            <p:cNvSpPr txBox="1"/>
            <p:nvPr/>
          </p:nvSpPr>
          <p:spPr>
            <a:xfrm>
              <a:off x="8265600" y="2836800"/>
              <a:ext cx="1224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Night</a:t>
              </a:r>
              <a:endParaRPr lang="en-US" sz="1417"/>
            </a:p>
          </p:txBody>
        </p:sp>
        <p:grpSp>
          <p:nvGrpSpPr>
            <p:cNvPr id="245" name="SCHEM_day-edge"/>
            <p:cNvGrpSpPr/>
            <p:nvPr/>
          </p:nvGrpSpPr>
          <p:grpSpPr>
            <a:xfrm>
              <a:off x="5385600" y="3258678"/>
              <a:ext cx="2390400" cy="485322"/>
              <a:chOff x="5385600" y="3258678"/>
              <a:chExt cx="2390400" cy="485322"/>
            </a:xfrm>
          </p:grpSpPr>
          <p:sp>
            <p:nvSpPr>
              <p:cNvPr id="246" name="SCHEM_path-0244"/>
              <p:cNvSpPr/>
              <p:nvPr/>
            </p:nvSpPr>
            <p:spPr>
              <a:xfrm>
                <a:off x="5385600" y="3398400"/>
                <a:ext cx="2347200" cy="345600"/>
              </a:xfrm>
              <a:custGeom>
                <a:avLst/>
                <a:gdLst/>
                <a:ahLst/>
                <a:cxnLst/>
                <a:rect l="0" t="0" r="r" b="b"/>
                <a:pathLst>
                  <a:path w="2347200" h="345600">
                    <a:moveTo>
                      <a:pt x="0" y="0"/>
                    </a:moveTo>
                    <a:lnTo>
                      <a:pt x="2196000" y="72000"/>
                    </a:lnTo>
                    <a:cubicBezTo>
                      <a:pt x="2347200" y="86400"/>
                      <a:pt x="2325600" y="345600"/>
                      <a:pt x="2196000" y="345600"/>
                    </a:cubicBezTo>
                    <a:lnTo>
                      <a:pt x="0" y="273600"/>
                    </a:lnTo>
                    <a:close/>
                  </a:path>
                </a:pathLst>
              </a:custGeom>
              <a:solidFill>
                <a:srgbClr val="DDE1C5"/>
              </a:solidFill>
              <a:ln w="1296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247" name="SCHEM_line-0245"/>
              <p:cNvCxnSpPr/>
              <p:nvPr/>
            </p:nvCxnSpPr>
            <p:spPr>
              <a:xfrm>
                <a:off x="5385600" y="34272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48" name="SCHEM_line-0246"/>
              <p:cNvCxnSpPr/>
              <p:nvPr/>
            </p:nvCxnSpPr>
            <p:spPr>
              <a:xfrm>
                <a:off x="5385600" y="34272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49" name="SCHEM_line-0247"/>
              <p:cNvCxnSpPr/>
              <p:nvPr/>
            </p:nvCxnSpPr>
            <p:spPr>
              <a:xfrm flipV="1">
                <a:off x="5385600" y="34776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50" name="SCHEM_line-0248"/>
              <p:cNvCxnSpPr/>
              <p:nvPr/>
            </p:nvCxnSpPr>
            <p:spPr>
              <a:xfrm flipV="1">
                <a:off x="5385600" y="34776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51" name="SCHEM_line-0249"/>
              <p:cNvCxnSpPr/>
              <p:nvPr/>
            </p:nvCxnSpPr>
            <p:spPr>
              <a:xfrm>
                <a:off x="5536800" y="34272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52" name="SCHEM_line-0250"/>
              <p:cNvCxnSpPr/>
              <p:nvPr/>
            </p:nvCxnSpPr>
            <p:spPr>
              <a:xfrm>
                <a:off x="5536800" y="34272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53" name="SCHEM_line-0251"/>
              <p:cNvCxnSpPr/>
              <p:nvPr/>
            </p:nvCxnSpPr>
            <p:spPr>
              <a:xfrm flipV="1">
                <a:off x="5536800" y="34776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54" name="SCHEM_line-0252"/>
              <p:cNvCxnSpPr/>
              <p:nvPr/>
            </p:nvCxnSpPr>
            <p:spPr>
              <a:xfrm flipV="1">
                <a:off x="5536800" y="34776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55" name="SCHEM_line-0253"/>
              <p:cNvCxnSpPr/>
              <p:nvPr/>
            </p:nvCxnSpPr>
            <p:spPr>
              <a:xfrm>
                <a:off x="5688000" y="34272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56" name="SCHEM_line-0254"/>
              <p:cNvCxnSpPr/>
              <p:nvPr/>
            </p:nvCxnSpPr>
            <p:spPr>
              <a:xfrm>
                <a:off x="5688000" y="34272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57" name="SCHEM_line-0255"/>
              <p:cNvCxnSpPr/>
              <p:nvPr/>
            </p:nvCxnSpPr>
            <p:spPr>
              <a:xfrm flipV="1">
                <a:off x="5688000" y="34776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58" name="SCHEM_line-0256"/>
              <p:cNvCxnSpPr/>
              <p:nvPr/>
            </p:nvCxnSpPr>
            <p:spPr>
              <a:xfrm flipV="1">
                <a:off x="5688000" y="34776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59" name="SCHEM_line-0257"/>
              <p:cNvCxnSpPr/>
              <p:nvPr/>
            </p:nvCxnSpPr>
            <p:spPr>
              <a:xfrm>
                <a:off x="5839200" y="34272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60" name="SCHEM_line-0258"/>
              <p:cNvCxnSpPr/>
              <p:nvPr/>
            </p:nvCxnSpPr>
            <p:spPr>
              <a:xfrm>
                <a:off x="5839200" y="34272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61" name="SCHEM_line-0259"/>
              <p:cNvCxnSpPr/>
              <p:nvPr/>
            </p:nvCxnSpPr>
            <p:spPr>
              <a:xfrm flipV="1">
                <a:off x="5839200" y="34776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62" name="SCHEM_line-0260"/>
              <p:cNvCxnSpPr/>
              <p:nvPr/>
            </p:nvCxnSpPr>
            <p:spPr>
              <a:xfrm flipV="1">
                <a:off x="5839200" y="34776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63" name="SCHEM_line-0261"/>
              <p:cNvCxnSpPr/>
              <p:nvPr/>
            </p:nvCxnSpPr>
            <p:spPr>
              <a:xfrm>
                <a:off x="5990400" y="34272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64" name="SCHEM_line-0262"/>
              <p:cNvCxnSpPr/>
              <p:nvPr/>
            </p:nvCxnSpPr>
            <p:spPr>
              <a:xfrm>
                <a:off x="5990400" y="34272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65" name="SCHEM_line-0263"/>
              <p:cNvCxnSpPr/>
              <p:nvPr/>
            </p:nvCxnSpPr>
            <p:spPr>
              <a:xfrm flipV="1">
                <a:off x="5990400" y="34776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66" name="SCHEM_line-0264"/>
              <p:cNvCxnSpPr/>
              <p:nvPr/>
            </p:nvCxnSpPr>
            <p:spPr>
              <a:xfrm flipV="1">
                <a:off x="5990400" y="34776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67" name="SCHEM_line-0265"/>
              <p:cNvCxnSpPr/>
              <p:nvPr/>
            </p:nvCxnSpPr>
            <p:spPr>
              <a:xfrm>
                <a:off x="6141600" y="34272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68" name="SCHEM_line-0266"/>
              <p:cNvCxnSpPr/>
              <p:nvPr/>
            </p:nvCxnSpPr>
            <p:spPr>
              <a:xfrm>
                <a:off x="6141600" y="34272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69" name="SCHEM_line-0267"/>
              <p:cNvCxnSpPr/>
              <p:nvPr/>
            </p:nvCxnSpPr>
            <p:spPr>
              <a:xfrm flipV="1">
                <a:off x="6141600" y="34776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70" name="SCHEM_line-0268"/>
              <p:cNvCxnSpPr/>
              <p:nvPr/>
            </p:nvCxnSpPr>
            <p:spPr>
              <a:xfrm flipV="1">
                <a:off x="6141600" y="34776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71" name="SCHEM_line-0269"/>
              <p:cNvCxnSpPr/>
              <p:nvPr/>
            </p:nvCxnSpPr>
            <p:spPr>
              <a:xfrm>
                <a:off x="6292800" y="34272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72" name="SCHEM_line-0270"/>
              <p:cNvCxnSpPr/>
              <p:nvPr/>
            </p:nvCxnSpPr>
            <p:spPr>
              <a:xfrm>
                <a:off x="6292800" y="34272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73" name="SCHEM_line-0271"/>
              <p:cNvCxnSpPr/>
              <p:nvPr/>
            </p:nvCxnSpPr>
            <p:spPr>
              <a:xfrm flipV="1">
                <a:off x="6292800" y="34776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74" name="SCHEM_line-0272"/>
              <p:cNvCxnSpPr/>
              <p:nvPr/>
            </p:nvCxnSpPr>
            <p:spPr>
              <a:xfrm flipV="1">
                <a:off x="6292800" y="34776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75" name="SCHEM_line-0273"/>
              <p:cNvCxnSpPr/>
              <p:nvPr/>
            </p:nvCxnSpPr>
            <p:spPr>
              <a:xfrm>
                <a:off x="6444000" y="34272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76" name="SCHEM_line-0274"/>
              <p:cNvCxnSpPr/>
              <p:nvPr/>
            </p:nvCxnSpPr>
            <p:spPr>
              <a:xfrm>
                <a:off x="6444000" y="34272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77" name="SCHEM_line-0275"/>
              <p:cNvCxnSpPr/>
              <p:nvPr/>
            </p:nvCxnSpPr>
            <p:spPr>
              <a:xfrm flipV="1">
                <a:off x="6444000" y="34776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78" name="SCHEM_line-0276"/>
              <p:cNvCxnSpPr/>
              <p:nvPr/>
            </p:nvCxnSpPr>
            <p:spPr>
              <a:xfrm flipV="1">
                <a:off x="6444000" y="34776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79" name="SCHEM_line-0277"/>
              <p:cNvCxnSpPr/>
              <p:nvPr/>
            </p:nvCxnSpPr>
            <p:spPr>
              <a:xfrm>
                <a:off x="6595200" y="34272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80" name="SCHEM_line-0278"/>
              <p:cNvCxnSpPr/>
              <p:nvPr/>
            </p:nvCxnSpPr>
            <p:spPr>
              <a:xfrm>
                <a:off x="6595200" y="34272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81" name="SCHEM_line-0279"/>
              <p:cNvCxnSpPr/>
              <p:nvPr/>
            </p:nvCxnSpPr>
            <p:spPr>
              <a:xfrm flipV="1">
                <a:off x="6595200" y="34776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82" name="SCHEM_line-0280"/>
              <p:cNvCxnSpPr/>
              <p:nvPr/>
            </p:nvCxnSpPr>
            <p:spPr>
              <a:xfrm flipV="1">
                <a:off x="6595200" y="34776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83" name="SCHEM_line-0281"/>
              <p:cNvCxnSpPr/>
              <p:nvPr/>
            </p:nvCxnSpPr>
            <p:spPr>
              <a:xfrm>
                <a:off x="6746400" y="34272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84" name="SCHEM_line-0282"/>
              <p:cNvCxnSpPr/>
              <p:nvPr/>
            </p:nvCxnSpPr>
            <p:spPr>
              <a:xfrm>
                <a:off x="6746400" y="34272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85" name="SCHEM_line-0283"/>
              <p:cNvCxnSpPr/>
              <p:nvPr/>
            </p:nvCxnSpPr>
            <p:spPr>
              <a:xfrm flipV="1">
                <a:off x="6746400" y="34776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86" name="SCHEM_line-0284"/>
              <p:cNvCxnSpPr/>
              <p:nvPr/>
            </p:nvCxnSpPr>
            <p:spPr>
              <a:xfrm flipV="1">
                <a:off x="6746400" y="34776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87" name="SCHEM_line-0285"/>
              <p:cNvCxnSpPr/>
              <p:nvPr/>
            </p:nvCxnSpPr>
            <p:spPr>
              <a:xfrm>
                <a:off x="6897600" y="34272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88" name="SCHEM_line-0286"/>
              <p:cNvCxnSpPr/>
              <p:nvPr/>
            </p:nvCxnSpPr>
            <p:spPr>
              <a:xfrm>
                <a:off x="6897600" y="34272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89" name="SCHEM_line-0287"/>
              <p:cNvCxnSpPr/>
              <p:nvPr/>
            </p:nvCxnSpPr>
            <p:spPr>
              <a:xfrm flipV="1">
                <a:off x="6897600" y="34776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90" name="SCHEM_line-0288"/>
              <p:cNvCxnSpPr/>
              <p:nvPr/>
            </p:nvCxnSpPr>
            <p:spPr>
              <a:xfrm flipV="1">
                <a:off x="6897600" y="34776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91" name="SCHEM_line-0289"/>
              <p:cNvCxnSpPr/>
              <p:nvPr/>
            </p:nvCxnSpPr>
            <p:spPr>
              <a:xfrm>
                <a:off x="7048800" y="34272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92" name="SCHEM_line-0290"/>
              <p:cNvCxnSpPr/>
              <p:nvPr/>
            </p:nvCxnSpPr>
            <p:spPr>
              <a:xfrm>
                <a:off x="7048800" y="34272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93" name="SCHEM_line-0291"/>
              <p:cNvCxnSpPr/>
              <p:nvPr/>
            </p:nvCxnSpPr>
            <p:spPr>
              <a:xfrm flipV="1">
                <a:off x="7048800" y="34776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94" name="SCHEM_line-0292"/>
              <p:cNvCxnSpPr/>
              <p:nvPr/>
            </p:nvCxnSpPr>
            <p:spPr>
              <a:xfrm flipV="1">
                <a:off x="7048800" y="34776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95" name="SCHEM_line-0293"/>
              <p:cNvCxnSpPr/>
              <p:nvPr/>
            </p:nvCxnSpPr>
            <p:spPr>
              <a:xfrm>
                <a:off x="7200000" y="34272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96" name="SCHEM_line-0294"/>
              <p:cNvCxnSpPr/>
              <p:nvPr/>
            </p:nvCxnSpPr>
            <p:spPr>
              <a:xfrm>
                <a:off x="7200000" y="34272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97" name="SCHEM_line-0295"/>
              <p:cNvCxnSpPr/>
              <p:nvPr/>
            </p:nvCxnSpPr>
            <p:spPr>
              <a:xfrm flipV="1">
                <a:off x="7200000" y="34776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298" name="SCHEM_line-0296"/>
              <p:cNvCxnSpPr/>
              <p:nvPr/>
            </p:nvCxnSpPr>
            <p:spPr>
              <a:xfrm flipV="1">
                <a:off x="7200000" y="34776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299" name="SCHEM_line-0297"/>
              <p:cNvCxnSpPr/>
              <p:nvPr/>
            </p:nvCxnSpPr>
            <p:spPr>
              <a:xfrm>
                <a:off x="7351200" y="34272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00" name="SCHEM_line-0298"/>
              <p:cNvCxnSpPr/>
              <p:nvPr/>
            </p:nvCxnSpPr>
            <p:spPr>
              <a:xfrm>
                <a:off x="7351200" y="34272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01" name="SCHEM_line-0299"/>
              <p:cNvCxnSpPr/>
              <p:nvPr/>
            </p:nvCxnSpPr>
            <p:spPr>
              <a:xfrm flipV="1">
                <a:off x="7351200" y="34776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02" name="SCHEM_line-0300"/>
              <p:cNvCxnSpPr/>
              <p:nvPr/>
            </p:nvCxnSpPr>
            <p:spPr>
              <a:xfrm flipV="1">
                <a:off x="7351200" y="34776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03" name="SCHEM_line-0301"/>
              <p:cNvCxnSpPr/>
              <p:nvPr/>
            </p:nvCxnSpPr>
            <p:spPr>
              <a:xfrm>
                <a:off x="7502400" y="34272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04" name="SCHEM_line-0302"/>
              <p:cNvCxnSpPr/>
              <p:nvPr/>
            </p:nvCxnSpPr>
            <p:spPr>
              <a:xfrm>
                <a:off x="7502400" y="34272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05" name="SCHEM_line-0303"/>
              <p:cNvCxnSpPr/>
              <p:nvPr/>
            </p:nvCxnSpPr>
            <p:spPr>
              <a:xfrm flipV="1">
                <a:off x="7502400" y="34776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06" name="SCHEM_line-0304"/>
              <p:cNvCxnSpPr/>
              <p:nvPr/>
            </p:nvCxnSpPr>
            <p:spPr>
              <a:xfrm flipV="1">
                <a:off x="7502400" y="34776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sp>
            <p:nvSpPr>
              <p:cNvPr id="307" name="SCHEM_path-0305"/>
              <p:cNvSpPr/>
              <p:nvPr/>
            </p:nvSpPr>
            <p:spPr>
              <a:xfrm>
                <a:off x="5385600" y="3268800"/>
                <a:ext cx="2325600" cy="252000"/>
              </a:xfrm>
              <a:custGeom>
                <a:avLst/>
                <a:gdLst/>
                <a:ahLst/>
                <a:cxnLst/>
                <a:rect l="0" t="0" r="r" b="b"/>
                <a:pathLst>
                  <a:path w="2325600" h="252000">
                    <a:moveTo>
                      <a:pt x="0" y="0"/>
                    </a:moveTo>
                    <a:cubicBezTo>
                      <a:pt x="288000" y="43200"/>
                      <a:pt x="648000" y="21600"/>
                      <a:pt x="2210400" y="151200"/>
                    </a:cubicBezTo>
                    <a:cubicBezTo>
                      <a:pt x="2325600" y="180000"/>
                      <a:pt x="2275200" y="252000"/>
                      <a:pt x="2131200" y="216000"/>
                    </a:cubicBezTo>
                    <a:lnTo>
                      <a:pt x="0" y="122400"/>
                    </a:lnTo>
                    <a:close/>
                  </a:path>
                </a:pathLst>
              </a:custGeom>
              <a:solidFill>
                <a:srgbClr val="95CCE5"/>
              </a:solidFill>
              <a:ln w="10800" cap="flat">
                <a:solidFill>
                  <a:srgbClr val="3189B0"/>
                </a:solidFill>
              </a:ln>
              <a:effectLst/>
            </p:spPr>
          </p:sp>
          <p:sp>
            <p:nvSpPr>
              <p:cNvPr id="308" name="SCHEM_path-0306"/>
              <p:cNvSpPr/>
              <p:nvPr/>
            </p:nvSpPr>
            <p:spPr>
              <a:xfrm>
                <a:off x="5421600" y="3319200"/>
                <a:ext cx="2088000" cy="122400"/>
              </a:xfrm>
              <a:custGeom>
                <a:avLst/>
                <a:gdLst/>
                <a:ahLst/>
                <a:cxnLst/>
                <a:rect l="0" t="0" r="r" b="b"/>
                <a:pathLst>
                  <a:path w="2088000" h="122400">
                    <a:moveTo>
                      <a:pt x="0" y="0"/>
                    </a:moveTo>
                    <a:cubicBezTo>
                      <a:pt x="540000" y="36000"/>
                      <a:pt x="1692000" y="28800"/>
                      <a:pt x="2088000" y="122400"/>
                    </a:cubicBezTo>
                  </a:path>
                </a:pathLst>
              </a:custGeom>
              <a:noFill/>
              <a:ln w="14400" cap="flat">
                <a:solidFill>
                  <a:srgbClr val="E9F9FF"/>
                </a:solidFill>
              </a:ln>
              <a:effectLst/>
            </p:spPr>
          </p:sp>
          <p:sp>
            <p:nvSpPr>
              <p:cNvPr id="309" name="SCHEM_polygon-0307"/>
              <p:cNvSpPr/>
              <p:nvPr/>
            </p:nvSpPr>
            <p:spPr>
              <a:xfrm>
                <a:off x="6131813" y="3263638"/>
                <a:ext cx="214506" cy="191198"/>
              </a:xfrm>
              <a:custGeom>
                <a:avLst/>
                <a:gdLst/>
                <a:ahLst/>
                <a:cxnLst/>
                <a:rect l="0" t="0" r="r" b="b"/>
                <a:pathLst>
                  <a:path w="214506" h="191198">
                    <a:moveTo>
                      <a:pt x="214506" y="91562"/>
                    </a:moveTo>
                    <a:lnTo>
                      <a:pt x="153712" y="191198"/>
                    </a:lnTo>
                    <a:lnTo>
                      <a:pt x="45038" y="180154"/>
                    </a:lnTo>
                    <a:lnTo>
                      <a:pt x="0" y="91562"/>
                    </a:lnTo>
                    <a:lnTo>
                      <a:pt x="43324" y="0"/>
                    </a:lnTo>
                    <a:lnTo>
                      <a:pt x="147040" y="3481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310" name="SCHEM_line-0308"/>
              <p:cNvCxnSpPr/>
              <p:nvPr/>
            </p:nvCxnSpPr>
            <p:spPr>
              <a:xfrm>
                <a:off x="6206400" y="32742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311" name="SCHEM_polygon-0309"/>
              <p:cNvSpPr/>
              <p:nvPr/>
            </p:nvSpPr>
            <p:spPr>
              <a:xfrm>
                <a:off x="6297558" y="3328957"/>
                <a:ext cx="187521" cy="193609"/>
              </a:xfrm>
              <a:custGeom>
                <a:avLst/>
                <a:gdLst/>
                <a:ahLst/>
                <a:cxnLst/>
                <a:rect l="0" t="0" r="r" b="b"/>
                <a:pathLst>
                  <a:path w="187521" h="193609">
                    <a:moveTo>
                      <a:pt x="187521" y="91043"/>
                    </a:moveTo>
                    <a:lnTo>
                      <a:pt x="155258" y="193609"/>
                    </a:lnTo>
                    <a:lnTo>
                      <a:pt x="38406" y="190870"/>
                    </a:lnTo>
                    <a:lnTo>
                      <a:pt x="0" y="91043"/>
                    </a:lnTo>
                    <a:lnTo>
                      <a:pt x="43478" y="0"/>
                    </a:lnTo>
                    <a:lnTo>
                      <a:pt x="147737" y="1504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312" name="SCHEM_line-0310"/>
              <p:cNvCxnSpPr/>
              <p:nvPr/>
            </p:nvCxnSpPr>
            <p:spPr>
              <a:xfrm>
                <a:off x="6372000" y="33390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313" name="SCHEM_polygon-0311"/>
              <p:cNvSpPr/>
              <p:nvPr/>
            </p:nvSpPr>
            <p:spPr>
              <a:xfrm>
                <a:off x="6469592" y="3382625"/>
                <a:ext cx="212146" cy="208028"/>
              </a:xfrm>
              <a:custGeom>
                <a:avLst/>
                <a:gdLst/>
                <a:ahLst/>
                <a:cxnLst/>
                <a:rect l="0" t="0" r="r" b="b"/>
                <a:pathLst>
                  <a:path w="212146" h="208028">
                    <a:moveTo>
                      <a:pt x="212146" y="102175"/>
                    </a:moveTo>
                    <a:lnTo>
                      <a:pt x="150722" y="208028"/>
                    </a:lnTo>
                    <a:lnTo>
                      <a:pt x="45339" y="178851"/>
                    </a:lnTo>
                    <a:lnTo>
                      <a:pt x="0" y="102175"/>
                    </a:lnTo>
                    <a:lnTo>
                      <a:pt x="30617" y="0"/>
                    </a:lnTo>
                    <a:lnTo>
                      <a:pt x="146718" y="3258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314" name="SCHEM_line-0312"/>
              <p:cNvCxnSpPr/>
              <p:nvPr/>
            </p:nvCxnSpPr>
            <p:spPr>
              <a:xfrm>
                <a:off x="6537600" y="34038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315" name="SCHEM_polygon-0313"/>
              <p:cNvSpPr/>
              <p:nvPr/>
            </p:nvSpPr>
            <p:spPr>
              <a:xfrm>
                <a:off x="6615572" y="3259892"/>
                <a:ext cx="204623" cy="187948"/>
              </a:xfrm>
              <a:custGeom>
                <a:avLst/>
                <a:gdLst/>
                <a:ahLst/>
                <a:cxnLst/>
                <a:rect l="0" t="0" r="r" b="b"/>
                <a:pathLst>
                  <a:path w="204623" h="187948">
                    <a:moveTo>
                      <a:pt x="204623" y="95308"/>
                    </a:moveTo>
                    <a:lnTo>
                      <a:pt x="162714" y="187948"/>
                    </a:lnTo>
                    <a:lnTo>
                      <a:pt x="59036" y="182243"/>
                    </a:lnTo>
                    <a:lnTo>
                      <a:pt x="0" y="95308"/>
                    </a:lnTo>
                    <a:lnTo>
                      <a:pt x="54202" y="0"/>
                    </a:lnTo>
                    <a:lnTo>
                      <a:pt x="153667" y="18338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316" name="SCHEM_line-0314"/>
              <p:cNvCxnSpPr/>
              <p:nvPr/>
            </p:nvCxnSpPr>
            <p:spPr>
              <a:xfrm>
                <a:off x="6703200" y="32742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317" name="SCHEM_polygon-0315"/>
              <p:cNvSpPr/>
              <p:nvPr/>
            </p:nvSpPr>
            <p:spPr>
              <a:xfrm>
                <a:off x="6798142" y="3332029"/>
                <a:ext cx="187581" cy="175761"/>
              </a:xfrm>
              <a:custGeom>
                <a:avLst/>
                <a:gdLst/>
                <a:ahLst/>
                <a:cxnLst/>
                <a:rect l="0" t="0" r="r" b="b"/>
                <a:pathLst>
                  <a:path w="187581" h="175761">
                    <a:moveTo>
                      <a:pt x="187581" y="87971"/>
                    </a:moveTo>
                    <a:lnTo>
                      <a:pt x="137408" y="166173"/>
                    </a:lnTo>
                    <a:lnTo>
                      <a:pt x="41572" y="175761"/>
                    </a:lnTo>
                    <a:lnTo>
                      <a:pt x="0" y="87971"/>
                    </a:lnTo>
                    <a:lnTo>
                      <a:pt x="47801" y="10969"/>
                    </a:lnTo>
                    <a:lnTo>
                      <a:pt x="143048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318" name="SCHEM_line-0316"/>
              <p:cNvCxnSpPr/>
              <p:nvPr/>
            </p:nvCxnSpPr>
            <p:spPr>
              <a:xfrm>
                <a:off x="6868800" y="33390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319" name="SCHEM_polygon-0317"/>
              <p:cNvSpPr/>
              <p:nvPr/>
            </p:nvSpPr>
            <p:spPr>
              <a:xfrm>
                <a:off x="6933975" y="3379782"/>
                <a:ext cx="231970" cy="205873"/>
              </a:xfrm>
              <a:custGeom>
                <a:avLst/>
                <a:gdLst/>
                <a:ahLst/>
                <a:cxnLst/>
                <a:rect l="0" t="0" r="r" b="b"/>
                <a:pathLst>
                  <a:path w="231970" h="205873">
                    <a:moveTo>
                      <a:pt x="231970" y="105018"/>
                    </a:moveTo>
                    <a:lnTo>
                      <a:pt x="179244" y="204125"/>
                    </a:lnTo>
                    <a:lnTo>
                      <a:pt x="63795" y="205873"/>
                    </a:lnTo>
                    <a:lnTo>
                      <a:pt x="0" y="105018"/>
                    </a:lnTo>
                    <a:lnTo>
                      <a:pt x="64841" y="5972"/>
                    </a:lnTo>
                    <a:lnTo>
                      <a:pt x="182657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320" name="SCHEM_line-0318"/>
              <p:cNvCxnSpPr/>
              <p:nvPr/>
            </p:nvCxnSpPr>
            <p:spPr>
              <a:xfrm>
                <a:off x="7034400" y="34038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321" name="SCHEM_polygon-0319"/>
              <p:cNvSpPr/>
              <p:nvPr/>
            </p:nvSpPr>
            <p:spPr>
              <a:xfrm>
                <a:off x="7125311" y="3258678"/>
                <a:ext cx="212678" cy="198254"/>
              </a:xfrm>
              <a:custGeom>
                <a:avLst/>
                <a:gdLst/>
                <a:ahLst/>
                <a:cxnLst/>
                <a:rect l="0" t="0" r="r" b="b"/>
                <a:pathLst>
                  <a:path w="212678" h="198254">
                    <a:moveTo>
                      <a:pt x="212678" y="96522"/>
                    </a:moveTo>
                    <a:lnTo>
                      <a:pt x="155024" y="198254"/>
                    </a:lnTo>
                    <a:lnTo>
                      <a:pt x="43922" y="187225"/>
                    </a:lnTo>
                    <a:lnTo>
                      <a:pt x="0" y="96522"/>
                    </a:lnTo>
                    <a:lnTo>
                      <a:pt x="53081" y="21683"/>
                    </a:lnTo>
                    <a:lnTo>
                      <a:pt x="152017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322" name="SCHEM_line-0320"/>
              <p:cNvCxnSpPr/>
              <p:nvPr/>
            </p:nvCxnSpPr>
            <p:spPr>
              <a:xfrm>
                <a:off x="7200000" y="32742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323" name="SCHEM_polygon-0321"/>
              <p:cNvSpPr/>
              <p:nvPr/>
            </p:nvSpPr>
            <p:spPr>
              <a:xfrm>
                <a:off x="7298062" y="3327633"/>
                <a:ext cx="187779" cy="188501"/>
              </a:xfrm>
              <a:custGeom>
                <a:avLst/>
                <a:gdLst/>
                <a:ahLst/>
                <a:cxnLst/>
                <a:rect l="0" t="0" r="r" b="b"/>
                <a:pathLst>
                  <a:path w="187779" h="188501">
                    <a:moveTo>
                      <a:pt x="187779" y="92367"/>
                    </a:moveTo>
                    <a:lnTo>
                      <a:pt x="135189" y="172130"/>
                    </a:lnTo>
                    <a:lnTo>
                      <a:pt x="33635" y="188501"/>
                    </a:lnTo>
                    <a:lnTo>
                      <a:pt x="0" y="92367"/>
                    </a:lnTo>
                    <a:lnTo>
                      <a:pt x="35810" y="0"/>
                    </a:lnTo>
                    <a:lnTo>
                      <a:pt x="139250" y="5571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324" name="SCHEM_line-0322"/>
              <p:cNvCxnSpPr/>
              <p:nvPr/>
            </p:nvCxnSpPr>
            <p:spPr>
              <a:xfrm>
                <a:off x="7365600" y="33390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325" name="SCHEM_polygon-0323"/>
              <p:cNvSpPr/>
              <p:nvPr/>
            </p:nvSpPr>
            <p:spPr>
              <a:xfrm>
                <a:off x="7439758" y="3401875"/>
                <a:ext cx="208012" cy="189251"/>
              </a:xfrm>
              <a:custGeom>
                <a:avLst/>
                <a:gdLst/>
                <a:ahLst/>
                <a:cxnLst/>
                <a:rect l="0" t="0" r="r" b="b"/>
                <a:pathLst>
                  <a:path w="208012" h="189251">
                    <a:moveTo>
                      <a:pt x="208012" y="82925"/>
                    </a:moveTo>
                    <a:lnTo>
                      <a:pt x="174429" y="189251"/>
                    </a:lnTo>
                    <a:lnTo>
                      <a:pt x="67454" y="161885"/>
                    </a:lnTo>
                    <a:lnTo>
                      <a:pt x="0" y="82925"/>
                    </a:lnTo>
                    <a:lnTo>
                      <a:pt x="68232" y="5312"/>
                    </a:lnTo>
                    <a:lnTo>
                      <a:pt x="160919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326" name="SCHEM_line-0324"/>
              <p:cNvCxnSpPr/>
              <p:nvPr/>
            </p:nvCxnSpPr>
            <p:spPr>
              <a:xfrm>
                <a:off x="7531200" y="34038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</p:grpSp>
        <p:sp>
          <p:nvSpPr>
            <p:cNvPr id="327" name="SCHEM_text-0325"/>
            <p:cNvSpPr txBox="1"/>
            <p:nvPr/>
          </p:nvSpPr>
          <p:spPr>
            <a:xfrm>
              <a:off x="6588000" y="2836800"/>
              <a:ext cx="1656000" cy="463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Salt patch</a:t>
              </a:r>
              <a:endParaRPr lang="en-US" sz="1247"/>
            </a:p>
            <a:p>
              <a:pPr algn="l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attached to edge</a:t>
              </a:r>
              <a:endParaRPr lang="en-US" sz="1247"/>
            </a:p>
          </p:txBody>
        </p:sp>
        <p:cxnSp>
          <p:nvCxnSpPr>
            <p:cNvPr id="328" name="SCHEM_line-0326"/>
            <p:cNvCxnSpPr/>
            <p:nvPr/>
          </p:nvCxnSpPr>
          <p:spPr>
            <a:xfrm flipH="1">
              <a:off x="6494400" y="3225600"/>
              <a:ext cx="93600" cy="1008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329" name="SCHEM_ellipse-0327"/>
            <p:cNvSpPr/>
            <p:nvPr/>
          </p:nvSpPr>
          <p:spPr>
            <a:xfrm>
              <a:off x="6472800" y="33048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330" name="SCHEM_text-0328"/>
            <p:cNvSpPr txBox="1"/>
            <p:nvPr/>
          </p:nvSpPr>
          <p:spPr>
            <a:xfrm>
              <a:off x="5587200" y="3981600"/>
              <a:ext cx="1944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Non-spike edge</a:t>
              </a:r>
              <a:endParaRPr lang="en-US" sz="1361"/>
            </a:p>
          </p:txBody>
        </p:sp>
        <p:cxnSp>
          <p:nvCxnSpPr>
            <p:cNvPr id="331" name="SCHEM_line-0329"/>
            <p:cNvCxnSpPr/>
            <p:nvPr/>
          </p:nvCxnSpPr>
          <p:spPr>
            <a:xfrm flipH="1" flipV="1">
              <a:off x="5803200" y="3722400"/>
              <a:ext cx="100800" cy="2304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332" name="SCHEM_ellipse-0330"/>
            <p:cNvSpPr/>
            <p:nvPr/>
          </p:nvSpPr>
          <p:spPr>
            <a:xfrm>
              <a:off x="5781600" y="37008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grpSp>
          <p:nvGrpSpPr>
            <p:cNvPr id="333" name="SCHEM_night-edge"/>
            <p:cNvGrpSpPr/>
            <p:nvPr/>
          </p:nvGrpSpPr>
          <p:grpSpPr>
            <a:xfrm>
              <a:off x="8193600" y="3254400"/>
              <a:ext cx="2336546" cy="1493629"/>
              <a:chOff x="8193600" y="3254400"/>
              <a:chExt cx="2336546" cy="1493629"/>
            </a:xfrm>
          </p:grpSpPr>
          <p:sp>
            <p:nvSpPr>
              <p:cNvPr id="334" name="SCHEM_path-0332"/>
              <p:cNvSpPr/>
              <p:nvPr/>
            </p:nvSpPr>
            <p:spPr>
              <a:xfrm>
                <a:off x="8193600" y="3384000"/>
                <a:ext cx="1663200" cy="345600"/>
              </a:xfrm>
              <a:custGeom>
                <a:avLst/>
                <a:gdLst/>
                <a:ahLst/>
                <a:cxnLst/>
                <a:rect l="0" t="0" r="r" b="b"/>
                <a:pathLst>
                  <a:path w="1663200" h="345600">
                    <a:moveTo>
                      <a:pt x="0" y="0"/>
                    </a:moveTo>
                    <a:lnTo>
                      <a:pt x="1512000" y="72000"/>
                    </a:lnTo>
                    <a:cubicBezTo>
                      <a:pt x="1663200" y="86400"/>
                      <a:pt x="1641600" y="345600"/>
                      <a:pt x="1512000" y="345600"/>
                    </a:cubicBezTo>
                    <a:lnTo>
                      <a:pt x="0" y="273600"/>
                    </a:lnTo>
                    <a:close/>
                  </a:path>
                </a:pathLst>
              </a:custGeom>
              <a:solidFill>
                <a:srgbClr val="DDE1C5"/>
              </a:solidFill>
              <a:ln w="1296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335" name="SCHEM_line-0333"/>
              <p:cNvCxnSpPr/>
              <p:nvPr/>
            </p:nvCxnSpPr>
            <p:spPr>
              <a:xfrm>
                <a:off x="8193600" y="34128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36" name="SCHEM_line-0334"/>
              <p:cNvCxnSpPr/>
              <p:nvPr/>
            </p:nvCxnSpPr>
            <p:spPr>
              <a:xfrm>
                <a:off x="8193600" y="34128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37" name="SCHEM_line-0335"/>
              <p:cNvCxnSpPr/>
              <p:nvPr/>
            </p:nvCxnSpPr>
            <p:spPr>
              <a:xfrm flipV="1">
                <a:off x="8193600" y="34632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38" name="SCHEM_line-0336"/>
              <p:cNvCxnSpPr/>
              <p:nvPr/>
            </p:nvCxnSpPr>
            <p:spPr>
              <a:xfrm flipV="1">
                <a:off x="8193600" y="34632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39" name="SCHEM_line-0337"/>
              <p:cNvCxnSpPr/>
              <p:nvPr/>
            </p:nvCxnSpPr>
            <p:spPr>
              <a:xfrm>
                <a:off x="8344800" y="34128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40" name="SCHEM_line-0338"/>
              <p:cNvCxnSpPr/>
              <p:nvPr/>
            </p:nvCxnSpPr>
            <p:spPr>
              <a:xfrm>
                <a:off x="8344800" y="34128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41" name="SCHEM_line-0339"/>
              <p:cNvCxnSpPr/>
              <p:nvPr/>
            </p:nvCxnSpPr>
            <p:spPr>
              <a:xfrm flipV="1">
                <a:off x="8344800" y="34632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42" name="SCHEM_line-0340"/>
              <p:cNvCxnSpPr/>
              <p:nvPr/>
            </p:nvCxnSpPr>
            <p:spPr>
              <a:xfrm flipV="1">
                <a:off x="8344800" y="34632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43" name="SCHEM_line-0341"/>
              <p:cNvCxnSpPr/>
              <p:nvPr/>
            </p:nvCxnSpPr>
            <p:spPr>
              <a:xfrm>
                <a:off x="8496000" y="34128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44" name="SCHEM_line-0342"/>
              <p:cNvCxnSpPr/>
              <p:nvPr/>
            </p:nvCxnSpPr>
            <p:spPr>
              <a:xfrm>
                <a:off x="8496000" y="34128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45" name="SCHEM_line-0343"/>
              <p:cNvCxnSpPr/>
              <p:nvPr/>
            </p:nvCxnSpPr>
            <p:spPr>
              <a:xfrm flipV="1">
                <a:off x="8496000" y="34632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46" name="SCHEM_line-0344"/>
              <p:cNvCxnSpPr/>
              <p:nvPr/>
            </p:nvCxnSpPr>
            <p:spPr>
              <a:xfrm flipV="1">
                <a:off x="8496000" y="34632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47" name="SCHEM_line-0345"/>
              <p:cNvCxnSpPr/>
              <p:nvPr/>
            </p:nvCxnSpPr>
            <p:spPr>
              <a:xfrm>
                <a:off x="8647200" y="34128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48" name="SCHEM_line-0346"/>
              <p:cNvCxnSpPr/>
              <p:nvPr/>
            </p:nvCxnSpPr>
            <p:spPr>
              <a:xfrm>
                <a:off x="8647200" y="34128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49" name="SCHEM_line-0347"/>
              <p:cNvCxnSpPr/>
              <p:nvPr/>
            </p:nvCxnSpPr>
            <p:spPr>
              <a:xfrm flipV="1">
                <a:off x="8647200" y="34632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50" name="SCHEM_line-0348"/>
              <p:cNvCxnSpPr/>
              <p:nvPr/>
            </p:nvCxnSpPr>
            <p:spPr>
              <a:xfrm flipV="1">
                <a:off x="8647200" y="34632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51" name="SCHEM_line-0349"/>
              <p:cNvCxnSpPr/>
              <p:nvPr/>
            </p:nvCxnSpPr>
            <p:spPr>
              <a:xfrm>
                <a:off x="8798400" y="34128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52" name="SCHEM_line-0350"/>
              <p:cNvCxnSpPr/>
              <p:nvPr/>
            </p:nvCxnSpPr>
            <p:spPr>
              <a:xfrm>
                <a:off x="8798400" y="34128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53" name="SCHEM_line-0351"/>
              <p:cNvCxnSpPr/>
              <p:nvPr/>
            </p:nvCxnSpPr>
            <p:spPr>
              <a:xfrm flipV="1">
                <a:off x="8798400" y="34632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54" name="SCHEM_line-0352"/>
              <p:cNvCxnSpPr/>
              <p:nvPr/>
            </p:nvCxnSpPr>
            <p:spPr>
              <a:xfrm flipV="1">
                <a:off x="8798400" y="34632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55" name="SCHEM_line-0353"/>
              <p:cNvCxnSpPr/>
              <p:nvPr/>
            </p:nvCxnSpPr>
            <p:spPr>
              <a:xfrm>
                <a:off x="8949600" y="34128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56" name="SCHEM_line-0354"/>
              <p:cNvCxnSpPr/>
              <p:nvPr/>
            </p:nvCxnSpPr>
            <p:spPr>
              <a:xfrm>
                <a:off x="8949600" y="34128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57" name="SCHEM_line-0355"/>
              <p:cNvCxnSpPr/>
              <p:nvPr/>
            </p:nvCxnSpPr>
            <p:spPr>
              <a:xfrm flipV="1">
                <a:off x="8949600" y="34632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58" name="SCHEM_line-0356"/>
              <p:cNvCxnSpPr/>
              <p:nvPr/>
            </p:nvCxnSpPr>
            <p:spPr>
              <a:xfrm flipV="1">
                <a:off x="8949600" y="34632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59" name="SCHEM_line-0357"/>
              <p:cNvCxnSpPr/>
              <p:nvPr/>
            </p:nvCxnSpPr>
            <p:spPr>
              <a:xfrm>
                <a:off x="9100800" y="34128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60" name="SCHEM_line-0358"/>
              <p:cNvCxnSpPr/>
              <p:nvPr/>
            </p:nvCxnSpPr>
            <p:spPr>
              <a:xfrm>
                <a:off x="9100800" y="34128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61" name="SCHEM_line-0359"/>
              <p:cNvCxnSpPr/>
              <p:nvPr/>
            </p:nvCxnSpPr>
            <p:spPr>
              <a:xfrm flipV="1">
                <a:off x="9100800" y="34632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62" name="SCHEM_line-0360"/>
              <p:cNvCxnSpPr/>
              <p:nvPr/>
            </p:nvCxnSpPr>
            <p:spPr>
              <a:xfrm flipV="1">
                <a:off x="9100800" y="34632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63" name="SCHEM_line-0361"/>
              <p:cNvCxnSpPr/>
              <p:nvPr/>
            </p:nvCxnSpPr>
            <p:spPr>
              <a:xfrm>
                <a:off x="9252000" y="34128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64" name="SCHEM_line-0362"/>
              <p:cNvCxnSpPr/>
              <p:nvPr/>
            </p:nvCxnSpPr>
            <p:spPr>
              <a:xfrm>
                <a:off x="9252000" y="34128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65" name="SCHEM_line-0363"/>
              <p:cNvCxnSpPr/>
              <p:nvPr/>
            </p:nvCxnSpPr>
            <p:spPr>
              <a:xfrm flipV="1">
                <a:off x="9252000" y="34632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66" name="SCHEM_line-0364"/>
              <p:cNvCxnSpPr/>
              <p:nvPr/>
            </p:nvCxnSpPr>
            <p:spPr>
              <a:xfrm flipV="1">
                <a:off x="9252000" y="34632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67" name="SCHEM_line-0365"/>
              <p:cNvCxnSpPr/>
              <p:nvPr/>
            </p:nvCxnSpPr>
            <p:spPr>
              <a:xfrm>
                <a:off x="9403200" y="34128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68" name="SCHEM_line-0366"/>
              <p:cNvCxnSpPr/>
              <p:nvPr/>
            </p:nvCxnSpPr>
            <p:spPr>
              <a:xfrm>
                <a:off x="9403200" y="34128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69" name="SCHEM_line-0367"/>
              <p:cNvCxnSpPr/>
              <p:nvPr/>
            </p:nvCxnSpPr>
            <p:spPr>
              <a:xfrm flipV="1">
                <a:off x="9403200" y="34632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70" name="SCHEM_line-0368"/>
              <p:cNvCxnSpPr/>
              <p:nvPr/>
            </p:nvCxnSpPr>
            <p:spPr>
              <a:xfrm flipV="1">
                <a:off x="9403200" y="34632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71" name="SCHEM_line-0369"/>
              <p:cNvCxnSpPr/>
              <p:nvPr/>
            </p:nvCxnSpPr>
            <p:spPr>
              <a:xfrm>
                <a:off x="9554400" y="3412800"/>
                <a:ext cx="273600" cy="259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72" name="SCHEM_line-0370"/>
              <p:cNvCxnSpPr/>
              <p:nvPr/>
            </p:nvCxnSpPr>
            <p:spPr>
              <a:xfrm>
                <a:off x="9554400" y="3412800"/>
                <a:ext cx="273600" cy="259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373" name="SCHEM_line-0371"/>
              <p:cNvCxnSpPr/>
              <p:nvPr/>
            </p:nvCxnSpPr>
            <p:spPr>
              <a:xfrm flipV="1">
                <a:off x="9554400" y="3463200"/>
                <a:ext cx="259200" cy="201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374" name="SCHEM_line-0372"/>
              <p:cNvCxnSpPr/>
              <p:nvPr/>
            </p:nvCxnSpPr>
            <p:spPr>
              <a:xfrm flipV="1">
                <a:off x="9554400" y="3463200"/>
                <a:ext cx="259200" cy="201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sp>
            <p:nvSpPr>
              <p:cNvPr id="375" name="SCHEM_path-0373"/>
              <p:cNvSpPr/>
              <p:nvPr/>
            </p:nvSpPr>
            <p:spPr>
              <a:xfrm>
                <a:off x="8193600" y="3254400"/>
                <a:ext cx="1641600" cy="252000"/>
              </a:xfrm>
              <a:custGeom>
                <a:avLst/>
                <a:gdLst/>
                <a:ahLst/>
                <a:cxnLst/>
                <a:rect l="0" t="0" r="r" b="b"/>
                <a:pathLst>
                  <a:path w="1641600" h="252000">
                    <a:moveTo>
                      <a:pt x="0" y="0"/>
                    </a:moveTo>
                    <a:cubicBezTo>
                      <a:pt x="288000" y="43200"/>
                      <a:pt x="648000" y="21600"/>
                      <a:pt x="1526400" y="151200"/>
                    </a:cubicBezTo>
                    <a:cubicBezTo>
                      <a:pt x="1641600" y="180000"/>
                      <a:pt x="1591200" y="252000"/>
                      <a:pt x="1447200" y="216000"/>
                    </a:cubicBezTo>
                    <a:lnTo>
                      <a:pt x="0" y="122400"/>
                    </a:lnTo>
                    <a:close/>
                  </a:path>
                </a:pathLst>
              </a:custGeom>
              <a:solidFill>
                <a:srgbClr val="95CCE5"/>
              </a:solidFill>
              <a:ln w="10800" cap="flat">
                <a:solidFill>
                  <a:srgbClr val="3189B0"/>
                </a:solidFill>
              </a:ln>
              <a:effectLst/>
            </p:spPr>
          </p:sp>
          <p:sp>
            <p:nvSpPr>
              <p:cNvPr id="376" name="SCHEM_path-0374"/>
              <p:cNvSpPr/>
              <p:nvPr/>
            </p:nvSpPr>
            <p:spPr>
              <a:xfrm>
                <a:off x="8229600" y="3304800"/>
                <a:ext cx="1404000" cy="122400"/>
              </a:xfrm>
              <a:custGeom>
                <a:avLst/>
                <a:gdLst/>
                <a:ahLst/>
                <a:cxnLst/>
                <a:rect l="0" t="0" r="r" b="b"/>
                <a:pathLst>
                  <a:path w="1404000" h="122400">
                    <a:moveTo>
                      <a:pt x="0" y="0"/>
                    </a:moveTo>
                    <a:cubicBezTo>
                      <a:pt x="540000" y="36000"/>
                      <a:pt x="1008000" y="28800"/>
                      <a:pt x="1404000" y="122400"/>
                    </a:cubicBezTo>
                  </a:path>
                </a:pathLst>
              </a:custGeom>
              <a:noFill/>
              <a:ln w="14400" cap="flat">
                <a:solidFill>
                  <a:srgbClr val="E9F9FF"/>
                </a:solidFill>
              </a:ln>
              <a:effectLst/>
            </p:spPr>
          </p:sp>
          <p:sp>
            <p:nvSpPr>
              <p:cNvPr id="377" name="SCHEM_polygon-0375"/>
              <p:cNvSpPr/>
              <p:nvPr/>
            </p:nvSpPr>
            <p:spPr>
              <a:xfrm>
                <a:off x="9817029" y="3446244"/>
                <a:ext cx="267203" cy="243789"/>
              </a:xfrm>
              <a:custGeom>
                <a:avLst/>
                <a:gdLst/>
                <a:ahLst/>
                <a:cxnLst/>
                <a:rect l="0" t="0" r="r" b="b"/>
                <a:pathLst>
                  <a:path w="267203" h="243789">
                    <a:moveTo>
                      <a:pt x="267203" y="110556"/>
                    </a:moveTo>
                    <a:lnTo>
                      <a:pt x="191287" y="235811"/>
                    </a:lnTo>
                    <a:lnTo>
                      <a:pt x="42048" y="243789"/>
                    </a:lnTo>
                    <a:lnTo>
                      <a:pt x="0" y="110556"/>
                    </a:lnTo>
                    <a:lnTo>
                      <a:pt x="57033" y="3277"/>
                    </a:lnTo>
                    <a:lnTo>
                      <a:pt x="182800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378" name="SCHEM_line-0376"/>
              <p:cNvCxnSpPr/>
              <p:nvPr/>
            </p:nvCxnSpPr>
            <p:spPr>
              <a:xfrm>
                <a:off x="9907200" y="3448800"/>
                <a:ext cx="72000" cy="2088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379" name="SCHEM_polygon-0377"/>
              <p:cNvSpPr/>
              <p:nvPr/>
            </p:nvSpPr>
            <p:spPr>
              <a:xfrm>
                <a:off x="9869179" y="3819276"/>
                <a:ext cx="280301" cy="290542"/>
              </a:xfrm>
              <a:custGeom>
                <a:avLst/>
                <a:gdLst/>
                <a:ahLst/>
                <a:cxnLst/>
                <a:rect l="0" t="0" r="r" b="b"/>
                <a:pathLst>
                  <a:path w="280301" h="290542">
                    <a:moveTo>
                      <a:pt x="280301" y="140724"/>
                    </a:moveTo>
                    <a:lnTo>
                      <a:pt x="232518" y="290542"/>
                    </a:lnTo>
                    <a:lnTo>
                      <a:pt x="62782" y="284898"/>
                    </a:lnTo>
                    <a:lnTo>
                      <a:pt x="0" y="140724"/>
                    </a:lnTo>
                    <a:lnTo>
                      <a:pt x="77974" y="22864"/>
                    </a:lnTo>
                    <a:lnTo>
                      <a:pt x="227268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380" name="SCHEM_line-0378"/>
              <p:cNvCxnSpPr/>
              <p:nvPr/>
            </p:nvCxnSpPr>
            <p:spPr>
              <a:xfrm>
                <a:off x="9983520" y="3841200"/>
                <a:ext cx="79200" cy="22968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381" name="SCHEM_polygon-0379"/>
              <p:cNvSpPr/>
              <p:nvPr/>
            </p:nvSpPr>
            <p:spPr>
              <a:xfrm>
                <a:off x="9836459" y="4316515"/>
                <a:ext cx="281989" cy="256520"/>
              </a:xfrm>
              <a:custGeom>
                <a:avLst/>
                <a:gdLst/>
                <a:ahLst/>
                <a:cxnLst/>
                <a:rect l="0" t="0" r="r" b="b"/>
                <a:pathLst>
                  <a:path w="281989" h="256520">
                    <a:moveTo>
                      <a:pt x="281989" y="133085"/>
                    </a:moveTo>
                    <a:lnTo>
                      <a:pt x="235607" y="256520"/>
                    </a:lnTo>
                    <a:lnTo>
                      <a:pt x="102460" y="240266"/>
                    </a:lnTo>
                    <a:lnTo>
                      <a:pt x="0" y="133085"/>
                    </a:lnTo>
                    <a:lnTo>
                      <a:pt x="100897" y="23196"/>
                    </a:lnTo>
                    <a:lnTo>
                      <a:pt x="241178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382" name="SCHEM_line-0380"/>
              <p:cNvCxnSpPr/>
              <p:nvPr/>
            </p:nvCxnSpPr>
            <p:spPr>
              <a:xfrm>
                <a:off x="9972000" y="4341600"/>
                <a:ext cx="72000" cy="2088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383" name="SCHEM_polygon-0381"/>
              <p:cNvSpPr/>
              <p:nvPr/>
            </p:nvSpPr>
            <p:spPr>
              <a:xfrm>
                <a:off x="9655977" y="4440221"/>
                <a:ext cx="220112" cy="232389"/>
              </a:xfrm>
              <a:custGeom>
                <a:avLst/>
                <a:gdLst/>
                <a:ahLst/>
                <a:cxnLst/>
                <a:rect l="0" t="0" r="r" b="b"/>
                <a:pathLst>
                  <a:path w="220112" h="232389">
                    <a:moveTo>
                      <a:pt x="220112" y="117379"/>
                    </a:moveTo>
                    <a:lnTo>
                      <a:pt x="172445" y="205404"/>
                    </a:lnTo>
                    <a:lnTo>
                      <a:pt x="55223" y="232389"/>
                    </a:lnTo>
                    <a:lnTo>
                      <a:pt x="0" y="117379"/>
                    </a:lnTo>
                    <a:lnTo>
                      <a:pt x="53964" y="190"/>
                    </a:lnTo>
                    <a:lnTo>
                      <a:pt x="189392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384" name="SCHEM_line-0382"/>
              <p:cNvCxnSpPr/>
              <p:nvPr/>
            </p:nvCxnSpPr>
            <p:spPr>
              <a:xfrm>
                <a:off x="9753120" y="4465800"/>
                <a:ext cx="61200" cy="17748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385" name="SCHEM_polygon-0383"/>
              <p:cNvSpPr/>
              <p:nvPr/>
            </p:nvSpPr>
            <p:spPr>
              <a:xfrm>
                <a:off x="9996695" y="4439226"/>
                <a:ext cx="334323" cy="245282"/>
              </a:xfrm>
              <a:custGeom>
                <a:avLst/>
                <a:gdLst/>
                <a:ahLst/>
                <a:cxnLst/>
                <a:rect l="0" t="0" r="r" b="b"/>
                <a:pathLst>
                  <a:path w="334323" h="245282">
                    <a:moveTo>
                      <a:pt x="334323" y="111174"/>
                    </a:moveTo>
                    <a:lnTo>
                      <a:pt x="230921" y="217203"/>
                    </a:lnTo>
                    <a:lnTo>
                      <a:pt x="92278" y="245282"/>
                    </a:lnTo>
                    <a:lnTo>
                      <a:pt x="0" y="111174"/>
                    </a:lnTo>
                    <a:lnTo>
                      <a:pt x="105519" y="0"/>
                    </a:lnTo>
                    <a:lnTo>
                      <a:pt x="233689" y="351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386" name="SCHEM_line-0384"/>
              <p:cNvCxnSpPr/>
              <p:nvPr/>
            </p:nvCxnSpPr>
            <p:spPr>
              <a:xfrm>
                <a:off x="10136160" y="4437000"/>
                <a:ext cx="75600" cy="21924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387" name="SCHEM_polygon-0385"/>
              <p:cNvSpPr/>
              <p:nvPr/>
            </p:nvSpPr>
            <p:spPr>
              <a:xfrm>
                <a:off x="10273919" y="4523544"/>
                <a:ext cx="256228" cy="224485"/>
              </a:xfrm>
              <a:custGeom>
                <a:avLst/>
                <a:gdLst/>
                <a:ahLst/>
                <a:cxnLst/>
                <a:rect l="0" t="0" r="r" b="b"/>
                <a:pathLst>
                  <a:path w="256228" h="224485">
                    <a:moveTo>
                      <a:pt x="256228" y="113256"/>
                    </a:moveTo>
                    <a:lnTo>
                      <a:pt x="201499" y="224485"/>
                    </a:lnTo>
                    <a:lnTo>
                      <a:pt x="81456" y="209947"/>
                    </a:lnTo>
                    <a:lnTo>
                      <a:pt x="0" y="113256"/>
                    </a:lnTo>
                    <a:lnTo>
                      <a:pt x="71893" y="0"/>
                    </a:lnTo>
                    <a:lnTo>
                      <a:pt x="194738" y="13739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388" name="SCHEM_line-0386"/>
              <p:cNvCxnSpPr/>
              <p:nvPr/>
            </p:nvCxnSpPr>
            <p:spPr>
              <a:xfrm>
                <a:off x="10385280" y="4539600"/>
                <a:ext cx="64800" cy="18792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cxnSp>
            <p:nvCxnSpPr>
              <p:cNvPr id="389" name="SCHEM_line-0387"/>
              <p:cNvCxnSpPr/>
              <p:nvPr/>
            </p:nvCxnSpPr>
            <p:spPr>
              <a:xfrm>
                <a:off x="8870400" y="3268800"/>
                <a:ext cx="756000" cy="158400"/>
              </a:xfrm>
              <a:prstGeom prst="line">
                <a:avLst/>
              </a:prstGeom>
              <a:noFill/>
              <a:ln w="28800" cap="flat">
                <a:solidFill>
                  <a:srgbClr val="2685B5"/>
                </a:solidFill>
                <a:tailEnd type="triangle" w="med" len="med"/>
              </a:ln>
              <a:effectLst/>
            </p:spPr>
          </p:cxnSp>
          <p:cxnSp>
            <p:nvCxnSpPr>
              <p:cNvPr id="390" name="SCHEM_line-0388"/>
              <p:cNvCxnSpPr/>
              <p:nvPr/>
            </p:nvCxnSpPr>
            <p:spPr>
              <a:xfrm flipH="1">
                <a:off x="8956800" y="3650400"/>
                <a:ext cx="712800" cy="1"/>
              </a:xfrm>
              <a:prstGeom prst="line">
                <a:avLst/>
              </a:prstGeom>
              <a:noFill/>
              <a:ln w="28800" cap="flat">
                <a:solidFill>
                  <a:srgbClr val="2685B5"/>
                </a:solidFill>
                <a:tailEnd type="triangle" w="med" len="med"/>
              </a:ln>
              <a:effectLst/>
            </p:spPr>
          </p:cxnSp>
          <p:cxnSp>
            <p:nvCxnSpPr>
              <p:cNvPr id="391" name="SCHEM_line-0389"/>
              <p:cNvCxnSpPr/>
              <p:nvPr/>
            </p:nvCxnSpPr>
            <p:spPr>
              <a:xfrm>
                <a:off x="10332000" y="3664800"/>
                <a:ext cx="1" cy="511200"/>
              </a:xfrm>
              <a:prstGeom prst="line">
                <a:avLst/>
              </a:prstGeom>
              <a:noFill/>
              <a:ln w="36000" cap="flat">
                <a:solidFill>
                  <a:srgbClr val="BD6C69"/>
                </a:solidFill>
                <a:tailEnd type="triangle" w="med" len="med"/>
              </a:ln>
              <a:effectLst/>
            </p:spPr>
          </p:cxnSp>
        </p:grpSp>
        <p:sp>
          <p:nvSpPr>
            <p:cNvPr id="392" name="SCHEM_text-0390"/>
            <p:cNvSpPr txBox="1"/>
            <p:nvPr/>
          </p:nvSpPr>
          <p:spPr>
            <a:xfrm>
              <a:off x="8906400" y="3060000"/>
              <a:ext cx="1404000" cy="259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Rewetting</a:t>
              </a:r>
              <a:endParaRPr lang="en-US" sz="1304"/>
            </a:p>
          </p:txBody>
        </p:sp>
        <p:sp>
          <p:nvSpPr>
            <p:cNvPr id="393" name="SCHEM_text-0391"/>
            <p:cNvSpPr txBox="1"/>
            <p:nvPr/>
          </p:nvSpPr>
          <p:spPr>
            <a:xfrm>
              <a:off x="10072800" y="2980800"/>
              <a:ext cx="1368000" cy="502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Interfacial</a:t>
              </a:r>
              <a:endParaRPr lang="en-US" sz="1361"/>
            </a:p>
            <a:p>
              <a:pPr algn="l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dissolution</a:t>
              </a:r>
              <a:endParaRPr lang="en-US" sz="1361"/>
            </a:p>
          </p:txBody>
        </p:sp>
        <p:cxnSp>
          <p:nvCxnSpPr>
            <p:cNvPr id="394" name="SCHEM_line-0392"/>
            <p:cNvCxnSpPr/>
            <p:nvPr/>
          </p:nvCxnSpPr>
          <p:spPr>
            <a:xfrm flipH="1">
              <a:off x="9856800" y="3283200"/>
              <a:ext cx="158400" cy="2664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395" name="SCHEM_ellipse-0393"/>
            <p:cNvSpPr/>
            <p:nvPr/>
          </p:nvSpPr>
          <p:spPr>
            <a:xfrm>
              <a:off x="9835200" y="35280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396" name="SCHEM_text-0394"/>
            <p:cNvSpPr txBox="1"/>
            <p:nvPr/>
          </p:nvSpPr>
          <p:spPr>
            <a:xfrm>
              <a:off x="8676000" y="3830400"/>
              <a:ext cx="1656000" cy="259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Back diffusion</a:t>
              </a:r>
              <a:endParaRPr lang="en-US" sz="1304"/>
            </a:p>
          </p:txBody>
        </p:sp>
        <p:sp>
          <p:nvSpPr>
            <p:cNvPr id="397" name="SCHEM_text-0395"/>
            <p:cNvSpPr txBox="1"/>
            <p:nvPr/>
          </p:nvSpPr>
          <p:spPr>
            <a:xfrm>
              <a:off x="10497600" y="3852000"/>
              <a:ext cx="10152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Gravity-driven</a:t>
              </a:r>
              <a:endParaRPr lang="en-US" sz="1191"/>
            </a:p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peeling</a:t>
              </a:r>
              <a:endParaRPr lang="en-US" sz="1191"/>
            </a:p>
          </p:txBody>
        </p:sp>
        <p:sp>
          <p:nvSpPr>
            <p:cNvPr id="398" name="SCHEM_text-0396"/>
            <p:cNvSpPr txBox="1"/>
            <p:nvPr/>
          </p:nvSpPr>
          <p:spPr>
            <a:xfrm>
              <a:off x="10512000" y="4435200"/>
              <a:ext cx="9936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Collected salt</a:t>
              </a:r>
              <a:endParaRPr lang="en-US" sz="1191"/>
            </a:p>
          </p:txBody>
        </p:sp>
        <p:sp>
          <p:nvSpPr>
            <p:cNvPr id="399" name="SCHEM_text-0397"/>
            <p:cNvSpPr txBox="1"/>
            <p:nvPr/>
          </p:nvSpPr>
          <p:spPr>
            <a:xfrm>
              <a:off x="4672800" y="4658400"/>
              <a:ext cx="3600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Edge design comparison</a:t>
              </a:r>
              <a:endParaRPr lang="en-US" sz="1531"/>
            </a:p>
          </p:txBody>
        </p:sp>
        <p:sp>
          <p:nvSpPr>
            <p:cNvPr id="400" name="SCHEM_text-0398"/>
            <p:cNvSpPr txBox="1"/>
            <p:nvPr/>
          </p:nvSpPr>
          <p:spPr>
            <a:xfrm>
              <a:off x="4672800" y="4982400"/>
              <a:ext cx="1872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Non-spike edge</a:t>
              </a:r>
              <a:endParaRPr lang="en-US" sz="1361"/>
            </a:p>
          </p:txBody>
        </p:sp>
        <p:sp>
          <p:nvSpPr>
            <p:cNvPr id="401" name="SCHEM_text-0399"/>
            <p:cNvSpPr txBox="1"/>
            <p:nvPr/>
          </p:nvSpPr>
          <p:spPr>
            <a:xfrm>
              <a:off x="6228000" y="4982400"/>
              <a:ext cx="2016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Extended warp wires</a:t>
              </a:r>
              <a:endParaRPr lang="en-US" sz="1361"/>
            </a:p>
          </p:txBody>
        </p:sp>
        <p:grpSp>
          <p:nvGrpSpPr>
            <p:cNvPr id="402" name="SCHEM_edge-comparison"/>
            <p:cNvGrpSpPr/>
            <p:nvPr/>
          </p:nvGrpSpPr>
          <p:grpSpPr>
            <a:xfrm>
              <a:off x="4680000" y="5292510"/>
              <a:ext cx="3096000" cy="618690"/>
              <a:chOff x="4680000" y="5292510"/>
              <a:chExt cx="3096000" cy="618690"/>
            </a:xfrm>
          </p:grpSpPr>
          <p:sp>
            <p:nvSpPr>
              <p:cNvPr id="403" name="SCHEM_path-0401"/>
              <p:cNvSpPr/>
              <p:nvPr/>
            </p:nvSpPr>
            <p:spPr>
              <a:xfrm>
                <a:off x="4680000" y="5601600"/>
                <a:ext cx="1296000" cy="309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309600">
                    <a:moveTo>
                      <a:pt x="0" y="0"/>
                    </a:moveTo>
                    <a:lnTo>
                      <a:pt x="1144800" y="72000"/>
                    </a:lnTo>
                    <a:cubicBezTo>
                      <a:pt x="1296000" y="86400"/>
                      <a:pt x="1274400" y="309600"/>
                      <a:pt x="1144800" y="309600"/>
                    </a:cubicBezTo>
                    <a:lnTo>
                      <a:pt x="0" y="237600"/>
                    </a:lnTo>
                    <a:close/>
                  </a:path>
                </a:pathLst>
              </a:custGeom>
              <a:solidFill>
                <a:srgbClr val="DDE1C5"/>
              </a:solidFill>
              <a:ln w="1296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404" name="SCHEM_line-0402"/>
              <p:cNvCxnSpPr/>
              <p:nvPr/>
            </p:nvCxnSpPr>
            <p:spPr>
              <a:xfrm>
                <a:off x="46800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05" name="SCHEM_line-0403"/>
              <p:cNvCxnSpPr/>
              <p:nvPr/>
            </p:nvCxnSpPr>
            <p:spPr>
              <a:xfrm>
                <a:off x="46800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06" name="SCHEM_line-0404"/>
              <p:cNvCxnSpPr/>
              <p:nvPr/>
            </p:nvCxnSpPr>
            <p:spPr>
              <a:xfrm flipV="1">
                <a:off x="46800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07" name="SCHEM_line-0405"/>
              <p:cNvCxnSpPr/>
              <p:nvPr/>
            </p:nvCxnSpPr>
            <p:spPr>
              <a:xfrm flipV="1">
                <a:off x="46800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08" name="SCHEM_line-0406"/>
              <p:cNvCxnSpPr/>
              <p:nvPr/>
            </p:nvCxnSpPr>
            <p:spPr>
              <a:xfrm>
                <a:off x="48312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09" name="SCHEM_line-0407"/>
              <p:cNvCxnSpPr/>
              <p:nvPr/>
            </p:nvCxnSpPr>
            <p:spPr>
              <a:xfrm>
                <a:off x="48312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10" name="SCHEM_line-0408"/>
              <p:cNvCxnSpPr/>
              <p:nvPr/>
            </p:nvCxnSpPr>
            <p:spPr>
              <a:xfrm flipV="1">
                <a:off x="48312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11" name="SCHEM_line-0409"/>
              <p:cNvCxnSpPr/>
              <p:nvPr/>
            </p:nvCxnSpPr>
            <p:spPr>
              <a:xfrm flipV="1">
                <a:off x="48312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12" name="SCHEM_line-0410"/>
              <p:cNvCxnSpPr/>
              <p:nvPr/>
            </p:nvCxnSpPr>
            <p:spPr>
              <a:xfrm>
                <a:off x="49824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13" name="SCHEM_line-0411"/>
              <p:cNvCxnSpPr/>
              <p:nvPr/>
            </p:nvCxnSpPr>
            <p:spPr>
              <a:xfrm>
                <a:off x="49824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14" name="SCHEM_line-0412"/>
              <p:cNvCxnSpPr/>
              <p:nvPr/>
            </p:nvCxnSpPr>
            <p:spPr>
              <a:xfrm flipV="1">
                <a:off x="49824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15" name="SCHEM_line-0413"/>
              <p:cNvCxnSpPr/>
              <p:nvPr/>
            </p:nvCxnSpPr>
            <p:spPr>
              <a:xfrm flipV="1">
                <a:off x="49824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16" name="SCHEM_line-0414"/>
              <p:cNvCxnSpPr/>
              <p:nvPr/>
            </p:nvCxnSpPr>
            <p:spPr>
              <a:xfrm>
                <a:off x="51336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17" name="SCHEM_line-0415"/>
              <p:cNvCxnSpPr/>
              <p:nvPr/>
            </p:nvCxnSpPr>
            <p:spPr>
              <a:xfrm>
                <a:off x="51336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18" name="SCHEM_line-0416"/>
              <p:cNvCxnSpPr/>
              <p:nvPr/>
            </p:nvCxnSpPr>
            <p:spPr>
              <a:xfrm flipV="1">
                <a:off x="51336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19" name="SCHEM_line-0417"/>
              <p:cNvCxnSpPr/>
              <p:nvPr/>
            </p:nvCxnSpPr>
            <p:spPr>
              <a:xfrm flipV="1">
                <a:off x="51336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20" name="SCHEM_line-0418"/>
              <p:cNvCxnSpPr/>
              <p:nvPr/>
            </p:nvCxnSpPr>
            <p:spPr>
              <a:xfrm>
                <a:off x="52848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21" name="SCHEM_line-0419"/>
              <p:cNvCxnSpPr/>
              <p:nvPr/>
            </p:nvCxnSpPr>
            <p:spPr>
              <a:xfrm>
                <a:off x="52848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22" name="SCHEM_line-0420"/>
              <p:cNvCxnSpPr/>
              <p:nvPr/>
            </p:nvCxnSpPr>
            <p:spPr>
              <a:xfrm flipV="1">
                <a:off x="52848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23" name="SCHEM_line-0421"/>
              <p:cNvCxnSpPr/>
              <p:nvPr/>
            </p:nvCxnSpPr>
            <p:spPr>
              <a:xfrm flipV="1">
                <a:off x="52848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24" name="SCHEM_line-0422"/>
              <p:cNvCxnSpPr/>
              <p:nvPr/>
            </p:nvCxnSpPr>
            <p:spPr>
              <a:xfrm>
                <a:off x="54360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25" name="SCHEM_line-0423"/>
              <p:cNvCxnSpPr/>
              <p:nvPr/>
            </p:nvCxnSpPr>
            <p:spPr>
              <a:xfrm>
                <a:off x="54360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26" name="SCHEM_line-0424"/>
              <p:cNvCxnSpPr/>
              <p:nvPr/>
            </p:nvCxnSpPr>
            <p:spPr>
              <a:xfrm flipV="1">
                <a:off x="54360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27" name="SCHEM_line-0425"/>
              <p:cNvCxnSpPr/>
              <p:nvPr/>
            </p:nvCxnSpPr>
            <p:spPr>
              <a:xfrm flipV="1">
                <a:off x="54360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28" name="SCHEM_line-0426"/>
              <p:cNvCxnSpPr/>
              <p:nvPr/>
            </p:nvCxnSpPr>
            <p:spPr>
              <a:xfrm>
                <a:off x="55872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29" name="SCHEM_line-0427"/>
              <p:cNvCxnSpPr/>
              <p:nvPr/>
            </p:nvCxnSpPr>
            <p:spPr>
              <a:xfrm>
                <a:off x="55872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30" name="SCHEM_line-0428"/>
              <p:cNvCxnSpPr/>
              <p:nvPr/>
            </p:nvCxnSpPr>
            <p:spPr>
              <a:xfrm flipV="1">
                <a:off x="55872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31" name="SCHEM_line-0429"/>
              <p:cNvCxnSpPr/>
              <p:nvPr/>
            </p:nvCxnSpPr>
            <p:spPr>
              <a:xfrm flipV="1">
                <a:off x="55872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32" name="SCHEM_line-0430"/>
              <p:cNvCxnSpPr/>
              <p:nvPr/>
            </p:nvCxnSpPr>
            <p:spPr>
              <a:xfrm>
                <a:off x="57384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33" name="SCHEM_line-0431"/>
              <p:cNvCxnSpPr/>
              <p:nvPr/>
            </p:nvCxnSpPr>
            <p:spPr>
              <a:xfrm>
                <a:off x="57384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34" name="SCHEM_line-0432"/>
              <p:cNvCxnSpPr/>
              <p:nvPr/>
            </p:nvCxnSpPr>
            <p:spPr>
              <a:xfrm flipV="1">
                <a:off x="57384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35" name="SCHEM_line-0433"/>
              <p:cNvCxnSpPr/>
              <p:nvPr/>
            </p:nvCxnSpPr>
            <p:spPr>
              <a:xfrm flipV="1">
                <a:off x="57384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sp>
            <p:nvSpPr>
              <p:cNvPr id="436" name="SCHEM_path-0434"/>
              <p:cNvSpPr/>
              <p:nvPr/>
            </p:nvSpPr>
            <p:spPr>
              <a:xfrm>
                <a:off x="6292800" y="5601600"/>
                <a:ext cx="1468800" cy="309600"/>
              </a:xfrm>
              <a:custGeom>
                <a:avLst/>
                <a:gdLst/>
                <a:ahLst/>
                <a:cxnLst/>
                <a:rect l="0" t="0" r="r" b="b"/>
                <a:pathLst>
                  <a:path w="1468800" h="309600">
                    <a:moveTo>
                      <a:pt x="0" y="0"/>
                    </a:moveTo>
                    <a:lnTo>
                      <a:pt x="1317600" y="72000"/>
                    </a:lnTo>
                    <a:cubicBezTo>
                      <a:pt x="1468800" y="86400"/>
                      <a:pt x="1447200" y="309600"/>
                      <a:pt x="1317600" y="309600"/>
                    </a:cubicBezTo>
                    <a:lnTo>
                      <a:pt x="0" y="237600"/>
                    </a:lnTo>
                    <a:close/>
                  </a:path>
                </a:pathLst>
              </a:custGeom>
              <a:solidFill>
                <a:srgbClr val="DDE1C5"/>
              </a:solidFill>
              <a:ln w="1296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437" name="SCHEM_line-0435"/>
              <p:cNvCxnSpPr/>
              <p:nvPr/>
            </p:nvCxnSpPr>
            <p:spPr>
              <a:xfrm>
                <a:off x="62928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38" name="SCHEM_line-0436"/>
              <p:cNvCxnSpPr/>
              <p:nvPr/>
            </p:nvCxnSpPr>
            <p:spPr>
              <a:xfrm>
                <a:off x="62928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39" name="SCHEM_line-0437"/>
              <p:cNvCxnSpPr/>
              <p:nvPr/>
            </p:nvCxnSpPr>
            <p:spPr>
              <a:xfrm flipV="1">
                <a:off x="62928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40" name="SCHEM_line-0438"/>
              <p:cNvCxnSpPr/>
              <p:nvPr/>
            </p:nvCxnSpPr>
            <p:spPr>
              <a:xfrm flipV="1">
                <a:off x="62928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41" name="SCHEM_line-0439"/>
              <p:cNvCxnSpPr/>
              <p:nvPr/>
            </p:nvCxnSpPr>
            <p:spPr>
              <a:xfrm>
                <a:off x="64440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42" name="SCHEM_line-0440"/>
              <p:cNvCxnSpPr/>
              <p:nvPr/>
            </p:nvCxnSpPr>
            <p:spPr>
              <a:xfrm>
                <a:off x="64440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43" name="SCHEM_line-0441"/>
              <p:cNvCxnSpPr/>
              <p:nvPr/>
            </p:nvCxnSpPr>
            <p:spPr>
              <a:xfrm flipV="1">
                <a:off x="64440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44" name="SCHEM_line-0442"/>
              <p:cNvCxnSpPr/>
              <p:nvPr/>
            </p:nvCxnSpPr>
            <p:spPr>
              <a:xfrm flipV="1">
                <a:off x="64440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45" name="SCHEM_line-0443"/>
              <p:cNvCxnSpPr/>
              <p:nvPr/>
            </p:nvCxnSpPr>
            <p:spPr>
              <a:xfrm>
                <a:off x="65952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46" name="SCHEM_line-0444"/>
              <p:cNvCxnSpPr/>
              <p:nvPr/>
            </p:nvCxnSpPr>
            <p:spPr>
              <a:xfrm>
                <a:off x="65952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47" name="SCHEM_line-0445"/>
              <p:cNvCxnSpPr/>
              <p:nvPr/>
            </p:nvCxnSpPr>
            <p:spPr>
              <a:xfrm flipV="1">
                <a:off x="65952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48" name="SCHEM_line-0446"/>
              <p:cNvCxnSpPr/>
              <p:nvPr/>
            </p:nvCxnSpPr>
            <p:spPr>
              <a:xfrm flipV="1">
                <a:off x="65952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49" name="SCHEM_line-0447"/>
              <p:cNvCxnSpPr/>
              <p:nvPr/>
            </p:nvCxnSpPr>
            <p:spPr>
              <a:xfrm>
                <a:off x="67464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50" name="SCHEM_line-0448"/>
              <p:cNvCxnSpPr/>
              <p:nvPr/>
            </p:nvCxnSpPr>
            <p:spPr>
              <a:xfrm>
                <a:off x="67464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51" name="SCHEM_line-0449"/>
              <p:cNvCxnSpPr/>
              <p:nvPr/>
            </p:nvCxnSpPr>
            <p:spPr>
              <a:xfrm flipV="1">
                <a:off x="67464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52" name="SCHEM_line-0450"/>
              <p:cNvCxnSpPr/>
              <p:nvPr/>
            </p:nvCxnSpPr>
            <p:spPr>
              <a:xfrm flipV="1">
                <a:off x="67464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53" name="SCHEM_line-0451"/>
              <p:cNvCxnSpPr/>
              <p:nvPr/>
            </p:nvCxnSpPr>
            <p:spPr>
              <a:xfrm>
                <a:off x="68976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54" name="SCHEM_line-0452"/>
              <p:cNvCxnSpPr/>
              <p:nvPr/>
            </p:nvCxnSpPr>
            <p:spPr>
              <a:xfrm>
                <a:off x="68976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55" name="SCHEM_line-0453"/>
              <p:cNvCxnSpPr/>
              <p:nvPr/>
            </p:nvCxnSpPr>
            <p:spPr>
              <a:xfrm flipV="1">
                <a:off x="68976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56" name="SCHEM_line-0454"/>
              <p:cNvCxnSpPr/>
              <p:nvPr/>
            </p:nvCxnSpPr>
            <p:spPr>
              <a:xfrm flipV="1">
                <a:off x="68976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57" name="SCHEM_line-0455"/>
              <p:cNvCxnSpPr/>
              <p:nvPr/>
            </p:nvCxnSpPr>
            <p:spPr>
              <a:xfrm>
                <a:off x="70488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58" name="SCHEM_line-0456"/>
              <p:cNvCxnSpPr/>
              <p:nvPr/>
            </p:nvCxnSpPr>
            <p:spPr>
              <a:xfrm>
                <a:off x="70488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59" name="SCHEM_line-0457"/>
              <p:cNvCxnSpPr/>
              <p:nvPr/>
            </p:nvCxnSpPr>
            <p:spPr>
              <a:xfrm flipV="1">
                <a:off x="70488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60" name="SCHEM_line-0458"/>
              <p:cNvCxnSpPr/>
              <p:nvPr/>
            </p:nvCxnSpPr>
            <p:spPr>
              <a:xfrm flipV="1">
                <a:off x="70488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61" name="SCHEM_line-0459"/>
              <p:cNvCxnSpPr/>
              <p:nvPr/>
            </p:nvCxnSpPr>
            <p:spPr>
              <a:xfrm>
                <a:off x="72000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62" name="SCHEM_line-0460"/>
              <p:cNvCxnSpPr/>
              <p:nvPr/>
            </p:nvCxnSpPr>
            <p:spPr>
              <a:xfrm>
                <a:off x="72000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63" name="SCHEM_line-0461"/>
              <p:cNvCxnSpPr/>
              <p:nvPr/>
            </p:nvCxnSpPr>
            <p:spPr>
              <a:xfrm flipV="1">
                <a:off x="72000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64" name="SCHEM_line-0462"/>
              <p:cNvCxnSpPr/>
              <p:nvPr/>
            </p:nvCxnSpPr>
            <p:spPr>
              <a:xfrm flipV="1">
                <a:off x="72000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65" name="SCHEM_line-0463"/>
              <p:cNvCxnSpPr/>
              <p:nvPr/>
            </p:nvCxnSpPr>
            <p:spPr>
              <a:xfrm>
                <a:off x="73512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66" name="SCHEM_line-0464"/>
              <p:cNvCxnSpPr/>
              <p:nvPr/>
            </p:nvCxnSpPr>
            <p:spPr>
              <a:xfrm>
                <a:off x="73512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67" name="SCHEM_line-0465"/>
              <p:cNvCxnSpPr/>
              <p:nvPr/>
            </p:nvCxnSpPr>
            <p:spPr>
              <a:xfrm flipV="1">
                <a:off x="73512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68" name="SCHEM_line-0466"/>
              <p:cNvCxnSpPr/>
              <p:nvPr/>
            </p:nvCxnSpPr>
            <p:spPr>
              <a:xfrm flipV="1">
                <a:off x="73512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69" name="SCHEM_line-0467"/>
              <p:cNvCxnSpPr/>
              <p:nvPr/>
            </p:nvCxnSpPr>
            <p:spPr>
              <a:xfrm>
                <a:off x="7502400" y="5630400"/>
                <a:ext cx="273600" cy="223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70" name="SCHEM_line-0468"/>
              <p:cNvCxnSpPr/>
              <p:nvPr/>
            </p:nvCxnSpPr>
            <p:spPr>
              <a:xfrm>
                <a:off x="7502400" y="5630400"/>
                <a:ext cx="273600" cy="223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471" name="SCHEM_line-0469"/>
              <p:cNvCxnSpPr/>
              <p:nvPr/>
            </p:nvCxnSpPr>
            <p:spPr>
              <a:xfrm flipV="1">
                <a:off x="7502400" y="5680800"/>
                <a:ext cx="259200" cy="1656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472" name="SCHEM_line-0470"/>
              <p:cNvCxnSpPr/>
              <p:nvPr/>
            </p:nvCxnSpPr>
            <p:spPr>
              <a:xfrm flipV="1">
                <a:off x="7502400" y="5680800"/>
                <a:ext cx="259200" cy="1656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sp>
            <p:nvSpPr>
              <p:cNvPr id="473" name="SCHEM_polygon-0471"/>
              <p:cNvSpPr/>
              <p:nvPr/>
            </p:nvSpPr>
            <p:spPr>
              <a:xfrm>
                <a:off x="4935038" y="5486247"/>
                <a:ext cx="185905" cy="165705"/>
              </a:xfrm>
              <a:custGeom>
                <a:avLst/>
                <a:gdLst/>
                <a:ahLst/>
                <a:cxnLst/>
                <a:rect l="0" t="0" r="r" b="b"/>
                <a:pathLst>
                  <a:path w="185905" h="165705">
                    <a:moveTo>
                      <a:pt x="185905" y="79353"/>
                    </a:moveTo>
                    <a:lnTo>
                      <a:pt x="133217" y="165705"/>
                    </a:lnTo>
                    <a:lnTo>
                      <a:pt x="39033" y="156133"/>
                    </a:lnTo>
                    <a:lnTo>
                      <a:pt x="0" y="79353"/>
                    </a:lnTo>
                    <a:lnTo>
                      <a:pt x="37547" y="0"/>
                    </a:lnTo>
                    <a:lnTo>
                      <a:pt x="127435" y="3017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474" name="SCHEM_line-0472"/>
              <p:cNvCxnSpPr/>
              <p:nvPr/>
            </p:nvCxnSpPr>
            <p:spPr>
              <a:xfrm>
                <a:off x="4999680" y="5495400"/>
                <a:ext cx="46800" cy="13572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475" name="SCHEM_polygon-0473"/>
              <p:cNvSpPr/>
              <p:nvPr/>
            </p:nvSpPr>
            <p:spPr>
              <a:xfrm>
                <a:off x="5129564" y="5486696"/>
                <a:ext cx="162518" cy="167794"/>
              </a:xfrm>
              <a:custGeom>
                <a:avLst/>
                <a:gdLst/>
                <a:ahLst/>
                <a:cxnLst/>
                <a:rect l="0" t="0" r="r" b="b"/>
                <a:pathLst>
                  <a:path w="162518" h="167794">
                    <a:moveTo>
                      <a:pt x="162518" y="78904"/>
                    </a:moveTo>
                    <a:lnTo>
                      <a:pt x="134557" y="167794"/>
                    </a:lnTo>
                    <a:lnTo>
                      <a:pt x="33285" y="165421"/>
                    </a:lnTo>
                    <a:lnTo>
                      <a:pt x="0" y="78904"/>
                    </a:lnTo>
                    <a:lnTo>
                      <a:pt x="37681" y="0"/>
                    </a:lnTo>
                    <a:lnTo>
                      <a:pt x="128039" y="1303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476" name="SCHEM_line-0474"/>
              <p:cNvCxnSpPr/>
              <p:nvPr/>
            </p:nvCxnSpPr>
            <p:spPr>
              <a:xfrm>
                <a:off x="5194080" y="5495400"/>
                <a:ext cx="46800" cy="13572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477" name="SCHEM_polygon-0475"/>
              <p:cNvSpPr/>
              <p:nvPr/>
            </p:nvSpPr>
            <p:spPr>
              <a:xfrm>
                <a:off x="5329540" y="5477048"/>
                <a:ext cx="183860" cy="180291"/>
              </a:xfrm>
              <a:custGeom>
                <a:avLst/>
                <a:gdLst/>
                <a:ahLst/>
                <a:cxnLst/>
                <a:rect l="0" t="0" r="r" b="b"/>
                <a:pathLst>
                  <a:path w="183860" h="180291">
                    <a:moveTo>
                      <a:pt x="183860" y="88552"/>
                    </a:moveTo>
                    <a:lnTo>
                      <a:pt x="130626" y="180291"/>
                    </a:lnTo>
                    <a:lnTo>
                      <a:pt x="39294" y="155004"/>
                    </a:lnTo>
                    <a:lnTo>
                      <a:pt x="0" y="88552"/>
                    </a:lnTo>
                    <a:lnTo>
                      <a:pt x="26535" y="0"/>
                    </a:lnTo>
                    <a:lnTo>
                      <a:pt x="127156" y="2824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478" name="SCHEM_line-0476"/>
              <p:cNvCxnSpPr/>
              <p:nvPr/>
            </p:nvCxnSpPr>
            <p:spPr>
              <a:xfrm>
                <a:off x="5388480" y="5495400"/>
                <a:ext cx="46800" cy="13572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479" name="SCHEM_polygon-0477"/>
              <p:cNvSpPr/>
              <p:nvPr/>
            </p:nvSpPr>
            <p:spPr>
              <a:xfrm>
                <a:off x="5506936" y="5483000"/>
                <a:ext cx="177340" cy="162889"/>
              </a:xfrm>
              <a:custGeom>
                <a:avLst/>
                <a:gdLst/>
                <a:ahLst/>
                <a:cxnLst/>
                <a:rect l="0" t="0" r="r" b="b"/>
                <a:pathLst>
                  <a:path w="177340" h="162889">
                    <a:moveTo>
                      <a:pt x="177340" y="82600"/>
                    </a:moveTo>
                    <a:lnTo>
                      <a:pt x="141019" y="162889"/>
                    </a:lnTo>
                    <a:lnTo>
                      <a:pt x="51165" y="157944"/>
                    </a:lnTo>
                    <a:lnTo>
                      <a:pt x="0" y="82600"/>
                    </a:lnTo>
                    <a:lnTo>
                      <a:pt x="46975" y="0"/>
                    </a:lnTo>
                    <a:lnTo>
                      <a:pt x="133178" y="15893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480" name="SCHEM_line-0478"/>
              <p:cNvCxnSpPr/>
              <p:nvPr/>
            </p:nvCxnSpPr>
            <p:spPr>
              <a:xfrm>
                <a:off x="5582880" y="5495400"/>
                <a:ext cx="46800" cy="13572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481" name="SCHEM_polygon-0479"/>
              <p:cNvSpPr/>
              <p:nvPr/>
            </p:nvSpPr>
            <p:spPr>
              <a:xfrm>
                <a:off x="5716043" y="5489358"/>
                <a:ext cx="162570" cy="152326"/>
              </a:xfrm>
              <a:custGeom>
                <a:avLst/>
                <a:gdLst/>
                <a:ahLst/>
                <a:cxnLst/>
                <a:rect l="0" t="0" r="r" b="b"/>
                <a:pathLst>
                  <a:path w="162570" h="152326">
                    <a:moveTo>
                      <a:pt x="162570" y="76242"/>
                    </a:moveTo>
                    <a:lnTo>
                      <a:pt x="119087" y="144016"/>
                    </a:lnTo>
                    <a:lnTo>
                      <a:pt x="36029" y="152326"/>
                    </a:lnTo>
                    <a:lnTo>
                      <a:pt x="0" y="76242"/>
                    </a:lnTo>
                    <a:lnTo>
                      <a:pt x="41427" y="9506"/>
                    </a:lnTo>
                    <a:lnTo>
                      <a:pt x="123975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482" name="SCHEM_line-0480"/>
              <p:cNvCxnSpPr/>
              <p:nvPr/>
            </p:nvCxnSpPr>
            <p:spPr>
              <a:xfrm>
                <a:off x="5777280" y="5495400"/>
                <a:ext cx="46800" cy="13572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483" name="SCHEM_polygon-0481"/>
              <p:cNvSpPr/>
              <p:nvPr/>
            </p:nvSpPr>
            <p:spPr>
              <a:xfrm>
                <a:off x="6843723" y="5292510"/>
                <a:ext cx="210288" cy="211388"/>
              </a:xfrm>
              <a:custGeom>
                <a:avLst/>
                <a:gdLst/>
                <a:ahLst/>
                <a:cxnLst/>
                <a:rect l="0" t="0" r="r" b="b"/>
                <a:pathLst>
                  <a:path w="210288" h="211388">
                    <a:moveTo>
                      <a:pt x="210288" y="107490"/>
                    </a:moveTo>
                    <a:lnTo>
                      <a:pt x="171463" y="211388"/>
                    </a:lnTo>
                    <a:lnTo>
                      <a:pt x="52596" y="209476"/>
                    </a:lnTo>
                    <a:lnTo>
                      <a:pt x="0" y="107490"/>
                    </a:lnTo>
                    <a:lnTo>
                      <a:pt x="61042" y="20134"/>
                    </a:lnTo>
                    <a:lnTo>
                      <a:pt x="173537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484" name="SCHEM_line-0482"/>
              <p:cNvCxnSpPr/>
              <p:nvPr/>
            </p:nvCxnSpPr>
            <p:spPr>
              <a:xfrm>
                <a:off x="6932160" y="5313600"/>
                <a:ext cx="57600" cy="16704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485" name="SCHEM_polygon-0483"/>
              <p:cNvSpPr/>
              <p:nvPr/>
            </p:nvSpPr>
            <p:spPr>
              <a:xfrm>
                <a:off x="7031575" y="5313753"/>
                <a:ext cx="263220" cy="170961"/>
              </a:xfrm>
              <a:custGeom>
                <a:avLst/>
                <a:gdLst/>
                <a:ahLst/>
                <a:cxnLst/>
                <a:rect l="0" t="0" r="r" b="b"/>
                <a:pathLst>
                  <a:path w="263220" h="170961">
                    <a:moveTo>
                      <a:pt x="263220" y="86247"/>
                    </a:moveTo>
                    <a:lnTo>
                      <a:pt x="181335" y="170961"/>
                    </a:lnTo>
                    <a:lnTo>
                      <a:pt x="85869" y="166884"/>
                    </a:lnTo>
                    <a:lnTo>
                      <a:pt x="0" y="86247"/>
                    </a:lnTo>
                    <a:lnTo>
                      <a:pt x="82630" y="0"/>
                    </a:lnTo>
                    <a:lnTo>
                      <a:pt x="180936" y="2223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486" name="SCHEM_line-0484"/>
              <p:cNvCxnSpPr/>
              <p:nvPr/>
            </p:nvCxnSpPr>
            <p:spPr>
              <a:xfrm>
                <a:off x="7140960" y="5313600"/>
                <a:ext cx="57600" cy="16704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487" name="SCHEM_polygon-0485"/>
              <p:cNvSpPr/>
              <p:nvPr/>
            </p:nvSpPr>
            <p:spPr>
              <a:xfrm>
                <a:off x="7277271" y="5299515"/>
                <a:ext cx="224979" cy="213422"/>
              </a:xfrm>
              <a:custGeom>
                <a:avLst/>
                <a:gdLst/>
                <a:ahLst/>
                <a:cxnLst/>
                <a:rect l="0" t="0" r="r" b="b"/>
                <a:pathLst>
                  <a:path w="224979" h="213422">
                    <a:moveTo>
                      <a:pt x="224979" y="100485"/>
                    </a:moveTo>
                    <a:lnTo>
                      <a:pt x="160733" y="213422"/>
                    </a:lnTo>
                    <a:lnTo>
                      <a:pt x="31457" y="211460"/>
                    </a:lnTo>
                    <a:lnTo>
                      <a:pt x="0" y="100485"/>
                    </a:lnTo>
                    <a:lnTo>
                      <a:pt x="37513" y="0"/>
                    </a:lnTo>
                    <a:lnTo>
                      <a:pt x="150152" y="5876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488" name="SCHEM_line-0486"/>
              <p:cNvCxnSpPr/>
              <p:nvPr/>
            </p:nvCxnSpPr>
            <p:spPr>
              <a:xfrm>
                <a:off x="7349760" y="5313600"/>
                <a:ext cx="57600" cy="16704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489" name="SCHEM_polygon-0487"/>
              <p:cNvSpPr/>
              <p:nvPr/>
            </p:nvSpPr>
            <p:spPr>
              <a:xfrm>
                <a:off x="6822789" y="5440761"/>
                <a:ext cx="253292" cy="212376"/>
              </a:xfrm>
              <a:custGeom>
                <a:avLst/>
                <a:gdLst/>
                <a:ahLst/>
                <a:cxnLst/>
                <a:rect l="0" t="0" r="r" b="b"/>
                <a:pathLst>
                  <a:path w="253292" h="212376">
                    <a:moveTo>
                      <a:pt x="253292" y="103239"/>
                    </a:moveTo>
                    <a:lnTo>
                      <a:pt x="195421" y="212376"/>
                    </a:lnTo>
                    <a:lnTo>
                      <a:pt x="82650" y="189428"/>
                    </a:lnTo>
                    <a:lnTo>
                      <a:pt x="0" y="103239"/>
                    </a:lnTo>
                    <a:lnTo>
                      <a:pt x="82418" y="16649"/>
                    </a:lnTo>
                    <a:lnTo>
                      <a:pt x="192016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490" name="SCHEM_line-0488"/>
              <p:cNvCxnSpPr/>
              <p:nvPr/>
            </p:nvCxnSpPr>
            <p:spPr>
              <a:xfrm>
                <a:off x="6932160" y="5457600"/>
                <a:ext cx="57600" cy="16704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491" name="SCHEM_polygon-0489"/>
              <p:cNvSpPr/>
              <p:nvPr/>
            </p:nvSpPr>
            <p:spPr>
              <a:xfrm>
                <a:off x="7063210" y="5433749"/>
                <a:ext cx="208149" cy="222426"/>
              </a:xfrm>
              <a:custGeom>
                <a:avLst/>
                <a:gdLst/>
                <a:ahLst/>
                <a:cxnLst/>
                <a:rect l="0" t="0" r="r" b="b"/>
                <a:pathLst>
                  <a:path w="208149" h="222426">
                    <a:moveTo>
                      <a:pt x="208149" y="110251"/>
                    </a:moveTo>
                    <a:lnTo>
                      <a:pt x="165554" y="222426"/>
                    </a:lnTo>
                    <a:lnTo>
                      <a:pt x="37706" y="219516"/>
                    </a:lnTo>
                    <a:lnTo>
                      <a:pt x="0" y="110251"/>
                    </a:lnTo>
                    <a:lnTo>
                      <a:pt x="37137" y="0"/>
                    </a:lnTo>
                    <a:lnTo>
                      <a:pt x="159701" y="8214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492" name="SCHEM_line-0490"/>
              <p:cNvCxnSpPr/>
              <p:nvPr/>
            </p:nvCxnSpPr>
            <p:spPr>
              <a:xfrm>
                <a:off x="7140960" y="5457600"/>
                <a:ext cx="57600" cy="16704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493" name="SCHEM_polygon-0491"/>
              <p:cNvSpPr/>
              <p:nvPr/>
            </p:nvSpPr>
            <p:spPr>
              <a:xfrm>
                <a:off x="7256417" y="5437079"/>
                <a:ext cx="238673" cy="193898"/>
              </a:xfrm>
              <a:custGeom>
                <a:avLst/>
                <a:gdLst/>
                <a:ahLst/>
                <a:cxnLst/>
                <a:rect l="0" t="0" r="r" b="b"/>
                <a:pathLst>
                  <a:path w="238673" h="193898">
                    <a:moveTo>
                      <a:pt x="238673" y="106921"/>
                    </a:moveTo>
                    <a:lnTo>
                      <a:pt x="166550" y="193814"/>
                    </a:lnTo>
                    <a:lnTo>
                      <a:pt x="66167" y="193898"/>
                    </a:lnTo>
                    <a:lnTo>
                      <a:pt x="0" y="106921"/>
                    </a:lnTo>
                    <a:lnTo>
                      <a:pt x="69158" y="25126"/>
                    </a:lnTo>
                    <a:lnTo>
                      <a:pt x="178113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494" name="SCHEM_line-0492"/>
              <p:cNvCxnSpPr/>
              <p:nvPr/>
            </p:nvCxnSpPr>
            <p:spPr>
              <a:xfrm>
                <a:off x="7349760" y="5457600"/>
                <a:ext cx="57600" cy="16704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495" name="SCHEM_path-0493"/>
              <p:cNvSpPr/>
              <p:nvPr/>
            </p:nvSpPr>
            <p:spPr>
              <a:xfrm>
                <a:off x="6444000" y="5443200"/>
                <a:ext cx="165600" cy="374400"/>
              </a:xfrm>
              <a:custGeom>
                <a:avLst/>
                <a:gdLst/>
                <a:ahLst/>
                <a:cxnLst/>
                <a:rect l="0" t="0" r="r" b="b"/>
                <a:pathLst>
                  <a:path w="165600" h="374400">
                    <a:moveTo>
                      <a:pt x="0" y="374400"/>
                    </a:moveTo>
                    <a:cubicBezTo>
                      <a:pt x="93600" y="252000"/>
                      <a:pt x="129600" y="115200"/>
                      <a:pt x="165600" y="0"/>
                    </a:cubicBezTo>
                  </a:path>
                </a:pathLst>
              </a:custGeom>
              <a:noFill/>
              <a:ln w="57600" cap="flat">
                <a:solidFill>
                  <a:srgbClr val="292929"/>
                </a:solidFill>
              </a:ln>
              <a:effectLst/>
            </p:spPr>
          </p:sp>
          <p:sp>
            <p:nvSpPr>
              <p:cNvPr id="496" name="SCHEM_path-0494"/>
              <p:cNvSpPr/>
              <p:nvPr/>
            </p:nvSpPr>
            <p:spPr>
              <a:xfrm>
                <a:off x="6444000" y="5443200"/>
                <a:ext cx="165600" cy="374400"/>
              </a:xfrm>
              <a:custGeom>
                <a:avLst/>
                <a:gdLst/>
                <a:ahLst/>
                <a:cxnLst/>
                <a:rect l="0" t="0" r="r" b="b"/>
                <a:pathLst>
                  <a:path w="165600" h="374400">
                    <a:moveTo>
                      <a:pt x="0" y="374400"/>
                    </a:moveTo>
                    <a:cubicBezTo>
                      <a:pt x="93600" y="252000"/>
                      <a:pt x="129600" y="115200"/>
                      <a:pt x="165600" y="0"/>
                    </a:cubicBezTo>
                  </a:path>
                </a:pathLst>
              </a:custGeom>
              <a:noFill/>
              <a:ln w="38880" cap="flat">
                <a:solidFill>
                  <a:srgbClr val="CAD6B5"/>
                </a:solidFill>
              </a:ln>
              <a:effectLst/>
            </p:spPr>
          </p:sp>
          <p:sp>
            <p:nvSpPr>
              <p:cNvPr id="497" name="SCHEM_path-0495"/>
              <p:cNvSpPr/>
              <p:nvPr/>
            </p:nvSpPr>
            <p:spPr>
              <a:xfrm>
                <a:off x="6760800" y="5443200"/>
                <a:ext cx="165600" cy="374400"/>
              </a:xfrm>
              <a:custGeom>
                <a:avLst/>
                <a:gdLst/>
                <a:ahLst/>
                <a:cxnLst/>
                <a:rect l="0" t="0" r="r" b="b"/>
                <a:pathLst>
                  <a:path w="165600" h="374400">
                    <a:moveTo>
                      <a:pt x="0" y="374400"/>
                    </a:moveTo>
                    <a:cubicBezTo>
                      <a:pt x="93600" y="252000"/>
                      <a:pt x="129600" y="115200"/>
                      <a:pt x="165600" y="0"/>
                    </a:cubicBezTo>
                  </a:path>
                </a:pathLst>
              </a:custGeom>
              <a:noFill/>
              <a:ln w="57600" cap="flat">
                <a:solidFill>
                  <a:srgbClr val="292929"/>
                </a:solidFill>
              </a:ln>
              <a:effectLst/>
            </p:spPr>
          </p:sp>
          <p:sp>
            <p:nvSpPr>
              <p:cNvPr id="498" name="SCHEM_path-0496"/>
              <p:cNvSpPr/>
              <p:nvPr/>
            </p:nvSpPr>
            <p:spPr>
              <a:xfrm>
                <a:off x="6760800" y="5443200"/>
                <a:ext cx="165600" cy="374400"/>
              </a:xfrm>
              <a:custGeom>
                <a:avLst/>
                <a:gdLst/>
                <a:ahLst/>
                <a:cxnLst/>
                <a:rect l="0" t="0" r="r" b="b"/>
                <a:pathLst>
                  <a:path w="165600" h="374400">
                    <a:moveTo>
                      <a:pt x="0" y="374400"/>
                    </a:moveTo>
                    <a:cubicBezTo>
                      <a:pt x="93600" y="252000"/>
                      <a:pt x="129600" y="115200"/>
                      <a:pt x="165600" y="0"/>
                    </a:cubicBezTo>
                  </a:path>
                </a:pathLst>
              </a:custGeom>
              <a:noFill/>
              <a:ln w="38880" cap="flat">
                <a:solidFill>
                  <a:srgbClr val="CAD6B5"/>
                </a:solidFill>
              </a:ln>
              <a:effectLst/>
            </p:spPr>
          </p:sp>
          <p:sp>
            <p:nvSpPr>
              <p:cNvPr id="499" name="SCHEM_path-0497"/>
              <p:cNvSpPr/>
              <p:nvPr/>
            </p:nvSpPr>
            <p:spPr>
              <a:xfrm>
                <a:off x="7106400" y="5443200"/>
                <a:ext cx="165600" cy="374400"/>
              </a:xfrm>
              <a:custGeom>
                <a:avLst/>
                <a:gdLst/>
                <a:ahLst/>
                <a:cxnLst/>
                <a:rect l="0" t="0" r="r" b="b"/>
                <a:pathLst>
                  <a:path w="165600" h="374400">
                    <a:moveTo>
                      <a:pt x="0" y="374400"/>
                    </a:moveTo>
                    <a:cubicBezTo>
                      <a:pt x="93600" y="252000"/>
                      <a:pt x="129600" y="115200"/>
                      <a:pt x="165600" y="0"/>
                    </a:cubicBezTo>
                  </a:path>
                </a:pathLst>
              </a:custGeom>
              <a:noFill/>
              <a:ln w="57600" cap="flat">
                <a:solidFill>
                  <a:srgbClr val="292929"/>
                </a:solidFill>
              </a:ln>
              <a:effectLst/>
            </p:spPr>
          </p:sp>
          <p:sp>
            <p:nvSpPr>
              <p:cNvPr id="500" name="SCHEM_path-0498"/>
              <p:cNvSpPr/>
              <p:nvPr/>
            </p:nvSpPr>
            <p:spPr>
              <a:xfrm>
                <a:off x="7106400" y="5443200"/>
                <a:ext cx="165600" cy="374400"/>
              </a:xfrm>
              <a:custGeom>
                <a:avLst/>
                <a:gdLst/>
                <a:ahLst/>
                <a:cxnLst/>
                <a:rect l="0" t="0" r="r" b="b"/>
                <a:pathLst>
                  <a:path w="165600" h="374400">
                    <a:moveTo>
                      <a:pt x="0" y="374400"/>
                    </a:moveTo>
                    <a:cubicBezTo>
                      <a:pt x="93600" y="252000"/>
                      <a:pt x="129600" y="115200"/>
                      <a:pt x="165600" y="0"/>
                    </a:cubicBezTo>
                  </a:path>
                </a:pathLst>
              </a:custGeom>
              <a:noFill/>
              <a:ln w="38880" cap="flat">
                <a:solidFill>
                  <a:srgbClr val="CAD6B5"/>
                </a:solidFill>
              </a:ln>
              <a:effectLst/>
            </p:spPr>
          </p:sp>
          <p:sp>
            <p:nvSpPr>
              <p:cNvPr id="501" name="SCHEM_path-0499"/>
              <p:cNvSpPr/>
              <p:nvPr/>
            </p:nvSpPr>
            <p:spPr>
              <a:xfrm>
                <a:off x="7524000" y="5443200"/>
                <a:ext cx="165600" cy="374400"/>
              </a:xfrm>
              <a:custGeom>
                <a:avLst/>
                <a:gdLst/>
                <a:ahLst/>
                <a:cxnLst/>
                <a:rect l="0" t="0" r="r" b="b"/>
                <a:pathLst>
                  <a:path w="165600" h="374400">
                    <a:moveTo>
                      <a:pt x="0" y="374400"/>
                    </a:moveTo>
                    <a:cubicBezTo>
                      <a:pt x="93600" y="252000"/>
                      <a:pt x="129600" y="115200"/>
                      <a:pt x="165600" y="0"/>
                    </a:cubicBezTo>
                  </a:path>
                </a:pathLst>
              </a:custGeom>
              <a:noFill/>
              <a:ln w="57600" cap="flat">
                <a:solidFill>
                  <a:srgbClr val="292929"/>
                </a:solidFill>
              </a:ln>
              <a:effectLst/>
            </p:spPr>
          </p:sp>
          <p:sp>
            <p:nvSpPr>
              <p:cNvPr id="502" name="SCHEM_path-0500"/>
              <p:cNvSpPr/>
              <p:nvPr/>
            </p:nvSpPr>
            <p:spPr>
              <a:xfrm>
                <a:off x="7524000" y="5443200"/>
                <a:ext cx="165600" cy="374400"/>
              </a:xfrm>
              <a:custGeom>
                <a:avLst/>
                <a:gdLst/>
                <a:ahLst/>
                <a:cxnLst/>
                <a:rect l="0" t="0" r="r" b="b"/>
                <a:pathLst>
                  <a:path w="165600" h="374400">
                    <a:moveTo>
                      <a:pt x="0" y="374400"/>
                    </a:moveTo>
                    <a:cubicBezTo>
                      <a:pt x="93600" y="252000"/>
                      <a:pt x="129600" y="115200"/>
                      <a:pt x="165600" y="0"/>
                    </a:cubicBezTo>
                  </a:path>
                </a:pathLst>
              </a:custGeom>
              <a:noFill/>
              <a:ln w="38880" cap="flat">
                <a:solidFill>
                  <a:srgbClr val="CAD6B5"/>
                </a:solidFill>
              </a:ln>
              <a:effectLst/>
            </p:spPr>
          </p:sp>
        </p:grpSp>
        <p:sp>
          <p:nvSpPr>
            <p:cNvPr id="503" name="SCHEM_text-0501"/>
            <p:cNvSpPr txBox="1"/>
            <p:nvPr/>
          </p:nvSpPr>
          <p:spPr>
            <a:xfrm>
              <a:off x="8596800" y="4852800"/>
              <a:ext cx="2916000" cy="2887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High-salinity limitation</a:t>
              </a:r>
              <a:endParaRPr lang="en-US" sz="1474"/>
            </a:p>
          </p:txBody>
        </p:sp>
        <p:grpSp>
          <p:nvGrpSpPr>
            <p:cNvPr id="504" name="SCHEM_high-salinity"/>
            <p:cNvGrpSpPr/>
            <p:nvPr/>
          </p:nvGrpSpPr>
          <p:grpSpPr>
            <a:xfrm>
              <a:off x="8604000" y="5373093"/>
              <a:ext cx="2131200" cy="595707"/>
              <a:chOff x="8604000" y="5373093"/>
              <a:chExt cx="2131200" cy="595707"/>
            </a:xfrm>
          </p:grpSpPr>
          <p:sp>
            <p:nvSpPr>
              <p:cNvPr id="505" name="SCHEM_path-0503"/>
              <p:cNvSpPr/>
              <p:nvPr/>
            </p:nvSpPr>
            <p:spPr>
              <a:xfrm>
                <a:off x="8604000" y="5673600"/>
                <a:ext cx="2131200" cy="295200"/>
              </a:xfrm>
              <a:custGeom>
                <a:avLst/>
                <a:gdLst/>
                <a:ahLst/>
                <a:cxnLst/>
                <a:rect l="0" t="0" r="r" b="b"/>
                <a:pathLst>
                  <a:path w="2131200" h="295200">
                    <a:moveTo>
                      <a:pt x="0" y="0"/>
                    </a:moveTo>
                    <a:lnTo>
                      <a:pt x="1980000" y="72000"/>
                    </a:lnTo>
                    <a:cubicBezTo>
                      <a:pt x="2131200" y="86400"/>
                      <a:pt x="2109600" y="295200"/>
                      <a:pt x="1980000" y="295200"/>
                    </a:cubicBezTo>
                    <a:lnTo>
                      <a:pt x="0" y="223200"/>
                    </a:lnTo>
                    <a:close/>
                  </a:path>
                </a:pathLst>
              </a:custGeom>
              <a:solidFill>
                <a:srgbClr val="DDE1C5"/>
              </a:solidFill>
              <a:ln w="1296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506" name="SCHEM_line-0504"/>
              <p:cNvCxnSpPr/>
              <p:nvPr/>
            </p:nvCxnSpPr>
            <p:spPr>
              <a:xfrm>
                <a:off x="8604000" y="5702400"/>
                <a:ext cx="273600" cy="2088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07" name="SCHEM_line-0505"/>
              <p:cNvCxnSpPr/>
              <p:nvPr/>
            </p:nvCxnSpPr>
            <p:spPr>
              <a:xfrm>
                <a:off x="8604000" y="5702400"/>
                <a:ext cx="273600" cy="2088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08" name="SCHEM_line-0506"/>
              <p:cNvCxnSpPr/>
              <p:nvPr/>
            </p:nvCxnSpPr>
            <p:spPr>
              <a:xfrm flipV="1">
                <a:off x="8604000" y="5752800"/>
                <a:ext cx="259200" cy="151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09" name="SCHEM_line-0507"/>
              <p:cNvCxnSpPr/>
              <p:nvPr/>
            </p:nvCxnSpPr>
            <p:spPr>
              <a:xfrm flipV="1">
                <a:off x="8604000" y="5752800"/>
                <a:ext cx="259200" cy="151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10" name="SCHEM_line-0508"/>
              <p:cNvCxnSpPr/>
              <p:nvPr/>
            </p:nvCxnSpPr>
            <p:spPr>
              <a:xfrm>
                <a:off x="8755200" y="5702400"/>
                <a:ext cx="273600" cy="2088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11" name="SCHEM_line-0509"/>
              <p:cNvCxnSpPr/>
              <p:nvPr/>
            </p:nvCxnSpPr>
            <p:spPr>
              <a:xfrm>
                <a:off x="8755200" y="5702400"/>
                <a:ext cx="273600" cy="2088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12" name="SCHEM_line-0510"/>
              <p:cNvCxnSpPr/>
              <p:nvPr/>
            </p:nvCxnSpPr>
            <p:spPr>
              <a:xfrm flipV="1">
                <a:off x="8755200" y="5752800"/>
                <a:ext cx="259200" cy="151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13" name="SCHEM_line-0511"/>
              <p:cNvCxnSpPr/>
              <p:nvPr/>
            </p:nvCxnSpPr>
            <p:spPr>
              <a:xfrm flipV="1">
                <a:off x="8755200" y="5752800"/>
                <a:ext cx="259200" cy="151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14" name="SCHEM_line-0512"/>
              <p:cNvCxnSpPr/>
              <p:nvPr/>
            </p:nvCxnSpPr>
            <p:spPr>
              <a:xfrm>
                <a:off x="8906400" y="5702400"/>
                <a:ext cx="273600" cy="2088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15" name="SCHEM_line-0513"/>
              <p:cNvCxnSpPr/>
              <p:nvPr/>
            </p:nvCxnSpPr>
            <p:spPr>
              <a:xfrm>
                <a:off x="8906400" y="5702400"/>
                <a:ext cx="273600" cy="2088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16" name="SCHEM_line-0514"/>
              <p:cNvCxnSpPr/>
              <p:nvPr/>
            </p:nvCxnSpPr>
            <p:spPr>
              <a:xfrm flipV="1">
                <a:off x="8906400" y="5752800"/>
                <a:ext cx="259200" cy="151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17" name="SCHEM_line-0515"/>
              <p:cNvCxnSpPr/>
              <p:nvPr/>
            </p:nvCxnSpPr>
            <p:spPr>
              <a:xfrm flipV="1">
                <a:off x="8906400" y="5752800"/>
                <a:ext cx="259200" cy="151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18" name="SCHEM_line-0516"/>
              <p:cNvCxnSpPr/>
              <p:nvPr/>
            </p:nvCxnSpPr>
            <p:spPr>
              <a:xfrm>
                <a:off x="9057600" y="5702400"/>
                <a:ext cx="273600" cy="2088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19" name="SCHEM_line-0517"/>
              <p:cNvCxnSpPr/>
              <p:nvPr/>
            </p:nvCxnSpPr>
            <p:spPr>
              <a:xfrm>
                <a:off x="9057600" y="5702400"/>
                <a:ext cx="273600" cy="2088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20" name="SCHEM_line-0518"/>
              <p:cNvCxnSpPr/>
              <p:nvPr/>
            </p:nvCxnSpPr>
            <p:spPr>
              <a:xfrm flipV="1">
                <a:off x="9057600" y="5752800"/>
                <a:ext cx="259200" cy="151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21" name="SCHEM_line-0519"/>
              <p:cNvCxnSpPr/>
              <p:nvPr/>
            </p:nvCxnSpPr>
            <p:spPr>
              <a:xfrm flipV="1">
                <a:off x="9057600" y="5752800"/>
                <a:ext cx="259200" cy="151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22" name="SCHEM_line-0520"/>
              <p:cNvCxnSpPr/>
              <p:nvPr/>
            </p:nvCxnSpPr>
            <p:spPr>
              <a:xfrm>
                <a:off x="9208800" y="5702400"/>
                <a:ext cx="273600" cy="2088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23" name="SCHEM_line-0521"/>
              <p:cNvCxnSpPr/>
              <p:nvPr/>
            </p:nvCxnSpPr>
            <p:spPr>
              <a:xfrm>
                <a:off x="9208800" y="5702400"/>
                <a:ext cx="273600" cy="2088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24" name="SCHEM_line-0522"/>
              <p:cNvCxnSpPr/>
              <p:nvPr/>
            </p:nvCxnSpPr>
            <p:spPr>
              <a:xfrm flipV="1">
                <a:off x="9208800" y="5752800"/>
                <a:ext cx="259200" cy="151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25" name="SCHEM_line-0523"/>
              <p:cNvCxnSpPr/>
              <p:nvPr/>
            </p:nvCxnSpPr>
            <p:spPr>
              <a:xfrm flipV="1">
                <a:off x="9208800" y="5752800"/>
                <a:ext cx="259200" cy="151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26" name="SCHEM_line-0524"/>
              <p:cNvCxnSpPr/>
              <p:nvPr/>
            </p:nvCxnSpPr>
            <p:spPr>
              <a:xfrm>
                <a:off x="9360000" y="5702400"/>
                <a:ext cx="273600" cy="2088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27" name="SCHEM_line-0525"/>
              <p:cNvCxnSpPr/>
              <p:nvPr/>
            </p:nvCxnSpPr>
            <p:spPr>
              <a:xfrm>
                <a:off x="9360000" y="5702400"/>
                <a:ext cx="273600" cy="2088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28" name="SCHEM_line-0526"/>
              <p:cNvCxnSpPr/>
              <p:nvPr/>
            </p:nvCxnSpPr>
            <p:spPr>
              <a:xfrm flipV="1">
                <a:off x="9360000" y="5752800"/>
                <a:ext cx="259200" cy="151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29" name="SCHEM_line-0527"/>
              <p:cNvCxnSpPr/>
              <p:nvPr/>
            </p:nvCxnSpPr>
            <p:spPr>
              <a:xfrm flipV="1">
                <a:off x="9360000" y="5752800"/>
                <a:ext cx="259200" cy="151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30" name="SCHEM_line-0528"/>
              <p:cNvCxnSpPr/>
              <p:nvPr/>
            </p:nvCxnSpPr>
            <p:spPr>
              <a:xfrm>
                <a:off x="9511200" y="5702400"/>
                <a:ext cx="273600" cy="2088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31" name="SCHEM_line-0529"/>
              <p:cNvCxnSpPr/>
              <p:nvPr/>
            </p:nvCxnSpPr>
            <p:spPr>
              <a:xfrm>
                <a:off x="9511200" y="5702400"/>
                <a:ext cx="273600" cy="2088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32" name="SCHEM_line-0530"/>
              <p:cNvCxnSpPr/>
              <p:nvPr/>
            </p:nvCxnSpPr>
            <p:spPr>
              <a:xfrm flipV="1">
                <a:off x="9511200" y="5752800"/>
                <a:ext cx="259200" cy="151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33" name="SCHEM_line-0531"/>
              <p:cNvCxnSpPr/>
              <p:nvPr/>
            </p:nvCxnSpPr>
            <p:spPr>
              <a:xfrm flipV="1">
                <a:off x="9511200" y="5752800"/>
                <a:ext cx="259200" cy="151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34" name="SCHEM_line-0532"/>
              <p:cNvCxnSpPr/>
              <p:nvPr/>
            </p:nvCxnSpPr>
            <p:spPr>
              <a:xfrm>
                <a:off x="9662400" y="5702400"/>
                <a:ext cx="273600" cy="2088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35" name="SCHEM_line-0533"/>
              <p:cNvCxnSpPr/>
              <p:nvPr/>
            </p:nvCxnSpPr>
            <p:spPr>
              <a:xfrm>
                <a:off x="9662400" y="5702400"/>
                <a:ext cx="273600" cy="2088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36" name="SCHEM_line-0534"/>
              <p:cNvCxnSpPr/>
              <p:nvPr/>
            </p:nvCxnSpPr>
            <p:spPr>
              <a:xfrm flipV="1">
                <a:off x="9662400" y="5752800"/>
                <a:ext cx="259200" cy="151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37" name="SCHEM_line-0535"/>
              <p:cNvCxnSpPr/>
              <p:nvPr/>
            </p:nvCxnSpPr>
            <p:spPr>
              <a:xfrm flipV="1">
                <a:off x="9662400" y="5752800"/>
                <a:ext cx="259200" cy="151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38" name="SCHEM_line-0536"/>
              <p:cNvCxnSpPr/>
              <p:nvPr/>
            </p:nvCxnSpPr>
            <p:spPr>
              <a:xfrm>
                <a:off x="9813600" y="5702400"/>
                <a:ext cx="273600" cy="2088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39" name="SCHEM_line-0537"/>
              <p:cNvCxnSpPr/>
              <p:nvPr/>
            </p:nvCxnSpPr>
            <p:spPr>
              <a:xfrm>
                <a:off x="9813600" y="5702400"/>
                <a:ext cx="273600" cy="2088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40" name="SCHEM_line-0538"/>
              <p:cNvCxnSpPr/>
              <p:nvPr/>
            </p:nvCxnSpPr>
            <p:spPr>
              <a:xfrm flipV="1">
                <a:off x="9813600" y="5752800"/>
                <a:ext cx="259200" cy="151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41" name="SCHEM_line-0539"/>
              <p:cNvCxnSpPr/>
              <p:nvPr/>
            </p:nvCxnSpPr>
            <p:spPr>
              <a:xfrm flipV="1">
                <a:off x="9813600" y="5752800"/>
                <a:ext cx="259200" cy="151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42" name="SCHEM_line-0540"/>
              <p:cNvCxnSpPr/>
              <p:nvPr/>
            </p:nvCxnSpPr>
            <p:spPr>
              <a:xfrm>
                <a:off x="9964800" y="5702400"/>
                <a:ext cx="273600" cy="2088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43" name="SCHEM_line-0541"/>
              <p:cNvCxnSpPr/>
              <p:nvPr/>
            </p:nvCxnSpPr>
            <p:spPr>
              <a:xfrm>
                <a:off x="9964800" y="5702400"/>
                <a:ext cx="273600" cy="2088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44" name="SCHEM_line-0542"/>
              <p:cNvCxnSpPr/>
              <p:nvPr/>
            </p:nvCxnSpPr>
            <p:spPr>
              <a:xfrm flipV="1">
                <a:off x="9964800" y="5752800"/>
                <a:ext cx="259200" cy="151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45" name="SCHEM_line-0543"/>
              <p:cNvCxnSpPr/>
              <p:nvPr/>
            </p:nvCxnSpPr>
            <p:spPr>
              <a:xfrm flipV="1">
                <a:off x="9964800" y="5752800"/>
                <a:ext cx="259200" cy="151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46" name="SCHEM_line-0544"/>
              <p:cNvCxnSpPr/>
              <p:nvPr/>
            </p:nvCxnSpPr>
            <p:spPr>
              <a:xfrm>
                <a:off x="10116000" y="5702400"/>
                <a:ext cx="273600" cy="2088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47" name="SCHEM_line-0545"/>
              <p:cNvCxnSpPr/>
              <p:nvPr/>
            </p:nvCxnSpPr>
            <p:spPr>
              <a:xfrm>
                <a:off x="10116000" y="5702400"/>
                <a:ext cx="273600" cy="2088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48" name="SCHEM_line-0546"/>
              <p:cNvCxnSpPr/>
              <p:nvPr/>
            </p:nvCxnSpPr>
            <p:spPr>
              <a:xfrm flipV="1">
                <a:off x="10116000" y="5752800"/>
                <a:ext cx="259200" cy="151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49" name="SCHEM_line-0547"/>
              <p:cNvCxnSpPr/>
              <p:nvPr/>
            </p:nvCxnSpPr>
            <p:spPr>
              <a:xfrm flipV="1">
                <a:off x="10116000" y="5752800"/>
                <a:ext cx="259200" cy="151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50" name="SCHEM_line-0548"/>
              <p:cNvCxnSpPr/>
              <p:nvPr/>
            </p:nvCxnSpPr>
            <p:spPr>
              <a:xfrm>
                <a:off x="10267200" y="5702400"/>
                <a:ext cx="273600" cy="2088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51" name="SCHEM_line-0549"/>
              <p:cNvCxnSpPr/>
              <p:nvPr/>
            </p:nvCxnSpPr>
            <p:spPr>
              <a:xfrm>
                <a:off x="10267200" y="5702400"/>
                <a:ext cx="273600" cy="2088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52" name="SCHEM_line-0550"/>
              <p:cNvCxnSpPr/>
              <p:nvPr/>
            </p:nvCxnSpPr>
            <p:spPr>
              <a:xfrm flipV="1">
                <a:off x="10267200" y="5752800"/>
                <a:ext cx="259200" cy="151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53" name="SCHEM_line-0551"/>
              <p:cNvCxnSpPr/>
              <p:nvPr/>
            </p:nvCxnSpPr>
            <p:spPr>
              <a:xfrm flipV="1">
                <a:off x="10267200" y="5752800"/>
                <a:ext cx="259200" cy="151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54" name="SCHEM_line-0552"/>
              <p:cNvCxnSpPr/>
              <p:nvPr/>
            </p:nvCxnSpPr>
            <p:spPr>
              <a:xfrm>
                <a:off x="10418400" y="5702400"/>
                <a:ext cx="273600" cy="2088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55" name="SCHEM_line-0553"/>
              <p:cNvCxnSpPr/>
              <p:nvPr/>
            </p:nvCxnSpPr>
            <p:spPr>
              <a:xfrm>
                <a:off x="10418400" y="5702400"/>
                <a:ext cx="273600" cy="2088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cxnSp>
            <p:nvCxnSpPr>
              <p:cNvPr id="556" name="SCHEM_line-0554"/>
              <p:cNvCxnSpPr/>
              <p:nvPr/>
            </p:nvCxnSpPr>
            <p:spPr>
              <a:xfrm flipV="1">
                <a:off x="10418400" y="5752800"/>
                <a:ext cx="259200" cy="151200"/>
              </a:xfrm>
              <a:prstGeom prst="line">
                <a:avLst/>
              </a:prstGeom>
              <a:noFill/>
              <a:ln w="36000" cap="flat">
                <a:solidFill>
                  <a:srgbClr val="445D61"/>
                </a:solidFill>
              </a:ln>
              <a:effectLst/>
            </p:spPr>
          </p:cxnSp>
          <p:cxnSp>
            <p:nvCxnSpPr>
              <p:cNvPr id="557" name="SCHEM_line-0555"/>
              <p:cNvCxnSpPr/>
              <p:nvPr/>
            </p:nvCxnSpPr>
            <p:spPr>
              <a:xfrm flipV="1">
                <a:off x="10418400" y="5752800"/>
                <a:ext cx="259200" cy="151200"/>
              </a:xfrm>
              <a:prstGeom prst="line">
                <a:avLst/>
              </a:prstGeom>
              <a:noFill/>
              <a:ln w="18720" cap="flat">
                <a:solidFill>
                  <a:srgbClr val="E5E6C9"/>
                </a:solidFill>
              </a:ln>
              <a:effectLst/>
            </p:spPr>
          </p:cxnSp>
          <p:sp>
            <p:nvSpPr>
              <p:cNvPr id="558" name="SCHEM_path-0556"/>
              <p:cNvSpPr/>
              <p:nvPr/>
            </p:nvSpPr>
            <p:spPr>
              <a:xfrm>
                <a:off x="8604000" y="5544000"/>
                <a:ext cx="2109600" cy="252000"/>
              </a:xfrm>
              <a:custGeom>
                <a:avLst/>
                <a:gdLst/>
                <a:ahLst/>
                <a:cxnLst/>
                <a:rect l="0" t="0" r="r" b="b"/>
                <a:pathLst>
                  <a:path w="2109600" h="252000">
                    <a:moveTo>
                      <a:pt x="0" y="0"/>
                    </a:moveTo>
                    <a:cubicBezTo>
                      <a:pt x="288000" y="43200"/>
                      <a:pt x="648000" y="21600"/>
                      <a:pt x="1994400" y="151200"/>
                    </a:cubicBezTo>
                    <a:cubicBezTo>
                      <a:pt x="2109600" y="180000"/>
                      <a:pt x="2059200" y="252000"/>
                      <a:pt x="1915200" y="216000"/>
                    </a:cubicBezTo>
                    <a:lnTo>
                      <a:pt x="0" y="122400"/>
                    </a:lnTo>
                    <a:close/>
                  </a:path>
                </a:pathLst>
              </a:custGeom>
              <a:solidFill>
                <a:srgbClr val="95CCE5"/>
              </a:solidFill>
              <a:ln w="10800" cap="flat">
                <a:solidFill>
                  <a:srgbClr val="3189B0"/>
                </a:solidFill>
              </a:ln>
              <a:effectLst/>
            </p:spPr>
          </p:sp>
          <p:sp>
            <p:nvSpPr>
              <p:cNvPr id="559" name="SCHEM_path-0557"/>
              <p:cNvSpPr/>
              <p:nvPr/>
            </p:nvSpPr>
            <p:spPr>
              <a:xfrm>
                <a:off x="8640000" y="5594400"/>
                <a:ext cx="1872000" cy="122400"/>
              </a:xfrm>
              <a:custGeom>
                <a:avLst/>
                <a:gdLst/>
                <a:ahLst/>
                <a:cxnLst/>
                <a:rect l="0" t="0" r="r" b="b"/>
                <a:pathLst>
                  <a:path w="1872000" h="122400">
                    <a:moveTo>
                      <a:pt x="0" y="0"/>
                    </a:moveTo>
                    <a:cubicBezTo>
                      <a:pt x="540000" y="36000"/>
                      <a:pt x="1476000" y="28800"/>
                      <a:pt x="1872000" y="122400"/>
                    </a:cubicBezTo>
                  </a:path>
                </a:pathLst>
              </a:custGeom>
              <a:noFill/>
              <a:ln w="14400" cap="flat">
                <a:solidFill>
                  <a:srgbClr val="E9F9FF"/>
                </a:solidFill>
              </a:ln>
              <a:effectLst/>
            </p:spPr>
          </p:sp>
          <p:sp>
            <p:nvSpPr>
              <p:cNvPr id="560" name="SCHEM_polygon-0558"/>
              <p:cNvSpPr/>
              <p:nvPr/>
            </p:nvSpPr>
            <p:spPr>
              <a:xfrm>
                <a:off x="8789963" y="5473866"/>
                <a:ext cx="205408" cy="182761"/>
              </a:xfrm>
              <a:custGeom>
                <a:avLst/>
                <a:gdLst/>
                <a:ahLst/>
                <a:cxnLst/>
                <a:rect l="0" t="0" r="r" b="b"/>
                <a:pathLst>
                  <a:path w="205408" h="182761">
                    <a:moveTo>
                      <a:pt x="205408" y="98934"/>
                    </a:moveTo>
                    <a:lnTo>
                      <a:pt x="138510" y="174577"/>
                    </a:lnTo>
                    <a:lnTo>
                      <a:pt x="46439" y="182761"/>
                    </a:lnTo>
                    <a:lnTo>
                      <a:pt x="0" y="98934"/>
                    </a:lnTo>
                    <a:lnTo>
                      <a:pt x="37718" y="0"/>
                    </a:lnTo>
                    <a:lnTo>
                      <a:pt x="150827" y="1957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561" name="SCHEM_line-0559"/>
              <p:cNvCxnSpPr/>
              <p:nvPr/>
            </p:nvCxnSpPr>
            <p:spPr>
              <a:xfrm>
                <a:off x="8863200" y="54918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562" name="SCHEM_polygon-0560"/>
              <p:cNvSpPr/>
              <p:nvPr/>
            </p:nvSpPr>
            <p:spPr>
              <a:xfrm>
                <a:off x="8982516" y="5472018"/>
                <a:ext cx="191741" cy="198398"/>
              </a:xfrm>
              <a:custGeom>
                <a:avLst/>
                <a:gdLst/>
                <a:ahLst/>
                <a:cxnLst/>
                <a:rect l="0" t="0" r="r" b="b"/>
                <a:pathLst>
                  <a:path w="191741" h="198398">
                    <a:moveTo>
                      <a:pt x="191741" y="100782"/>
                    </a:moveTo>
                    <a:lnTo>
                      <a:pt x="160242" y="198398"/>
                    </a:lnTo>
                    <a:lnTo>
                      <a:pt x="57963" y="180319"/>
                    </a:lnTo>
                    <a:lnTo>
                      <a:pt x="0" y="100782"/>
                    </a:lnTo>
                    <a:lnTo>
                      <a:pt x="47990" y="3971"/>
                    </a:lnTo>
                    <a:lnTo>
                      <a:pt x="162070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563" name="SCHEM_line-0561"/>
              <p:cNvCxnSpPr/>
              <p:nvPr/>
            </p:nvCxnSpPr>
            <p:spPr>
              <a:xfrm>
                <a:off x="9064800" y="54918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564" name="SCHEM_polygon-0562"/>
              <p:cNvSpPr/>
              <p:nvPr/>
            </p:nvSpPr>
            <p:spPr>
              <a:xfrm>
                <a:off x="9194922" y="5490605"/>
                <a:ext cx="194921" cy="185239"/>
              </a:xfrm>
              <a:custGeom>
                <a:avLst/>
                <a:gdLst/>
                <a:ahLst/>
                <a:cxnLst/>
                <a:rect l="0" t="0" r="r" b="b"/>
                <a:pathLst>
                  <a:path w="194921" h="185239">
                    <a:moveTo>
                      <a:pt x="194921" y="82195"/>
                    </a:moveTo>
                    <a:lnTo>
                      <a:pt x="146521" y="174762"/>
                    </a:lnTo>
                    <a:lnTo>
                      <a:pt x="33585" y="185239"/>
                    </a:lnTo>
                    <a:lnTo>
                      <a:pt x="0" y="82195"/>
                    </a:lnTo>
                    <a:lnTo>
                      <a:pt x="45622" y="0"/>
                    </a:lnTo>
                    <a:lnTo>
                      <a:pt x="136828" y="6418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565" name="SCHEM_line-0563"/>
              <p:cNvCxnSpPr/>
              <p:nvPr/>
            </p:nvCxnSpPr>
            <p:spPr>
              <a:xfrm>
                <a:off x="9266400" y="54918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566" name="SCHEM_polygon-0564"/>
              <p:cNvSpPr/>
              <p:nvPr/>
            </p:nvSpPr>
            <p:spPr>
              <a:xfrm>
                <a:off x="9390396" y="5387608"/>
                <a:ext cx="195881" cy="167993"/>
              </a:xfrm>
              <a:custGeom>
                <a:avLst/>
                <a:gdLst/>
                <a:ahLst/>
                <a:cxnLst/>
                <a:rect l="0" t="0" r="r" b="b"/>
                <a:pathLst>
                  <a:path w="195881" h="167993">
                    <a:moveTo>
                      <a:pt x="195881" y="77192"/>
                    </a:moveTo>
                    <a:lnTo>
                      <a:pt x="151628" y="167993"/>
                    </a:lnTo>
                    <a:lnTo>
                      <a:pt x="54457" y="154697"/>
                    </a:lnTo>
                    <a:lnTo>
                      <a:pt x="0" y="77192"/>
                    </a:lnTo>
                    <a:lnTo>
                      <a:pt x="54637" y="0"/>
                    </a:lnTo>
                    <a:lnTo>
                      <a:pt x="142613" y="2007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567" name="SCHEM_line-0565"/>
              <p:cNvCxnSpPr/>
              <p:nvPr/>
            </p:nvCxnSpPr>
            <p:spPr>
              <a:xfrm>
                <a:off x="9468000" y="53838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568" name="SCHEM_polygon-0566"/>
              <p:cNvSpPr/>
              <p:nvPr/>
            </p:nvSpPr>
            <p:spPr>
              <a:xfrm>
                <a:off x="9572300" y="5373093"/>
                <a:ext cx="238876" cy="185801"/>
              </a:xfrm>
              <a:custGeom>
                <a:avLst/>
                <a:gdLst/>
                <a:ahLst/>
                <a:cxnLst/>
                <a:rect l="0" t="0" r="r" b="b"/>
                <a:pathLst>
                  <a:path w="238876" h="185801">
                    <a:moveTo>
                      <a:pt x="238876" y="91707"/>
                    </a:moveTo>
                    <a:lnTo>
                      <a:pt x="169660" y="179626"/>
                    </a:lnTo>
                    <a:lnTo>
                      <a:pt x="64575" y="185801"/>
                    </a:lnTo>
                    <a:lnTo>
                      <a:pt x="0" y="91707"/>
                    </a:lnTo>
                    <a:lnTo>
                      <a:pt x="71381" y="9401"/>
                    </a:lnTo>
                    <a:lnTo>
                      <a:pt x="171847" y="0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569" name="SCHEM_line-0567"/>
              <p:cNvCxnSpPr/>
              <p:nvPr/>
            </p:nvCxnSpPr>
            <p:spPr>
              <a:xfrm>
                <a:off x="9669600" y="53838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570" name="SCHEM_polygon-0568"/>
              <p:cNvSpPr/>
              <p:nvPr/>
            </p:nvSpPr>
            <p:spPr>
              <a:xfrm>
                <a:off x="9793417" y="5481200"/>
                <a:ext cx="199083" cy="181276"/>
              </a:xfrm>
              <a:custGeom>
                <a:avLst/>
                <a:gdLst/>
                <a:ahLst/>
                <a:cxnLst/>
                <a:rect l="0" t="0" r="r" b="b"/>
                <a:pathLst>
                  <a:path w="199083" h="181276">
                    <a:moveTo>
                      <a:pt x="199083" y="91600"/>
                    </a:moveTo>
                    <a:lnTo>
                      <a:pt x="150714" y="180507"/>
                    </a:lnTo>
                    <a:lnTo>
                      <a:pt x="47609" y="181276"/>
                    </a:lnTo>
                    <a:lnTo>
                      <a:pt x="0" y="91600"/>
                    </a:lnTo>
                    <a:lnTo>
                      <a:pt x="46498" y="0"/>
                    </a:lnTo>
                    <a:lnTo>
                      <a:pt x="150000" y="3929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571" name="SCHEM_line-0569"/>
              <p:cNvCxnSpPr/>
              <p:nvPr/>
            </p:nvCxnSpPr>
            <p:spPr>
              <a:xfrm>
                <a:off x="9871200" y="54918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572" name="SCHEM_polygon-0570"/>
              <p:cNvSpPr/>
              <p:nvPr/>
            </p:nvSpPr>
            <p:spPr>
              <a:xfrm>
                <a:off x="9996575" y="5467259"/>
                <a:ext cx="204945" cy="203659"/>
              </a:xfrm>
              <a:custGeom>
                <a:avLst/>
                <a:gdLst/>
                <a:ahLst/>
                <a:cxnLst/>
                <a:rect l="0" t="0" r="r" b="b"/>
                <a:pathLst>
                  <a:path w="204945" h="203659">
                    <a:moveTo>
                      <a:pt x="204945" y="105541"/>
                    </a:moveTo>
                    <a:lnTo>
                      <a:pt x="143518" y="184684"/>
                    </a:lnTo>
                    <a:lnTo>
                      <a:pt x="41177" y="203659"/>
                    </a:lnTo>
                    <a:lnTo>
                      <a:pt x="0" y="105541"/>
                    </a:lnTo>
                    <a:lnTo>
                      <a:pt x="36891" y="0"/>
                    </a:lnTo>
                    <a:lnTo>
                      <a:pt x="144667" y="24408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573" name="SCHEM_line-0571"/>
              <p:cNvCxnSpPr/>
              <p:nvPr/>
            </p:nvCxnSpPr>
            <p:spPr>
              <a:xfrm>
                <a:off x="10072800" y="54918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  <p:sp>
            <p:nvSpPr>
              <p:cNvPr id="574" name="SCHEM_polygon-0572"/>
              <p:cNvSpPr/>
              <p:nvPr/>
            </p:nvSpPr>
            <p:spPr>
              <a:xfrm>
                <a:off x="10181170" y="5481238"/>
                <a:ext cx="203758" cy="179914"/>
              </a:xfrm>
              <a:custGeom>
                <a:avLst/>
                <a:gdLst/>
                <a:ahLst/>
                <a:cxnLst/>
                <a:rect l="0" t="0" r="r" b="b"/>
                <a:pathLst>
                  <a:path w="203758" h="179914">
                    <a:moveTo>
                      <a:pt x="203758" y="91562"/>
                    </a:moveTo>
                    <a:lnTo>
                      <a:pt x="165840" y="179914"/>
                    </a:lnTo>
                    <a:lnTo>
                      <a:pt x="69541" y="170004"/>
                    </a:lnTo>
                    <a:lnTo>
                      <a:pt x="0" y="91562"/>
                    </a:lnTo>
                    <a:lnTo>
                      <a:pt x="61967" y="0"/>
                    </a:lnTo>
                    <a:lnTo>
                      <a:pt x="158969" y="15111"/>
                    </a:lnTo>
                    <a:close/>
                  </a:path>
                </a:pathLst>
              </a:custGeom>
              <a:solidFill>
                <a:srgbClr val="FFFDF9"/>
              </a:solidFill>
              <a:ln w="12240" cap="flat">
                <a:solidFill>
                  <a:srgbClr val="B76360"/>
                </a:solidFill>
              </a:ln>
              <a:effectLst/>
            </p:spPr>
          </p:sp>
          <p:cxnSp>
            <p:nvCxnSpPr>
              <p:cNvPr id="575" name="SCHEM_line-0573"/>
              <p:cNvCxnSpPr/>
              <p:nvPr/>
            </p:nvCxnSpPr>
            <p:spPr>
              <a:xfrm>
                <a:off x="10274400" y="5491800"/>
                <a:ext cx="54000" cy="156600"/>
              </a:xfrm>
              <a:prstGeom prst="line">
                <a:avLst/>
              </a:prstGeom>
              <a:noFill/>
              <a:ln w="5760" cap="flat">
                <a:solidFill>
                  <a:srgbClr val="E2B9B0"/>
                </a:solidFill>
              </a:ln>
              <a:effectLst/>
            </p:spPr>
          </p:cxnSp>
        </p:grpSp>
        <p:sp>
          <p:nvSpPr>
            <p:cNvPr id="576" name="SCHEM_text-0574"/>
            <p:cNvSpPr txBox="1"/>
            <p:nvPr/>
          </p:nvSpPr>
          <p:spPr>
            <a:xfrm>
              <a:off x="9936000" y="5155200"/>
              <a:ext cx="1569600" cy="3664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96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Central salt patch</a:t>
              </a:r>
              <a:endParaRPr lang="en-US" sz="964"/>
            </a:p>
            <a:p>
              <a:pPr algn="l">
                <a:buNone/>
              </a:pPr>
              <a:r>
                <a:rPr lang="en-US" sz="96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can form at high salinity</a:t>
              </a:r>
              <a:endParaRPr lang="en-US" sz="964"/>
            </a:p>
          </p:txBody>
        </p:sp>
        <p:cxnSp>
          <p:nvCxnSpPr>
            <p:cNvPr id="577" name="SCHEM_line-0575"/>
            <p:cNvCxnSpPr/>
            <p:nvPr/>
          </p:nvCxnSpPr>
          <p:spPr>
            <a:xfrm flipH="1">
              <a:off x="9770400" y="5385600"/>
              <a:ext cx="216000" cy="1800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578" name="SCHEM_ellipse-0576"/>
            <p:cNvSpPr/>
            <p:nvPr/>
          </p:nvSpPr>
          <p:spPr>
            <a:xfrm>
              <a:off x="9748800" y="55440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579" name="SCHEM_text-0577"/>
            <p:cNvSpPr txBox="1"/>
            <p:nvPr/>
          </p:nvSpPr>
          <p:spPr>
            <a:xfrm>
              <a:off x="8812800" y="6033600"/>
              <a:ext cx="25200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Peeling limited at high salinity</a:t>
              </a:r>
              <a:endParaRPr lang="en-US" sz="1191"/>
            </a:p>
          </p:txBody>
        </p:sp>
        <p:sp>
          <p:nvSpPr>
            <p:cNvPr id="580" name="SCHEM_text-0578"/>
            <p:cNvSpPr txBox="1"/>
            <p:nvPr/>
          </p:nvSpPr>
          <p:spPr>
            <a:xfrm>
              <a:off x="3038400" y="6264000"/>
              <a:ext cx="8388000" cy="2109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020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Nature Communications (2024) | doi:10.1038/s41467-024-45108-2 | Conceptual; not to scale</a:t>
              </a:r>
              <a:endParaRPr lang="en-US" sz="102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  <p:grpSp>
        <p:nvGrpSpPr>
          <p:cNvPr id="2" name="SCHEM_figure"/>
          <p:cNvGrpSpPr/>
          <p:nvPr/>
        </p:nvGrpSpPr>
        <p:grpSpPr>
          <a:xfrm>
            <a:off x="122400" y="57600"/>
            <a:ext cx="11383200" cy="6417720"/>
            <a:chOff x="122400" y="57600"/>
            <a:chExt cx="11383200" cy="6417720"/>
          </a:xfrm>
        </p:grpSpPr>
        <p:grpSp>
          <p:nvGrpSpPr>
            <p:cNvPr id="3" name="SCHEM_liquid-flow-cycle"/>
            <p:cNvGrpSpPr/>
            <p:nvPr/>
          </p:nvGrpSpPr>
          <p:grpSpPr>
            <a:xfrm>
              <a:off x="1058400" y="612000"/>
              <a:ext cx="7437600" cy="5256000"/>
              <a:chOff x="1058400" y="612000"/>
              <a:chExt cx="7437600" cy="5256000"/>
            </a:xfrm>
          </p:grpSpPr>
          <p:sp>
            <p:nvSpPr>
              <p:cNvPr id="4" name="SCHEM_path-0002"/>
              <p:cNvSpPr/>
              <p:nvPr/>
            </p:nvSpPr>
            <p:spPr>
              <a:xfrm>
                <a:off x="2966400" y="1483200"/>
                <a:ext cx="2793600" cy="1519200"/>
              </a:xfrm>
              <a:custGeom>
                <a:avLst/>
                <a:gdLst/>
                <a:ahLst/>
                <a:cxnLst/>
                <a:rect l="0" t="0" r="r" b="b"/>
                <a:pathLst>
                  <a:path w="2793600" h="1519200">
                    <a:moveTo>
                      <a:pt x="0" y="0"/>
                    </a:moveTo>
                    <a:lnTo>
                      <a:pt x="2692800" y="0"/>
                    </a:lnTo>
                    <a:cubicBezTo>
                      <a:pt x="2779200" y="0"/>
                      <a:pt x="2793600" y="57600"/>
                      <a:pt x="2793600" y="144000"/>
                    </a:cubicBezTo>
                    <a:lnTo>
                      <a:pt x="2793600" y="1519200"/>
                    </a:lnTo>
                  </a:path>
                </a:pathLst>
              </a:custGeom>
              <a:noFill/>
              <a:ln w="79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5" name="SCHEM_path-0003"/>
              <p:cNvSpPr/>
              <p:nvPr/>
            </p:nvSpPr>
            <p:spPr>
              <a:xfrm>
                <a:off x="2966400" y="1483200"/>
                <a:ext cx="2793600" cy="1519200"/>
              </a:xfrm>
              <a:custGeom>
                <a:avLst/>
                <a:gdLst/>
                <a:ahLst/>
                <a:cxnLst/>
                <a:rect l="0" t="0" r="r" b="b"/>
                <a:pathLst>
                  <a:path w="2793600" h="1519200">
                    <a:moveTo>
                      <a:pt x="0" y="0"/>
                    </a:moveTo>
                    <a:lnTo>
                      <a:pt x="2692800" y="0"/>
                    </a:lnTo>
                    <a:cubicBezTo>
                      <a:pt x="2779200" y="0"/>
                      <a:pt x="2793600" y="57600"/>
                      <a:pt x="2793600" y="144000"/>
                    </a:cubicBezTo>
                    <a:lnTo>
                      <a:pt x="2793600" y="1519200"/>
                    </a:lnTo>
                  </a:path>
                </a:pathLst>
              </a:custGeom>
              <a:noFill/>
              <a:ln w="64800" cap="flat">
                <a:solidFill>
                  <a:srgbClr val="B2C991"/>
                </a:solidFill>
              </a:ln>
              <a:effectLst/>
            </p:spPr>
          </p:sp>
          <p:sp>
            <p:nvSpPr>
              <p:cNvPr id="6" name="SCHEM_path-0004"/>
              <p:cNvSpPr/>
              <p:nvPr/>
            </p:nvSpPr>
            <p:spPr>
              <a:xfrm>
                <a:off x="1288800" y="1785600"/>
                <a:ext cx="1828800" cy="1699200"/>
              </a:xfrm>
              <a:custGeom>
                <a:avLst/>
                <a:gdLst/>
                <a:ahLst/>
                <a:cxnLst/>
                <a:rect l="0" t="0" r="r" b="b"/>
                <a:pathLst>
                  <a:path w="1828800" h="1699200">
                    <a:moveTo>
                      <a:pt x="1828800" y="1699200"/>
                    </a:moveTo>
                    <a:lnTo>
                      <a:pt x="93600" y="1699200"/>
                    </a:lnTo>
                    <a:cubicBezTo>
                      <a:pt x="7200" y="1699200"/>
                      <a:pt x="0" y="1663200"/>
                      <a:pt x="0" y="1584000"/>
                    </a:cubicBezTo>
                    <a:lnTo>
                      <a:pt x="0" y="0"/>
                    </a:lnTo>
                  </a:path>
                </a:pathLst>
              </a:custGeom>
              <a:noFill/>
              <a:ln w="79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7" name="SCHEM_path-0005"/>
              <p:cNvSpPr/>
              <p:nvPr/>
            </p:nvSpPr>
            <p:spPr>
              <a:xfrm>
                <a:off x="1288800" y="1785600"/>
                <a:ext cx="1828800" cy="1699200"/>
              </a:xfrm>
              <a:custGeom>
                <a:avLst/>
                <a:gdLst/>
                <a:ahLst/>
                <a:cxnLst/>
                <a:rect l="0" t="0" r="r" b="b"/>
                <a:pathLst>
                  <a:path w="1828800" h="1699200">
                    <a:moveTo>
                      <a:pt x="1828800" y="1699200"/>
                    </a:moveTo>
                    <a:lnTo>
                      <a:pt x="93600" y="1699200"/>
                    </a:lnTo>
                    <a:cubicBezTo>
                      <a:pt x="7200" y="1699200"/>
                      <a:pt x="0" y="1663200"/>
                      <a:pt x="0" y="1584000"/>
                    </a:cubicBezTo>
                    <a:lnTo>
                      <a:pt x="0" y="0"/>
                    </a:lnTo>
                  </a:path>
                </a:pathLst>
              </a:custGeom>
              <a:noFill/>
              <a:ln w="64800" cap="flat">
                <a:solidFill>
                  <a:srgbClr val="80C4E9"/>
                </a:solidFill>
              </a:ln>
              <a:effectLst/>
            </p:spPr>
          </p:sp>
          <p:sp>
            <p:nvSpPr>
              <p:cNvPr id="8" name="SCHEM_path-0006"/>
              <p:cNvSpPr/>
              <p:nvPr/>
            </p:nvSpPr>
            <p:spPr>
              <a:xfrm>
                <a:off x="5882400" y="3240000"/>
                <a:ext cx="1368000" cy="964800"/>
              </a:xfrm>
              <a:custGeom>
                <a:avLst/>
                <a:gdLst/>
                <a:ahLst/>
                <a:cxnLst/>
                <a:rect l="0" t="0" r="r" b="b"/>
                <a:pathLst>
                  <a:path w="1368000" h="964800">
                    <a:moveTo>
                      <a:pt x="0" y="0"/>
                    </a:moveTo>
                    <a:lnTo>
                      <a:pt x="1245600" y="0"/>
                    </a:lnTo>
                    <a:cubicBezTo>
                      <a:pt x="1339200" y="0"/>
                      <a:pt x="1368000" y="64800"/>
                      <a:pt x="1368000" y="136800"/>
                    </a:cubicBezTo>
                    <a:lnTo>
                      <a:pt x="1368000" y="964800"/>
                    </a:lnTo>
                  </a:path>
                </a:pathLst>
              </a:custGeom>
              <a:noFill/>
              <a:ln w="79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" name="SCHEM_path-0007"/>
              <p:cNvSpPr/>
              <p:nvPr/>
            </p:nvSpPr>
            <p:spPr>
              <a:xfrm>
                <a:off x="5882400" y="3240000"/>
                <a:ext cx="1368000" cy="964800"/>
              </a:xfrm>
              <a:custGeom>
                <a:avLst/>
                <a:gdLst/>
                <a:ahLst/>
                <a:cxnLst/>
                <a:rect l="0" t="0" r="r" b="b"/>
                <a:pathLst>
                  <a:path w="1368000" h="964800">
                    <a:moveTo>
                      <a:pt x="0" y="0"/>
                    </a:moveTo>
                    <a:lnTo>
                      <a:pt x="1245600" y="0"/>
                    </a:lnTo>
                    <a:cubicBezTo>
                      <a:pt x="1339200" y="0"/>
                      <a:pt x="1368000" y="64800"/>
                      <a:pt x="1368000" y="136800"/>
                    </a:cubicBezTo>
                    <a:lnTo>
                      <a:pt x="1368000" y="964800"/>
                    </a:lnTo>
                  </a:path>
                </a:pathLst>
              </a:custGeom>
              <a:noFill/>
              <a:ln w="64800" cap="flat">
                <a:solidFill>
                  <a:srgbClr val="EAA8A0"/>
                </a:solidFill>
              </a:ln>
              <a:effectLst/>
            </p:spPr>
          </p:sp>
          <p:sp>
            <p:nvSpPr>
              <p:cNvPr id="10" name="SCHEM_path-0008"/>
              <p:cNvSpPr/>
              <p:nvPr/>
            </p:nvSpPr>
            <p:spPr>
              <a:xfrm>
                <a:off x="3484800" y="4874400"/>
                <a:ext cx="3664800" cy="842400"/>
              </a:xfrm>
              <a:custGeom>
                <a:avLst/>
                <a:gdLst/>
                <a:ahLst/>
                <a:cxnLst/>
                <a:rect l="0" t="0" r="r" b="b"/>
                <a:pathLst>
                  <a:path w="3664800" h="842400">
                    <a:moveTo>
                      <a:pt x="3664800" y="532800"/>
                    </a:moveTo>
                    <a:lnTo>
                      <a:pt x="3664800" y="720000"/>
                    </a:lnTo>
                    <a:cubicBezTo>
                      <a:pt x="3664800" y="806400"/>
                      <a:pt x="3628800" y="842400"/>
                      <a:pt x="3542400" y="842400"/>
                    </a:cubicBezTo>
                    <a:lnTo>
                      <a:pt x="0" y="842400"/>
                    </a:lnTo>
                    <a:lnTo>
                      <a:pt x="0" y="0"/>
                    </a:lnTo>
                  </a:path>
                </a:pathLst>
              </a:custGeom>
              <a:noFill/>
              <a:ln w="79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1" name="SCHEM_path-0009"/>
              <p:cNvSpPr/>
              <p:nvPr/>
            </p:nvSpPr>
            <p:spPr>
              <a:xfrm>
                <a:off x="3484800" y="4874400"/>
                <a:ext cx="3664800" cy="842400"/>
              </a:xfrm>
              <a:custGeom>
                <a:avLst/>
                <a:gdLst/>
                <a:ahLst/>
                <a:cxnLst/>
                <a:rect l="0" t="0" r="r" b="b"/>
                <a:pathLst>
                  <a:path w="3664800" h="842400">
                    <a:moveTo>
                      <a:pt x="3664800" y="532800"/>
                    </a:moveTo>
                    <a:lnTo>
                      <a:pt x="3664800" y="720000"/>
                    </a:lnTo>
                    <a:cubicBezTo>
                      <a:pt x="3664800" y="806400"/>
                      <a:pt x="3628800" y="842400"/>
                      <a:pt x="3542400" y="842400"/>
                    </a:cubicBezTo>
                    <a:lnTo>
                      <a:pt x="0" y="842400"/>
                    </a:lnTo>
                    <a:lnTo>
                      <a:pt x="0" y="0"/>
                    </a:lnTo>
                  </a:path>
                </a:pathLst>
              </a:custGeom>
              <a:noFill/>
              <a:ln w="64800" cap="flat">
                <a:solidFill>
                  <a:srgbClr val="EAA8A0"/>
                </a:solidFill>
              </a:ln>
              <a:effectLst/>
            </p:spPr>
          </p:sp>
          <p:sp>
            <p:nvSpPr>
              <p:cNvPr id="12" name="SCHEM_path-0010"/>
              <p:cNvSpPr/>
              <p:nvPr/>
            </p:nvSpPr>
            <p:spPr>
              <a:xfrm>
                <a:off x="3484800" y="4874400"/>
                <a:ext cx="1951200" cy="842400"/>
              </a:xfrm>
              <a:custGeom>
                <a:avLst/>
                <a:gdLst/>
                <a:ahLst/>
                <a:cxnLst/>
                <a:rect l="0" t="0" r="r" b="b"/>
                <a:pathLst>
                  <a:path w="1951200" h="842400">
                    <a:moveTo>
                      <a:pt x="1951200" y="842400"/>
                    </a:moveTo>
                    <a:lnTo>
                      <a:pt x="115200" y="842400"/>
                    </a:lnTo>
                    <a:cubicBezTo>
                      <a:pt x="21600" y="842400"/>
                      <a:pt x="0" y="806400"/>
                      <a:pt x="0" y="712800"/>
                    </a:cubicBezTo>
                    <a:lnTo>
                      <a:pt x="0" y="0"/>
                    </a:lnTo>
                  </a:path>
                </a:pathLst>
              </a:custGeom>
              <a:noFill/>
              <a:ln w="64800" cap="flat">
                <a:solidFill>
                  <a:srgbClr val="80C4E9"/>
                </a:solidFill>
              </a:ln>
              <a:effectLst/>
            </p:spPr>
          </p:sp>
          <p:sp>
            <p:nvSpPr>
              <p:cNvPr id="13" name="SCHEM_path-0011"/>
              <p:cNvSpPr/>
              <p:nvPr/>
            </p:nvSpPr>
            <p:spPr>
              <a:xfrm>
                <a:off x="1058400" y="799200"/>
                <a:ext cx="1908000" cy="1130400"/>
              </a:xfrm>
              <a:custGeom>
                <a:avLst/>
                <a:gdLst/>
                <a:ahLst/>
                <a:cxnLst/>
                <a:rect l="0" t="0" r="r" b="b"/>
                <a:pathLst>
                  <a:path w="1908000" h="1130400">
                    <a:moveTo>
                      <a:pt x="0" y="194400"/>
                    </a:moveTo>
                    <a:lnTo>
                      <a:pt x="0" y="914400"/>
                    </a:lnTo>
                    <a:cubicBezTo>
                      <a:pt x="0" y="1130400"/>
                      <a:pt x="1908000" y="1130400"/>
                      <a:pt x="1908000" y="914400"/>
                    </a:cubicBezTo>
                    <a:lnTo>
                      <a:pt x="1908000" y="194400"/>
                    </a:lnTo>
                    <a:cubicBezTo>
                      <a:pt x="1908000" y="0"/>
                      <a:pt x="0" y="0"/>
                      <a:pt x="0" y="1944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4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4" name="SCHEM_path-0012"/>
              <p:cNvSpPr/>
              <p:nvPr/>
            </p:nvSpPr>
            <p:spPr>
              <a:xfrm>
                <a:off x="1072800" y="1015200"/>
                <a:ext cx="1879200" cy="885600"/>
              </a:xfrm>
              <a:custGeom>
                <a:avLst/>
                <a:gdLst/>
                <a:ahLst/>
                <a:cxnLst/>
                <a:rect l="0" t="0" r="r" b="b"/>
                <a:pathLst>
                  <a:path w="1879200" h="885600">
                    <a:moveTo>
                      <a:pt x="0" y="36000"/>
                    </a:moveTo>
                    <a:cubicBezTo>
                      <a:pt x="519840" y="0"/>
                      <a:pt x="1206720" y="86400"/>
                      <a:pt x="1879200" y="36000"/>
                    </a:cubicBezTo>
                    <a:lnTo>
                      <a:pt x="1879200" y="698400"/>
                    </a:lnTo>
                    <a:cubicBezTo>
                      <a:pt x="1872000" y="885600"/>
                      <a:pt x="7200" y="885600"/>
                      <a:pt x="0" y="698400"/>
                    </a:cubicBezTo>
                    <a:close/>
                  </a:path>
                </a:pathLst>
              </a:custGeom>
              <a:solidFill>
                <a:srgbClr val="D6E3C0"/>
              </a:solidFill>
              <a:ln w="9360" cap="flat">
                <a:noFill/>
              </a:ln>
              <a:effectLst/>
            </p:spPr>
          </p:sp>
          <p:sp>
            <p:nvSpPr>
              <p:cNvPr id="15" name="SCHEM_path-0013"/>
              <p:cNvSpPr/>
              <p:nvPr/>
            </p:nvSpPr>
            <p:spPr>
              <a:xfrm>
                <a:off x="1072800" y="1015200"/>
                <a:ext cx="18792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1879200" h="72000">
                    <a:moveTo>
                      <a:pt x="0" y="36000"/>
                    </a:moveTo>
                    <a:cubicBezTo>
                      <a:pt x="462600" y="0"/>
                      <a:pt x="1225800" y="72000"/>
                      <a:pt x="1879200" y="36000"/>
                    </a:cubicBezTo>
                  </a:path>
                </a:pathLst>
              </a:custGeom>
              <a:noFill/>
              <a:ln w="7200" cap="flat">
                <a:solidFill>
                  <a:srgbClr val="D6E3C0"/>
                </a:solidFill>
              </a:ln>
              <a:effectLst/>
            </p:spPr>
          </p:sp>
          <p:sp>
            <p:nvSpPr>
              <p:cNvPr id="16" name="SCHEM_path-0014"/>
              <p:cNvSpPr/>
              <p:nvPr/>
            </p:nvSpPr>
            <p:spPr>
              <a:xfrm>
                <a:off x="1058400" y="993600"/>
                <a:ext cx="1908000" cy="187200"/>
              </a:xfrm>
              <a:custGeom>
                <a:avLst/>
                <a:gdLst/>
                <a:ahLst/>
                <a:cxnLst/>
                <a:rect l="0" t="0" r="r" b="b"/>
                <a:pathLst>
                  <a:path w="1908000" h="187200">
                    <a:moveTo>
                      <a:pt x="0" y="0"/>
                    </a:moveTo>
                    <a:cubicBezTo>
                      <a:pt x="0" y="187200"/>
                      <a:pt x="1908000" y="187200"/>
                      <a:pt x="1908000" y="0"/>
                    </a:cubicBezTo>
                  </a:path>
                </a:pathLst>
              </a:custGeom>
              <a:noFill/>
              <a:ln w="7200" cap="flat">
                <a:solidFill>
                  <a:srgbClr val="7C7C78"/>
                </a:solidFill>
              </a:ln>
              <a:effectLst/>
            </p:spPr>
          </p:sp>
          <p:sp>
            <p:nvSpPr>
              <p:cNvPr id="17" name="SCHEM_path-0015"/>
              <p:cNvSpPr/>
              <p:nvPr/>
            </p:nvSpPr>
            <p:spPr>
              <a:xfrm>
                <a:off x="6948000" y="3945600"/>
                <a:ext cx="1548000" cy="1591200"/>
              </a:xfrm>
              <a:custGeom>
                <a:avLst/>
                <a:gdLst/>
                <a:ahLst/>
                <a:cxnLst/>
                <a:rect l="0" t="0" r="r" b="b"/>
                <a:pathLst>
                  <a:path w="1548000" h="1591200">
                    <a:moveTo>
                      <a:pt x="0" y="194400"/>
                    </a:moveTo>
                    <a:lnTo>
                      <a:pt x="0" y="1375200"/>
                    </a:lnTo>
                    <a:cubicBezTo>
                      <a:pt x="0" y="1591200"/>
                      <a:pt x="1548000" y="1591200"/>
                      <a:pt x="1548000" y="1375200"/>
                    </a:cubicBezTo>
                    <a:lnTo>
                      <a:pt x="1548000" y="194400"/>
                    </a:lnTo>
                    <a:cubicBezTo>
                      <a:pt x="1548000" y="0"/>
                      <a:pt x="0" y="0"/>
                      <a:pt x="0" y="1944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44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8" name="SCHEM_path-0016"/>
              <p:cNvSpPr/>
              <p:nvPr/>
            </p:nvSpPr>
            <p:spPr>
              <a:xfrm>
                <a:off x="6962400" y="4406400"/>
                <a:ext cx="1519200" cy="1101600"/>
              </a:xfrm>
              <a:custGeom>
                <a:avLst/>
                <a:gdLst/>
                <a:ahLst/>
                <a:cxnLst/>
                <a:rect l="0" t="0" r="r" b="b"/>
                <a:pathLst>
                  <a:path w="1519200" h="1101600">
                    <a:moveTo>
                      <a:pt x="0" y="36000"/>
                    </a:moveTo>
                    <a:cubicBezTo>
                      <a:pt x="419040" y="0"/>
                      <a:pt x="976320" y="86400"/>
                      <a:pt x="1519200" y="36000"/>
                    </a:cubicBezTo>
                    <a:lnTo>
                      <a:pt x="1519200" y="914400"/>
                    </a:lnTo>
                    <a:cubicBezTo>
                      <a:pt x="1512000" y="1101600"/>
                      <a:pt x="7200" y="1101600"/>
                      <a:pt x="0" y="914400"/>
                    </a:cubicBezTo>
                    <a:close/>
                  </a:path>
                </a:pathLst>
              </a:custGeom>
              <a:solidFill>
                <a:srgbClr val="F0B9AD"/>
              </a:solidFill>
              <a:ln w="9360" cap="flat">
                <a:noFill/>
              </a:ln>
              <a:effectLst/>
            </p:spPr>
          </p:sp>
          <p:sp>
            <p:nvSpPr>
              <p:cNvPr id="19" name="SCHEM_path-0017"/>
              <p:cNvSpPr/>
              <p:nvPr/>
            </p:nvSpPr>
            <p:spPr>
              <a:xfrm>
                <a:off x="6962400" y="4406400"/>
                <a:ext cx="15192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1519200" h="72000">
                    <a:moveTo>
                      <a:pt x="0" y="36000"/>
                    </a:moveTo>
                    <a:cubicBezTo>
                      <a:pt x="372600" y="0"/>
                      <a:pt x="991800" y="72000"/>
                      <a:pt x="1519200" y="36000"/>
                    </a:cubicBezTo>
                  </a:path>
                </a:pathLst>
              </a:custGeom>
              <a:noFill/>
              <a:ln w="7200" cap="flat">
                <a:solidFill>
                  <a:srgbClr val="F0B9AD"/>
                </a:solidFill>
              </a:ln>
              <a:effectLst/>
            </p:spPr>
          </p:sp>
          <p:sp>
            <p:nvSpPr>
              <p:cNvPr id="20" name="SCHEM_path-0018"/>
              <p:cNvSpPr/>
              <p:nvPr/>
            </p:nvSpPr>
            <p:spPr>
              <a:xfrm>
                <a:off x="6948000" y="4140000"/>
                <a:ext cx="1548000" cy="187200"/>
              </a:xfrm>
              <a:custGeom>
                <a:avLst/>
                <a:gdLst/>
                <a:ahLst/>
                <a:cxnLst/>
                <a:rect l="0" t="0" r="r" b="b"/>
                <a:pathLst>
                  <a:path w="1548000" h="187200">
                    <a:moveTo>
                      <a:pt x="0" y="0"/>
                    </a:moveTo>
                    <a:cubicBezTo>
                      <a:pt x="0" y="187200"/>
                      <a:pt x="1548000" y="187200"/>
                      <a:pt x="1548000" y="0"/>
                    </a:cubicBezTo>
                  </a:path>
                </a:pathLst>
              </a:custGeom>
              <a:noFill/>
              <a:ln w="7200" cap="flat">
                <a:solidFill>
                  <a:srgbClr val="7C7C78"/>
                </a:solidFill>
              </a:ln>
              <a:effectLst/>
            </p:spPr>
          </p:sp>
          <p:sp>
            <p:nvSpPr>
              <p:cNvPr id="21" name="SCHEM_path-0019"/>
              <p:cNvSpPr/>
              <p:nvPr/>
            </p:nvSpPr>
            <p:spPr>
              <a:xfrm>
                <a:off x="1440000" y="612000"/>
                <a:ext cx="115200" cy="864000"/>
              </a:xfrm>
              <a:custGeom>
                <a:avLst/>
                <a:gdLst/>
                <a:ahLst/>
                <a:cxnLst/>
                <a:rect l="0" t="0" r="r" b="b"/>
                <a:pathLst>
                  <a:path w="115200" h="864000">
                    <a:moveTo>
                      <a:pt x="0" y="0"/>
                    </a:moveTo>
                    <a:cubicBezTo>
                      <a:pt x="93600" y="0"/>
                      <a:pt x="115200" y="36000"/>
                      <a:pt x="115200" y="122400"/>
                    </a:cubicBezTo>
                    <a:lnTo>
                      <a:pt x="115200" y="864000"/>
                    </a:lnTo>
                  </a:path>
                </a:pathLst>
              </a:custGeom>
              <a:noFill/>
              <a:ln w="936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2" name="SCHEM_path-0020"/>
              <p:cNvSpPr/>
              <p:nvPr/>
            </p:nvSpPr>
            <p:spPr>
              <a:xfrm>
                <a:off x="1440000" y="612000"/>
                <a:ext cx="115200" cy="864000"/>
              </a:xfrm>
              <a:custGeom>
                <a:avLst/>
                <a:gdLst/>
                <a:ahLst/>
                <a:cxnLst/>
                <a:rect l="0" t="0" r="r" b="b"/>
                <a:pathLst>
                  <a:path w="115200" h="864000">
                    <a:moveTo>
                      <a:pt x="0" y="0"/>
                    </a:moveTo>
                    <a:cubicBezTo>
                      <a:pt x="93600" y="0"/>
                      <a:pt x="115200" y="36000"/>
                      <a:pt x="115200" y="122400"/>
                    </a:cubicBezTo>
                    <a:lnTo>
                      <a:pt x="115200" y="864000"/>
                    </a:lnTo>
                  </a:path>
                </a:pathLst>
              </a:custGeom>
              <a:noFill/>
              <a:ln w="72000" cap="flat">
                <a:solidFill>
                  <a:srgbClr val="DEE8CF"/>
                </a:solidFill>
              </a:ln>
              <a:effectLst/>
            </p:spPr>
          </p:sp>
          <p:sp>
            <p:nvSpPr>
              <p:cNvPr id="23" name="SCHEM_rect-0021"/>
              <p:cNvSpPr/>
              <p:nvPr/>
            </p:nvSpPr>
            <p:spPr>
              <a:xfrm>
                <a:off x="2152800" y="691200"/>
                <a:ext cx="165600" cy="266400"/>
              </a:xfrm>
              <a:prstGeom prst="rect">
                <a:avLst/>
              </a:prstGeom>
              <a:solidFill>
                <a:srgbClr val="FFFFFF"/>
              </a:solidFill>
              <a:ln w="9360" cap="flat">
                <a:noFill/>
              </a:ln>
              <a:effectLst/>
            </p:spPr>
          </p:sp>
          <p:sp>
            <p:nvSpPr>
              <p:cNvPr id="24" name="SCHEM_path-0022"/>
              <p:cNvSpPr/>
              <p:nvPr/>
            </p:nvSpPr>
            <p:spPr>
              <a:xfrm>
                <a:off x="2152800" y="676800"/>
                <a:ext cx="165600" cy="165600"/>
              </a:xfrm>
              <a:custGeom>
                <a:avLst/>
                <a:gdLst/>
                <a:ahLst/>
                <a:cxnLst/>
                <a:rect l="0" t="0" r="r" b="b"/>
                <a:pathLst>
                  <a:path w="165600" h="165600">
                    <a:moveTo>
                      <a:pt x="0" y="165600"/>
                    </a:moveTo>
                    <a:lnTo>
                      <a:pt x="0" y="36000"/>
                    </a:lnTo>
                    <a:cubicBezTo>
                      <a:pt x="7200" y="0"/>
                      <a:pt x="158400" y="0"/>
                      <a:pt x="165600" y="36000"/>
                    </a:cubicBezTo>
                    <a:lnTo>
                      <a:pt x="165600" y="165600"/>
                    </a:lnTo>
                  </a:path>
                </a:pathLst>
              </a:custGeom>
              <a:noFill/>
              <a:ln w="12240" cap="flat">
                <a:solidFill>
                  <a:srgbClr val="292929"/>
                </a:solidFill>
              </a:ln>
              <a:effectLst/>
            </p:spPr>
          </p:sp>
          <p:sp>
            <p:nvSpPr>
              <p:cNvPr id="25" name="SCHEM_rect-0023"/>
              <p:cNvSpPr/>
              <p:nvPr/>
            </p:nvSpPr>
            <p:spPr>
              <a:xfrm>
                <a:off x="2664000" y="720000"/>
                <a:ext cx="129600" cy="237600"/>
              </a:xfrm>
              <a:prstGeom prst="rect">
                <a:avLst/>
              </a:prstGeom>
              <a:solidFill>
                <a:srgbClr val="FFFFFF"/>
              </a:solidFill>
              <a:ln w="9360" cap="flat">
                <a:noFill/>
              </a:ln>
              <a:effectLst/>
            </p:spPr>
          </p:sp>
          <p:cxnSp>
            <p:nvCxnSpPr>
              <p:cNvPr id="26" name="SCHEM_line-0024"/>
              <p:cNvCxnSpPr/>
              <p:nvPr/>
            </p:nvCxnSpPr>
            <p:spPr>
              <a:xfrm>
                <a:off x="2664000" y="720000"/>
                <a:ext cx="1" cy="230400"/>
              </a:xfrm>
              <a:prstGeom prst="line">
                <a:avLst/>
              </a:prstGeom>
              <a:noFill/>
              <a:ln w="100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7" name="SCHEM_line-0025"/>
              <p:cNvCxnSpPr/>
              <p:nvPr/>
            </p:nvCxnSpPr>
            <p:spPr>
              <a:xfrm>
                <a:off x="2793600" y="720000"/>
                <a:ext cx="1" cy="230400"/>
              </a:xfrm>
              <a:prstGeom prst="line">
                <a:avLst/>
              </a:prstGeom>
              <a:noFill/>
              <a:ln w="10080" cap="flat">
                <a:solidFill>
                  <a:srgbClr val="292929"/>
                </a:solidFill>
              </a:ln>
              <a:effectLst/>
            </p:spPr>
          </p:cxnSp>
          <p:sp>
            <p:nvSpPr>
              <p:cNvPr id="28" name="SCHEM_ellipse-0026"/>
              <p:cNvSpPr/>
              <p:nvPr/>
            </p:nvSpPr>
            <p:spPr>
              <a:xfrm>
                <a:off x="1461600" y="1454400"/>
                <a:ext cx="43200" cy="43200"/>
              </a:xfrm>
              <a:prstGeom prst="ellipse">
                <a:avLst/>
              </a:prstGeom>
              <a:solidFill>
                <a:srgbClr val="FFFFFF"/>
              </a:solidFill>
              <a:ln w="5760" cap="flat">
                <a:solidFill>
                  <a:srgbClr val="89A85D"/>
                </a:solidFill>
              </a:ln>
              <a:effectLst/>
            </p:spPr>
          </p:sp>
          <p:sp>
            <p:nvSpPr>
              <p:cNvPr id="29" name="SCHEM_ellipse-0027"/>
              <p:cNvSpPr/>
              <p:nvPr/>
            </p:nvSpPr>
            <p:spPr>
              <a:xfrm>
                <a:off x="1526400" y="1548000"/>
                <a:ext cx="100800" cy="100800"/>
              </a:xfrm>
              <a:prstGeom prst="ellipse">
                <a:avLst/>
              </a:prstGeom>
              <a:solidFill>
                <a:srgbClr val="FFFFFF"/>
              </a:solidFill>
              <a:ln w="5760" cap="flat">
                <a:solidFill>
                  <a:srgbClr val="89A85D"/>
                </a:solidFill>
              </a:ln>
              <a:effectLst/>
            </p:spPr>
          </p:sp>
          <p:sp>
            <p:nvSpPr>
              <p:cNvPr id="30" name="SCHEM_ellipse-0028"/>
              <p:cNvSpPr/>
              <p:nvPr/>
            </p:nvSpPr>
            <p:spPr>
              <a:xfrm>
                <a:off x="1468800" y="1648800"/>
                <a:ext cx="100800" cy="100800"/>
              </a:xfrm>
              <a:prstGeom prst="ellipse">
                <a:avLst/>
              </a:prstGeom>
              <a:solidFill>
                <a:srgbClr val="FFFFFF"/>
              </a:solidFill>
              <a:ln w="5760" cap="flat">
                <a:solidFill>
                  <a:srgbClr val="89A85D"/>
                </a:solidFill>
              </a:ln>
              <a:effectLst/>
            </p:spPr>
          </p:sp>
          <p:sp>
            <p:nvSpPr>
              <p:cNvPr id="31" name="SCHEM_ellipse-0029"/>
              <p:cNvSpPr/>
              <p:nvPr/>
            </p:nvSpPr>
            <p:spPr>
              <a:xfrm>
                <a:off x="1562400" y="1656000"/>
                <a:ext cx="100800" cy="100800"/>
              </a:xfrm>
              <a:prstGeom prst="ellipse">
                <a:avLst/>
              </a:prstGeom>
              <a:solidFill>
                <a:srgbClr val="FFFFFF"/>
              </a:solidFill>
              <a:ln w="5760" cap="flat">
                <a:solidFill>
                  <a:srgbClr val="89A85D"/>
                </a:solidFill>
              </a:ln>
              <a:effectLst/>
            </p:spPr>
          </p:sp>
          <p:sp>
            <p:nvSpPr>
              <p:cNvPr id="32" name="SCHEM_ellipse-0030"/>
              <p:cNvSpPr/>
              <p:nvPr/>
            </p:nvSpPr>
            <p:spPr>
              <a:xfrm>
                <a:off x="1634400" y="1454400"/>
                <a:ext cx="43200" cy="43200"/>
              </a:xfrm>
              <a:prstGeom prst="ellipse">
                <a:avLst/>
              </a:prstGeom>
              <a:solidFill>
                <a:srgbClr val="FFFFFF"/>
              </a:solidFill>
              <a:ln w="5760" cap="flat">
                <a:solidFill>
                  <a:srgbClr val="89A85D"/>
                </a:solidFill>
              </a:ln>
              <a:effectLst/>
            </p:spPr>
          </p:sp>
          <p:sp>
            <p:nvSpPr>
              <p:cNvPr id="33" name="SCHEM_rect-0031"/>
              <p:cNvSpPr/>
              <p:nvPr/>
            </p:nvSpPr>
            <p:spPr>
              <a:xfrm>
                <a:off x="3038400" y="2887200"/>
                <a:ext cx="2858400" cy="2001600"/>
              </a:xfrm>
              <a:prstGeom prst="rect">
                <a:avLst/>
              </a:prstGeom>
              <a:solidFill>
                <a:srgbClr val="FFFFFF"/>
              </a:solidFill>
              <a:ln w="14400" cap="flat">
                <a:solidFill>
                  <a:srgbClr val="292929"/>
                </a:solidFill>
              </a:ln>
              <a:effectLst/>
            </p:spPr>
          </p:sp>
          <p:sp>
            <p:nvSpPr>
              <p:cNvPr id="34" name="SCHEM_rect-0032"/>
              <p:cNvSpPr/>
              <p:nvPr/>
            </p:nvSpPr>
            <p:spPr>
              <a:xfrm>
                <a:off x="3052800" y="2995200"/>
                <a:ext cx="1317600" cy="1879200"/>
              </a:xfrm>
              <a:prstGeom prst="rect">
                <a:avLst/>
              </a:prstGeom>
              <a:gradFill rotWithShape="1">
                <a:gsLst>
                  <a:gs pos="0">
                    <a:srgbClr val="CFEBF8"/>
                  </a:gs>
                  <a:gs pos="100000">
                    <a:srgbClr val="AFD6E9"/>
                  </a:gs>
                </a:gsLst>
                <a:lin ang="5400000" scaled="1"/>
              </a:gradFill>
              <a:ln w="9360" cap="flat">
                <a:noFill/>
              </a:ln>
              <a:effectLst/>
            </p:spPr>
          </p:sp>
          <p:sp>
            <p:nvSpPr>
              <p:cNvPr id="35" name="SCHEM_rect-0033"/>
              <p:cNvSpPr/>
              <p:nvPr/>
            </p:nvSpPr>
            <p:spPr>
              <a:xfrm>
                <a:off x="4536000" y="2995200"/>
                <a:ext cx="1346400" cy="1879200"/>
              </a:xfrm>
              <a:prstGeom prst="rect">
                <a:avLst/>
              </a:prstGeom>
              <a:gradFill rotWithShape="1">
                <a:gsLst>
                  <a:gs pos="0">
                    <a:srgbClr val="FBE3DE"/>
                  </a:gs>
                  <a:gs pos="100000">
                    <a:srgbClr val="F0C0B4"/>
                  </a:gs>
                </a:gsLst>
                <a:lin ang="5400000" scaled="1"/>
              </a:gradFill>
              <a:ln w="9360" cap="flat">
                <a:noFill/>
              </a:ln>
              <a:effectLst/>
            </p:spPr>
          </p:sp>
          <p:sp>
            <p:nvSpPr>
              <p:cNvPr id="36" name="SCHEM_rect-0034"/>
              <p:cNvSpPr/>
              <p:nvPr/>
            </p:nvSpPr>
            <p:spPr>
              <a:xfrm>
                <a:off x="4370400" y="2894400"/>
                <a:ext cx="165600" cy="1987200"/>
              </a:xfrm>
              <a:prstGeom prst="rect">
                <a:avLst/>
              </a:prstGeom>
              <a:solidFill>
                <a:srgbClr val="DAE7B7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37" name="SCHEM_line-0035"/>
              <p:cNvCxnSpPr/>
              <p:nvPr/>
            </p:nvCxnSpPr>
            <p:spPr>
              <a:xfrm>
                <a:off x="4384800" y="2916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38" name="SCHEM_line-0036"/>
              <p:cNvCxnSpPr/>
              <p:nvPr/>
            </p:nvCxnSpPr>
            <p:spPr>
              <a:xfrm>
                <a:off x="4428000" y="2916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39" name="SCHEM_line-0037"/>
              <p:cNvCxnSpPr/>
              <p:nvPr/>
            </p:nvCxnSpPr>
            <p:spPr>
              <a:xfrm>
                <a:off x="4471200" y="2916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40" name="SCHEM_line-0038"/>
              <p:cNvCxnSpPr/>
              <p:nvPr/>
            </p:nvCxnSpPr>
            <p:spPr>
              <a:xfrm>
                <a:off x="4514400" y="29160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41" name="SCHEM_line-0039"/>
              <p:cNvCxnSpPr/>
              <p:nvPr/>
            </p:nvCxnSpPr>
            <p:spPr>
              <a:xfrm>
                <a:off x="4384800" y="2966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42" name="SCHEM_line-0040"/>
              <p:cNvCxnSpPr/>
              <p:nvPr/>
            </p:nvCxnSpPr>
            <p:spPr>
              <a:xfrm>
                <a:off x="4428000" y="2966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43" name="SCHEM_line-0041"/>
              <p:cNvCxnSpPr/>
              <p:nvPr/>
            </p:nvCxnSpPr>
            <p:spPr>
              <a:xfrm>
                <a:off x="4471200" y="2966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44" name="SCHEM_line-0042"/>
              <p:cNvCxnSpPr/>
              <p:nvPr/>
            </p:nvCxnSpPr>
            <p:spPr>
              <a:xfrm>
                <a:off x="4514400" y="29664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45" name="SCHEM_line-0043"/>
              <p:cNvCxnSpPr/>
              <p:nvPr/>
            </p:nvCxnSpPr>
            <p:spPr>
              <a:xfrm>
                <a:off x="4384800" y="3016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46" name="SCHEM_line-0044"/>
              <p:cNvCxnSpPr/>
              <p:nvPr/>
            </p:nvCxnSpPr>
            <p:spPr>
              <a:xfrm>
                <a:off x="4428000" y="3016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47" name="SCHEM_line-0045"/>
              <p:cNvCxnSpPr/>
              <p:nvPr/>
            </p:nvCxnSpPr>
            <p:spPr>
              <a:xfrm>
                <a:off x="4471200" y="3016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48" name="SCHEM_line-0046"/>
              <p:cNvCxnSpPr/>
              <p:nvPr/>
            </p:nvCxnSpPr>
            <p:spPr>
              <a:xfrm>
                <a:off x="4514400" y="30168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49" name="SCHEM_line-0047"/>
              <p:cNvCxnSpPr/>
              <p:nvPr/>
            </p:nvCxnSpPr>
            <p:spPr>
              <a:xfrm>
                <a:off x="4384800" y="3067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50" name="SCHEM_line-0048"/>
              <p:cNvCxnSpPr/>
              <p:nvPr/>
            </p:nvCxnSpPr>
            <p:spPr>
              <a:xfrm>
                <a:off x="4428000" y="3067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51" name="SCHEM_line-0049"/>
              <p:cNvCxnSpPr/>
              <p:nvPr/>
            </p:nvCxnSpPr>
            <p:spPr>
              <a:xfrm>
                <a:off x="4471200" y="3067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52" name="SCHEM_line-0050"/>
              <p:cNvCxnSpPr/>
              <p:nvPr/>
            </p:nvCxnSpPr>
            <p:spPr>
              <a:xfrm>
                <a:off x="4514400" y="30672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53" name="SCHEM_line-0051"/>
              <p:cNvCxnSpPr/>
              <p:nvPr/>
            </p:nvCxnSpPr>
            <p:spPr>
              <a:xfrm>
                <a:off x="4384800" y="3117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54" name="SCHEM_line-0052"/>
              <p:cNvCxnSpPr/>
              <p:nvPr/>
            </p:nvCxnSpPr>
            <p:spPr>
              <a:xfrm>
                <a:off x="4428000" y="3117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55" name="SCHEM_line-0053"/>
              <p:cNvCxnSpPr/>
              <p:nvPr/>
            </p:nvCxnSpPr>
            <p:spPr>
              <a:xfrm>
                <a:off x="4471200" y="3117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56" name="SCHEM_line-0054"/>
              <p:cNvCxnSpPr/>
              <p:nvPr/>
            </p:nvCxnSpPr>
            <p:spPr>
              <a:xfrm>
                <a:off x="4514400" y="31176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57" name="SCHEM_line-0055"/>
              <p:cNvCxnSpPr/>
              <p:nvPr/>
            </p:nvCxnSpPr>
            <p:spPr>
              <a:xfrm>
                <a:off x="4384800" y="3168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58" name="SCHEM_line-0056"/>
              <p:cNvCxnSpPr/>
              <p:nvPr/>
            </p:nvCxnSpPr>
            <p:spPr>
              <a:xfrm>
                <a:off x="4428000" y="3168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59" name="SCHEM_line-0057"/>
              <p:cNvCxnSpPr/>
              <p:nvPr/>
            </p:nvCxnSpPr>
            <p:spPr>
              <a:xfrm>
                <a:off x="4471200" y="3168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60" name="SCHEM_line-0058"/>
              <p:cNvCxnSpPr/>
              <p:nvPr/>
            </p:nvCxnSpPr>
            <p:spPr>
              <a:xfrm>
                <a:off x="4514400" y="31680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61" name="SCHEM_line-0059"/>
              <p:cNvCxnSpPr/>
              <p:nvPr/>
            </p:nvCxnSpPr>
            <p:spPr>
              <a:xfrm>
                <a:off x="4384800" y="3218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62" name="SCHEM_line-0060"/>
              <p:cNvCxnSpPr/>
              <p:nvPr/>
            </p:nvCxnSpPr>
            <p:spPr>
              <a:xfrm>
                <a:off x="4428000" y="3218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63" name="SCHEM_line-0061"/>
              <p:cNvCxnSpPr/>
              <p:nvPr/>
            </p:nvCxnSpPr>
            <p:spPr>
              <a:xfrm>
                <a:off x="4471200" y="3218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64" name="SCHEM_line-0062"/>
              <p:cNvCxnSpPr/>
              <p:nvPr/>
            </p:nvCxnSpPr>
            <p:spPr>
              <a:xfrm>
                <a:off x="4514400" y="32184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65" name="SCHEM_line-0063"/>
              <p:cNvCxnSpPr/>
              <p:nvPr/>
            </p:nvCxnSpPr>
            <p:spPr>
              <a:xfrm>
                <a:off x="4384800" y="3268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66" name="SCHEM_line-0064"/>
              <p:cNvCxnSpPr/>
              <p:nvPr/>
            </p:nvCxnSpPr>
            <p:spPr>
              <a:xfrm>
                <a:off x="4428000" y="3268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67" name="SCHEM_line-0065"/>
              <p:cNvCxnSpPr/>
              <p:nvPr/>
            </p:nvCxnSpPr>
            <p:spPr>
              <a:xfrm>
                <a:off x="4471200" y="3268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68" name="SCHEM_line-0066"/>
              <p:cNvCxnSpPr/>
              <p:nvPr/>
            </p:nvCxnSpPr>
            <p:spPr>
              <a:xfrm>
                <a:off x="4514400" y="32688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69" name="SCHEM_line-0067"/>
              <p:cNvCxnSpPr/>
              <p:nvPr/>
            </p:nvCxnSpPr>
            <p:spPr>
              <a:xfrm>
                <a:off x="4384800" y="3319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70" name="SCHEM_line-0068"/>
              <p:cNvCxnSpPr/>
              <p:nvPr/>
            </p:nvCxnSpPr>
            <p:spPr>
              <a:xfrm>
                <a:off x="4428000" y="3319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71" name="SCHEM_line-0069"/>
              <p:cNvCxnSpPr/>
              <p:nvPr/>
            </p:nvCxnSpPr>
            <p:spPr>
              <a:xfrm>
                <a:off x="4471200" y="3319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72" name="SCHEM_line-0070"/>
              <p:cNvCxnSpPr/>
              <p:nvPr/>
            </p:nvCxnSpPr>
            <p:spPr>
              <a:xfrm>
                <a:off x="4514400" y="33192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73" name="SCHEM_line-0071"/>
              <p:cNvCxnSpPr/>
              <p:nvPr/>
            </p:nvCxnSpPr>
            <p:spPr>
              <a:xfrm>
                <a:off x="4384800" y="3369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74" name="SCHEM_line-0072"/>
              <p:cNvCxnSpPr/>
              <p:nvPr/>
            </p:nvCxnSpPr>
            <p:spPr>
              <a:xfrm>
                <a:off x="4428000" y="3369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75" name="SCHEM_line-0073"/>
              <p:cNvCxnSpPr/>
              <p:nvPr/>
            </p:nvCxnSpPr>
            <p:spPr>
              <a:xfrm>
                <a:off x="4471200" y="3369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76" name="SCHEM_line-0074"/>
              <p:cNvCxnSpPr/>
              <p:nvPr/>
            </p:nvCxnSpPr>
            <p:spPr>
              <a:xfrm>
                <a:off x="4514400" y="33696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77" name="SCHEM_line-0075"/>
              <p:cNvCxnSpPr/>
              <p:nvPr/>
            </p:nvCxnSpPr>
            <p:spPr>
              <a:xfrm>
                <a:off x="4384800" y="3420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78" name="SCHEM_line-0076"/>
              <p:cNvCxnSpPr/>
              <p:nvPr/>
            </p:nvCxnSpPr>
            <p:spPr>
              <a:xfrm>
                <a:off x="4428000" y="3420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79" name="SCHEM_line-0077"/>
              <p:cNvCxnSpPr/>
              <p:nvPr/>
            </p:nvCxnSpPr>
            <p:spPr>
              <a:xfrm>
                <a:off x="4471200" y="3420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80" name="SCHEM_line-0078"/>
              <p:cNvCxnSpPr/>
              <p:nvPr/>
            </p:nvCxnSpPr>
            <p:spPr>
              <a:xfrm>
                <a:off x="4514400" y="34200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81" name="SCHEM_line-0079"/>
              <p:cNvCxnSpPr/>
              <p:nvPr/>
            </p:nvCxnSpPr>
            <p:spPr>
              <a:xfrm>
                <a:off x="4384800" y="3470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82" name="SCHEM_line-0080"/>
              <p:cNvCxnSpPr/>
              <p:nvPr/>
            </p:nvCxnSpPr>
            <p:spPr>
              <a:xfrm>
                <a:off x="4428000" y="3470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83" name="SCHEM_line-0081"/>
              <p:cNvCxnSpPr/>
              <p:nvPr/>
            </p:nvCxnSpPr>
            <p:spPr>
              <a:xfrm>
                <a:off x="4471200" y="3470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84" name="SCHEM_line-0082"/>
              <p:cNvCxnSpPr/>
              <p:nvPr/>
            </p:nvCxnSpPr>
            <p:spPr>
              <a:xfrm>
                <a:off x="4514400" y="34704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85" name="SCHEM_line-0083"/>
              <p:cNvCxnSpPr/>
              <p:nvPr/>
            </p:nvCxnSpPr>
            <p:spPr>
              <a:xfrm>
                <a:off x="4384800" y="3520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86" name="SCHEM_line-0084"/>
              <p:cNvCxnSpPr/>
              <p:nvPr/>
            </p:nvCxnSpPr>
            <p:spPr>
              <a:xfrm>
                <a:off x="4428000" y="3520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87" name="SCHEM_line-0085"/>
              <p:cNvCxnSpPr/>
              <p:nvPr/>
            </p:nvCxnSpPr>
            <p:spPr>
              <a:xfrm>
                <a:off x="4471200" y="3520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88" name="SCHEM_line-0086"/>
              <p:cNvCxnSpPr/>
              <p:nvPr/>
            </p:nvCxnSpPr>
            <p:spPr>
              <a:xfrm>
                <a:off x="4514400" y="35208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89" name="SCHEM_line-0087"/>
              <p:cNvCxnSpPr/>
              <p:nvPr/>
            </p:nvCxnSpPr>
            <p:spPr>
              <a:xfrm>
                <a:off x="4384800" y="3571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90" name="SCHEM_line-0088"/>
              <p:cNvCxnSpPr/>
              <p:nvPr/>
            </p:nvCxnSpPr>
            <p:spPr>
              <a:xfrm>
                <a:off x="4428000" y="3571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91" name="SCHEM_line-0089"/>
              <p:cNvCxnSpPr/>
              <p:nvPr/>
            </p:nvCxnSpPr>
            <p:spPr>
              <a:xfrm>
                <a:off x="4471200" y="3571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92" name="SCHEM_line-0090"/>
              <p:cNvCxnSpPr/>
              <p:nvPr/>
            </p:nvCxnSpPr>
            <p:spPr>
              <a:xfrm>
                <a:off x="4514400" y="35712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93" name="SCHEM_line-0091"/>
              <p:cNvCxnSpPr/>
              <p:nvPr/>
            </p:nvCxnSpPr>
            <p:spPr>
              <a:xfrm>
                <a:off x="4384800" y="3621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94" name="SCHEM_line-0092"/>
              <p:cNvCxnSpPr/>
              <p:nvPr/>
            </p:nvCxnSpPr>
            <p:spPr>
              <a:xfrm>
                <a:off x="4428000" y="3621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95" name="SCHEM_line-0093"/>
              <p:cNvCxnSpPr/>
              <p:nvPr/>
            </p:nvCxnSpPr>
            <p:spPr>
              <a:xfrm>
                <a:off x="4471200" y="3621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96" name="SCHEM_line-0094"/>
              <p:cNvCxnSpPr/>
              <p:nvPr/>
            </p:nvCxnSpPr>
            <p:spPr>
              <a:xfrm>
                <a:off x="4514400" y="36216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97" name="SCHEM_line-0095"/>
              <p:cNvCxnSpPr/>
              <p:nvPr/>
            </p:nvCxnSpPr>
            <p:spPr>
              <a:xfrm>
                <a:off x="4384800" y="3672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98" name="SCHEM_line-0096"/>
              <p:cNvCxnSpPr/>
              <p:nvPr/>
            </p:nvCxnSpPr>
            <p:spPr>
              <a:xfrm>
                <a:off x="4428000" y="3672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99" name="SCHEM_line-0097"/>
              <p:cNvCxnSpPr/>
              <p:nvPr/>
            </p:nvCxnSpPr>
            <p:spPr>
              <a:xfrm>
                <a:off x="4471200" y="3672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00" name="SCHEM_line-0098"/>
              <p:cNvCxnSpPr/>
              <p:nvPr/>
            </p:nvCxnSpPr>
            <p:spPr>
              <a:xfrm>
                <a:off x="4514400" y="36720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01" name="SCHEM_line-0099"/>
              <p:cNvCxnSpPr/>
              <p:nvPr/>
            </p:nvCxnSpPr>
            <p:spPr>
              <a:xfrm>
                <a:off x="4384800" y="3722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02" name="SCHEM_line-0100"/>
              <p:cNvCxnSpPr/>
              <p:nvPr/>
            </p:nvCxnSpPr>
            <p:spPr>
              <a:xfrm>
                <a:off x="4428000" y="3722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03" name="SCHEM_line-0101"/>
              <p:cNvCxnSpPr/>
              <p:nvPr/>
            </p:nvCxnSpPr>
            <p:spPr>
              <a:xfrm>
                <a:off x="4471200" y="3722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04" name="SCHEM_line-0102"/>
              <p:cNvCxnSpPr/>
              <p:nvPr/>
            </p:nvCxnSpPr>
            <p:spPr>
              <a:xfrm>
                <a:off x="4514400" y="37224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05" name="SCHEM_line-0103"/>
              <p:cNvCxnSpPr/>
              <p:nvPr/>
            </p:nvCxnSpPr>
            <p:spPr>
              <a:xfrm>
                <a:off x="4384800" y="3772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06" name="SCHEM_line-0104"/>
              <p:cNvCxnSpPr/>
              <p:nvPr/>
            </p:nvCxnSpPr>
            <p:spPr>
              <a:xfrm>
                <a:off x="4428000" y="3772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07" name="SCHEM_line-0105"/>
              <p:cNvCxnSpPr/>
              <p:nvPr/>
            </p:nvCxnSpPr>
            <p:spPr>
              <a:xfrm>
                <a:off x="4471200" y="3772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08" name="SCHEM_line-0106"/>
              <p:cNvCxnSpPr/>
              <p:nvPr/>
            </p:nvCxnSpPr>
            <p:spPr>
              <a:xfrm>
                <a:off x="4514400" y="37728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09" name="SCHEM_line-0107"/>
              <p:cNvCxnSpPr/>
              <p:nvPr/>
            </p:nvCxnSpPr>
            <p:spPr>
              <a:xfrm>
                <a:off x="4384800" y="3823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10" name="SCHEM_line-0108"/>
              <p:cNvCxnSpPr/>
              <p:nvPr/>
            </p:nvCxnSpPr>
            <p:spPr>
              <a:xfrm>
                <a:off x="4428000" y="3823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11" name="SCHEM_line-0109"/>
              <p:cNvCxnSpPr/>
              <p:nvPr/>
            </p:nvCxnSpPr>
            <p:spPr>
              <a:xfrm>
                <a:off x="4471200" y="3823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12" name="SCHEM_line-0110"/>
              <p:cNvCxnSpPr/>
              <p:nvPr/>
            </p:nvCxnSpPr>
            <p:spPr>
              <a:xfrm>
                <a:off x="4514400" y="38232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13" name="SCHEM_line-0111"/>
              <p:cNvCxnSpPr/>
              <p:nvPr/>
            </p:nvCxnSpPr>
            <p:spPr>
              <a:xfrm>
                <a:off x="4384800" y="3873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14" name="SCHEM_line-0112"/>
              <p:cNvCxnSpPr/>
              <p:nvPr/>
            </p:nvCxnSpPr>
            <p:spPr>
              <a:xfrm>
                <a:off x="4428000" y="3873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15" name="SCHEM_line-0113"/>
              <p:cNvCxnSpPr/>
              <p:nvPr/>
            </p:nvCxnSpPr>
            <p:spPr>
              <a:xfrm>
                <a:off x="4471200" y="3873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16" name="SCHEM_line-0114"/>
              <p:cNvCxnSpPr/>
              <p:nvPr/>
            </p:nvCxnSpPr>
            <p:spPr>
              <a:xfrm>
                <a:off x="4514400" y="38736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17" name="SCHEM_line-0115"/>
              <p:cNvCxnSpPr/>
              <p:nvPr/>
            </p:nvCxnSpPr>
            <p:spPr>
              <a:xfrm>
                <a:off x="4384800" y="3924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18" name="SCHEM_line-0116"/>
              <p:cNvCxnSpPr/>
              <p:nvPr/>
            </p:nvCxnSpPr>
            <p:spPr>
              <a:xfrm>
                <a:off x="4428000" y="3924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19" name="SCHEM_line-0117"/>
              <p:cNvCxnSpPr/>
              <p:nvPr/>
            </p:nvCxnSpPr>
            <p:spPr>
              <a:xfrm>
                <a:off x="4471200" y="3924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20" name="SCHEM_line-0118"/>
              <p:cNvCxnSpPr/>
              <p:nvPr/>
            </p:nvCxnSpPr>
            <p:spPr>
              <a:xfrm>
                <a:off x="4514400" y="39240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21" name="SCHEM_line-0119"/>
              <p:cNvCxnSpPr/>
              <p:nvPr/>
            </p:nvCxnSpPr>
            <p:spPr>
              <a:xfrm>
                <a:off x="4384800" y="3974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22" name="SCHEM_line-0120"/>
              <p:cNvCxnSpPr/>
              <p:nvPr/>
            </p:nvCxnSpPr>
            <p:spPr>
              <a:xfrm>
                <a:off x="4428000" y="3974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23" name="SCHEM_line-0121"/>
              <p:cNvCxnSpPr/>
              <p:nvPr/>
            </p:nvCxnSpPr>
            <p:spPr>
              <a:xfrm>
                <a:off x="4471200" y="3974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24" name="SCHEM_line-0122"/>
              <p:cNvCxnSpPr/>
              <p:nvPr/>
            </p:nvCxnSpPr>
            <p:spPr>
              <a:xfrm>
                <a:off x="4514400" y="39744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25" name="SCHEM_line-0123"/>
              <p:cNvCxnSpPr/>
              <p:nvPr/>
            </p:nvCxnSpPr>
            <p:spPr>
              <a:xfrm>
                <a:off x="4384800" y="4024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26" name="SCHEM_line-0124"/>
              <p:cNvCxnSpPr/>
              <p:nvPr/>
            </p:nvCxnSpPr>
            <p:spPr>
              <a:xfrm>
                <a:off x="4428000" y="4024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27" name="SCHEM_line-0125"/>
              <p:cNvCxnSpPr/>
              <p:nvPr/>
            </p:nvCxnSpPr>
            <p:spPr>
              <a:xfrm>
                <a:off x="4471200" y="4024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28" name="SCHEM_line-0126"/>
              <p:cNvCxnSpPr/>
              <p:nvPr/>
            </p:nvCxnSpPr>
            <p:spPr>
              <a:xfrm>
                <a:off x="4514400" y="40248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29" name="SCHEM_line-0127"/>
              <p:cNvCxnSpPr/>
              <p:nvPr/>
            </p:nvCxnSpPr>
            <p:spPr>
              <a:xfrm>
                <a:off x="4384800" y="4075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30" name="SCHEM_line-0128"/>
              <p:cNvCxnSpPr/>
              <p:nvPr/>
            </p:nvCxnSpPr>
            <p:spPr>
              <a:xfrm>
                <a:off x="4428000" y="4075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31" name="SCHEM_line-0129"/>
              <p:cNvCxnSpPr/>
              <p:nvPr/>
            </p:nvCxnSpPr>
            <p:spPr>
              <a:xfrm>
                <a:off x="4471200" y="4075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32" name="SCHEM_line-0130"/>
              <p:cNvCxnSpPr/>
              <p:nvPr/>
            </p:nvCxnSpPr>
            <p:spPr>
              <a:xfrm>
                <a:off x="4514400" y="40752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33" name="SCHEM_line-0131"/>
              <p:cNvCxnSpPr/>
              <p:nvPr/>
            </p:nvCxnSpPr>
            <p:spPr>
              <a:xfrm>
                <a:off x="4384800" y="4125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34" name="SCHEM_line-0132"/>
              <p:cNvCxnSpPr/>
              <p:nvPr/>
            </p:nvCxnSpPr>
            <p:spPr>
              <a:xfrm>
                <a:off x="4428000" y="4125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35" name="SCHEM_line-0133"/>
              <p:cNvCxnSpPr/>
              <p:nvPr/>
            </p:nvCxnSpPr>
            <p:spPr>
              <a:xfrm>
                <a:off x="4471200" y="4125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36" name="SCHEM_line-0134"/>
              <p:cNvCxnSpPr/>
              <p:nvPr/>
            </p:nvCxnSpPr>
            <p:spPr>
              <a:xfrm>
                <a:off x="4514400" y="41256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37" name="SCHEM_line-0135"/>
              <p:cNvCxnSpPr/>
              <p:nvPr/>
            </p:nvCxnSpPr>
            <p:spPr>
              <a:xfrm>
                <a:off x="4384800" y="4176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38" name="SCHEM_line-0136"/>
              <p:cNvCxnSpPr/>
              <p:nvPr/>
            </p:nvCxnSpPr>
            <p:spPr>
              <a:xfrm>
                <a:off x="4428000" y="4176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39" name="SCHEM_line-0137"/>
              <p:cNvCxnSpPr/>
              <p:nvPr/>
            </p:nvCxnSpPr>
            <p:spPr>
              <a:xfrm>
                <a:off x="4471200" y="4176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40" name="SCHEM_line-0138"/>
              <p:cNvCxnSpPr/>
              <p:nvPr/>
            </p:nvCxnSpPr>
            <p:spPr>
              <a:xfrm>
                <a:off x="4514400" y="41760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41" name="SCHEM_line-0139"/>
              <p:cNvCxnSpPr/>
              <p:nvPr/>
            </p:nvCxnSpPr>
            <p:spPr>
              <a:xfrm>
                <a:off x="4384800" y="4226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42" name="SCHEM_line-0140"/>
              <p:cNvCxnSpPr/>
              <p:nvPr/>
            </p:nvCxnSpPr>
            <p:spPr>
              <a:xfrm>
                <a:off x="4428000" y="4226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43" name="SCHEM_line-0141"/>
              <p:cNvCxnSpPr/>
              <p:nvPr/>
            </p:nvCxnSpPr>
            <p:spPr>
              <a:xfrm>
                <a:off x="4471200" y="4226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44" name="SCHEM_line-0142"/>
              <p:cNvCxnSpPr/>
              <p:nvPr/>
            </p:nvCxnSpPr>
            <p:spPr>
              <a:xfrm>
                <a:off x="4514400" y="42264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45" name="SCHEM_line-0143"/>
              <p:cNvCxnSpPr/>
              <p:nvPr/>
            </p:nvCxnSpPr>
            <p:spPr>
              <a:xfrm>
                <a:off x="4384800" y="4276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46" name="SCHEM_line-0144"/>
              <p:cNvCxnSpPr/>
              <p:nvPr/>
            </p:nvCxnSpPr>
            <p:spPr>
              <a:xfrm>
                <a:off x="4428000" y="4276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47" name="SCHEM_line-0145"/>
              <p:cNvCxnSpPr/>
              <p:nvPr/>
            </p:nvCxnSpPr>
            <p:spPr>
              <a:xfrm>
                <a:off x="4471200" y="4276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48" name="SCHEM_line-0146"/>
              <p:cNvCxnSpPr/>
              <p:nvPr/>
            </p:nvCxnSpPr>
            <p:spPr>
              <a:xfrm>
                <a:off x="4514400" y="42768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49" name="SCHEM_line-0147"/>
              <p:cNvCxnSpPr/>
              <p:nvPr/>
            </p:nvCxnSpPr>
            <p:spPr>
              <a:xfrm>
                <a:off x="4384800" y="4327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50" name="SCHEM_line-0148"/>
              <p:cNvCxnSpPr/>
              <p:nvPr/>
            </p:nvCxnSpPr>
            <p:spPr>
              <a:xfrm>
                <a:off x="4428000" y="4327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51" name="SCHEM_line-0149"/>
              <p:cNvCxnSpPr/>
              <p:nvPr/>
            </p:nvCxnSpPr>
            <p:spPr>
              <a:xfrm>
                <a:off x="4471200" y="4327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52" name="SCHEM_line-0150"/>
              <p:cNvCxnSpPr/>
              <p:nvPr/>
            </p:nvCxnSpPr>
            <p:spPr>
              <a:xfrm>
                <a:off x="4514400" y="43272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53" name="SCHEM_line-0151"/>
              <p:cNvCxnSpPr/>
              <p:nvPr/>
            </p:nvCxnSpPr>
            <p:spPr>
              <a:xfrm>
                <a:off x="4384800" y="4377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54" name="SCHEM_line-0152"/>
              <p:cNvCxnSpPr/>
              <p:nvPr/>
            </p:nvCxnSpPr>
            <p:spPr>
              <a:xfrm>
                <a:off x="4428000" y="4377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55" name="SCHEM_line-0153"/>
              <p:cNvCxnSpPr/>
              <p:nvPr/>
            </p:nvCxnSpPr>
            <p:spPr>
              <a:xfrm>
                <a:off x="4471200" y="4377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56" name="SCHEM_line-0154"/>
              <p:cNvCxnSpPr/>
              <p:nvPr/>
            </p:nvCxnSpPr>
            <p:spPr>
              <a:xfrm>
                <a:off x="4514400" y="43776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57" name="SCHEM_line-0155"/>
              <p:cNvCxnSpPr/>
              <p:nvPr/>
            </p:nvCxnSpPr>
            <p:spPr>
              <a:xfrm>
                <a:off x="4384800" y="4428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58" name="SCHEM_line-0156"/>
              <p:cNvCxnSpPr/>
              <p:nvPr/>
            </p:nvCxnSpPr>
            <p:spPr>
              <a:xfrm>
                <a:off x="4428000" y="4428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59" name="SCHEM_line-0157"/>
              <p:cNvCxnSpPr/>
              <p:nvPr/>
            </p:nvCxnSpPr>
            <p:spPr>
              <a:xfrm>
                <a:off x="4471200" y="4428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60" name="SCHEM_line-0158"/>
              <p:cNvCxnSpPr/>
              <p:nvPr/>
            </p:nvCxnSpPr>
            <p:spPr>
              <a:xfrm>
                <a:off x="4514400" y="44280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61" name="SCHEM_line-0159"/>
              <p:cNvCxnSpPr/>
              <p:nvPr/>
            </p:nvCxnSpPr>
            <p:spPr>
              <a:xfrm>
                <a:off x="4384800" y="4478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62" name="SCHEM_line-0160"/>
              <p:cNvCxnSpPr/>
              <p:nvPr/>
            </p:nvCxnSpPr>
            <p:spPr>
              <a:xfrm>
                <a:off x="4428000" y="4478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63" name="SCHEM_line-0161"/>
              <p:cNvCxnSpPr/>
              <p:nvPr/>
            </p:nvCxnSpPr>
            <p:spPr>
              <a:xfrm>
                <a:off x="4471200" y="4478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64" name="SCHEM_line-0162"/>
              <p:cNvCxnSpPr/>
              <p:nvPr/>
            </p:nvCxnSpPr>
            <p:spPr>
              <a:xfrm>
                <a:off x="4514400" y="44784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65" name="SCHEM_line-0163"/>
              <p:cNvCxnSpPr/>
              <p:nvPr/>
            </p:nvCxnSpPr>
            <p:spPr>
              <a:xfrm>
                <a:off x="4384800" y="4528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66" name="SCHEM_line-0164"/>
              <p:cNvCxnSpPr/>
              <p:nvPr/>
            </p:nvCxnSpPr>
            <p:spPr>
              <a:xfrm>
                <a:off x="4428000" y="4528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67" name="SCHEM_line-0165"/>
              <p:cNvCxnSpPr/>
              <p:nvPr/>
            </p:nvCxnSpPr>
            <p:spPr>
              <a:xfrm>
                <a:off x="4471200" y="4528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68" name="SCHEM_line-0166"/>
              <p:cNvCxnSpPr/>
              <p:nvPr/>
            </p:nvCxnSpPr>
            <p:spPr>
              <a:xfrm>
                <a:off x="4514400" y="45288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69" name="SCHEM_line-0167"/>
              <p:cNvCxnSpPr/>
              <p:nvPr/>
            </p:nvCxnSpPr>
            <p:spPr>
              <a:xfrm>
                <a:off x="4384800" y="4579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70" name="SCHEM_line-0168"/>
              <p:cNvCxnSpPr/>
              <p:nvPr/>
            </p:nvCxnSpPr>
            <p:spPr>
              <a:xfrm>
                <a:off x="4428000" y="4579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71" name="SCHEM_line-0169"/>
              <p:cNvCxnSpPr/>
              <p:nvPr/>
            </p:nvCxnSpPr>
            <p:spPr>
              <a:xfrm>
                <a:off x="4471200" y="4579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72" name="SCHEM_line-0170"/>
              <p:cNvCxnSpPr/>
              <p:nvPr/>
            </p:nvCxnSpPr>
            <p:spPr>
              <a:xfrm>
                <a:off x="4514400" y="45792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73" name="SCHEM_line-0171"/>
              <p:cNvCxnSpPr/>
              <p:nvPr/>
            </p:nvCxnSpPr>
            <p:spPr>
              <a:xfrm>
                <a:off x="4384800" y="4629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74" name="SCHEM_line-0172"/>
              <p:cNvCxnSpPr/>
              <p:nvPr/>
            </p:nvCxnSpPr>
            <p:spPr>
              <a:xfrm>
                <a:off x="4428000" y="4629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75" name="SCHEM_line-0173"/>
              <p:cNvCxnSpPr/>
              <p:nvPr/>
            </p:nvCxnSpPr>
            <p:spPr>
              <a:xfrm>
                <a:off x="4471200" y="46296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76" name="SCHEM_line-0174"/>
              <p:cNvCxnSpPr/>
              <p:nvPr/>
            </p:nvCxnSpPr>
            <p:spPr>
              <a:xfrm>
                <a:off x="4514400" y="46296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77" name="SCHEM_line-0175"/>
              <p:cNvCxnSpPr/>
              <p:nvPr/>
            </p:nvCxnSpPr>
            <p:spPr>
              <a:xfrm>
                <a:off x="4384800" y="4680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78" name="SCHEM_line-0176"/>
              <p:cNvCxnSpPr/>
              <p:nvPr/>
            </p:nvCxnSpPr>
            <p:spPr>
              <a:xfrm>
                <a:off x="4428000" y="4680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79" name="SCHEM_line-0177"/>
              <p:cNvCxnSpPr/>
              <p:nvPr/>
            </p:nvCxnSpPr>
            <p:spPr>
              <a:xfrm>
                <a:off x="4471200" y="46800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80" name="SCHEM_line-0178"/>
              <p:cNvCxnSpPr/>
              <p:nvPr/>
            </p:nvCxnSpPr>
            <p:spPr>
              <a:xfrm>
                <a:off x="4514400" y="46800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81" name="SCHEM_line-0179"/>
              <p:cNvCxnSpPr/>
              <p:nvPr/>
            </p:nvCxnSpPr>
            <p:spPr>
              <a:xfrm>
                <a:off x="4384800" y="4730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82" name="SCHEM_line-0180"/>
              <p:cNvCxnSpPr/>
              <p:nvPr/>
            </p:nvCxnSpPr>
            <p:spPr>
              <a:xfrm>
                <a:off x="4428000" y="4730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83" name="SCHEM_line-0181"/>
              <p:cNvCxnSpPr/>
              <p:nvPr/>
            </p:nvCxnSpPr>
            <p:spPr>
              <a:xfrm>
                <a:off x="4471200" y="47304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84" name="SCHEM_line-0182"/>
              <p:cNvCxnSpPr/>
              <p:nvPr/>
            </p:nvCxnSpPr>
            <p:spPr>
              <a:xfrm>
                <a:off x="4514400" y="47304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85" name="SCHEM_line-0183"/>
              <p:cNvCxnSpPr/>
              <p:nvPr/>
            </p:nvCxnSpPr>
            <p:spPr>
              <a:xfrm>
                <a:off x="4384800" y="4780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86" name="SCHEM_line-0184"/>
              <p:cNvCxnSpPr/>
              <p:nvPr/>
            </p:nvCxnSpPr>
            <p:spPr>
              <a:xfrm>
                <a:off x="4428000" y="4780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87" name="SCHEM_line-0185"/>
              <p:cNvCxnSpPr/>
              <p:nvPr/>
            </p:nvCxnSpPr>
            <p:spPr>
              <a:xfrm>
                <a:off x="4471200" y="47808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88" name="SCHEM_line-0186"/>
              <p:cNvCxnSpPr/>
              <p:nvPr/>
            </p:nvCxnSpPr>
            <p:spPr>
              <a:xfrm>
                <a:off x="4514400" y="47808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89" name="SCHEM_line-0187"/>
              <p:cNvCxnSpPr/>
              <p:nvPr/>
            </p:nvCxnSpPr>
            <p:spPr>
              <a:xfrm>
                <a:off x="4384800" y="4831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90" name="SCHEM_line-0188"/>
              <p:cNvCxnSpPr/>
              <p:nvPr/>
            </p:nvCxnSpPr>
            <p:spPr>
              <a:xfrm>
                <a:off x="4428000" y="4831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91" name="SCHEM_line-0189"/>
              <p:cNvCxnSpPr/>
              <p:nvPr/>
            </p:nvCxnSpPr>
            <p:spPr>
              <a:xfrm>
                <a:off x="4471200" y="4831200"/>
                <a:ext cx="288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cxnSp>
            <p:nvCxnSpPr>
              <p:cNvPr id="192" name="SCHEM_line-0190"/>
              <p:cNvCxnSpPr/>
              <p:nvPr/>
            </p:nvCxnSpPr>
            <p:spPr>
              <a:xfrm>
                <a:off x="4514400" y="4831200"/>
                <a:ext cx="14400" cy="28800"/>
              </a:xfrm>
              <a:prstGeom prst="line">
                <a:avLst/>
              </a:prstGeom>
              <a:noFill/>
              <a:ln w="5040" cap="flat">
                <a:solidFill>
                  <a:srgbClr val="849C58"/>
                </a:solidFill>
              </a:ln>
              <a:effectLst/>
            </p:spPr>
          </p:cxnSp>
          <p:sp>
            <p:nvSpPr>
              <p:cNvPr id="193" name="SCHEM_rect-0191"/>
              <p:cNvSpPr/>
              <p:nvPr/>
            </p:nvSpPr>
            <p:spPr>
              <a:xfrm>
                <a:off x="3405600" y="3204000"/>
                <a:ext cx="208800" cy="1346400"/>
              </a:xfrm>
              <a:prstGeom prst="rect">
                <a:avLst/>
              </a:prstGeom>
              <a:solidFill>
                <a:srgbClr val="B8B9B5"/>
              </a:solidFill>
              <a:ln w="1152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94" name="SCHEM_line-0192"/>
              <p:cNvCxnSpPr/>
              <p:nvPr/>
            </p:nvCxnSpPr>
            <p:spPr>
              <a:xfrm flipV="1">
                <a:off x="3420000" y="32112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195" name="SCHEM_line-0193"/>
              <p:cNvCxnSpPr/>
              <p:nvPr/>
            </p:nvCxnSpPr>
            <p:spPr>
              <a:xfrm flipV="1">
                <a:off x="3420000" y="32616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196" name="SCHEM_line-0194"/>
              <p:cNvCxnSpPr/>
              <p:nvPr/>
            </p:nvCxnSpPr>
            <p:spPr>
              <a:xfrm flipV="1">
                <a:off x="3420000" y="33120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197" name="SCHEM_line-0195"/>
              <p:cNvCxnSpPr/>
              <p:nvPr/>
            </p:nvCxnSpPr>
            <p:spPr>
              <a:xfrm flipV="1">
                <a:off x="3420000" y="33624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198" name="SCHEM_line-0196"/>
              <p:cNvCxnSpPr/>
              <p:nvPr/>
            </p:nvCxnSpPr>
            <p:spPr>
              <a:xfrm flipV="1">
                <a:off x="3420000" y="34128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199" name="SCHEM_line-0197"/>
              <p:cNvCxnSpPr/>
              <p:nvPr/>
            </p:nvCxnSpPr>
            <p:spPr>
              <a:xfrm flipV="1">
                <a:off x="3420000" y="34632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00" name="SCHEM_line-0198"/>
              <p:cNvCxnSpPr/>
              <p:nvPr/>
            </p:nvCxnSpPr>
            <p:spPr>
              <a:xfrm flipV="1">
                <a:off x="3420000" y="35136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01" name="SCHEM_line-0199"/>
              <p:cNvCxnSpPr/>
              <p:nvPr/>
            </p:nvCxnSpPr>
            <p:spPr>
              <a:xfrm flipV="1">
                <a:off x="3420000" y="35640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02" name="SCHEM_line-0200"/>
              <p:cNvCxnSpPr/>
              <p:nvPr/>
            </p:nvCxnSpPr>
            <p:spPr>
              <a:xfrm flipV="1">
                <a:off x="3420000" y="36144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03" name="SCHEM_line-0201"/>
              <p:cNvCxnSpPr/>
              <p:nvPr/>
            </p:nvCxnSpPr>
            <p:spPr>
              <a:xfrm flipV="1">
                <a:off x="3420000" y="36648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04" name="SCHEM_line-0202"/>
              <p:cNvCxnSpPr/>
              <p:nvPr/>
            </p:nvCxnSpPr>
            <p:spPr>
              <a:xfrm flipV="1">
                <a:off x="3420000" y="37152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05" name="SCHEM_line-0203"/>
              <p:cNvCxnSpPr/>
              <p:nvPr/>
            </p:nvCxnSpPr>
            <p:spPr>
              <a:xfrm flipV="1">
                <a:off x="3420000" y="37656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06" name="SCHEM_line-0204"/>
              <p:cNvCxnSpPr/>
              <p:nvPr/>
            </p:nvCxnSpPr>
            <p:spPr>
              <a:xfrm flipV="1">
                <a:off x="3420000" y="38160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07" name="SCHEM_line-0205"/>
              <p:cNvCxnSpPr/>
              <p:nvPr/>
            </p:nvCxnSpPr>
            <p:spPr>
              <a:xfrm flipV="1">
                <a:off x="3420000" y="38664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08" name="SCHEM_line-0206"/>
              <p:cNvCxnSpPr/>
              <p:nvPr/>
            </p:nvCxnSpPr>
            <p:spPr>
              <a:xfrm flipV="1">
                <a:off x="3420000" y="39168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09" name="SCHEM_line-0207"/>
              <p:cNvCxnSpPr/>
              <p:nvPr/>
            </p:nvCxnSpPr>
            <p:spPr>
              <a:xfrm flipV="1">
                <a:off x="3420000" y="39672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10" name="SCHEM_line-0208"/>
              <p:cNvCxnSpPr/>
              <p:nvPr/>
            </p:nvCxnSpPr>
            <p:spPr>
              <a:xfrm flipV="1">
                <a:off x="3420000" y="40176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11" name="SCHEM_line-0209"/>
              <p:cNvCxnSpPr/>
              <p:nvPr/>
            </p:nvCxnSpPr>
            <p:spPr>
              <a:xfrm flipV="1">
                <a:off x="3420000" y="40680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12" name="SCHEM_line-0210"/>
              <p:cNvCxnSpPr/>
              <p:nvPr/>
            </p:nvCxnSpPr>
            <p:spPr>
              <a:xfrm flipV="1">
                <a:off x="3420000" y="41184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13" name="SCHEM_line-0211"/>
              <p:cNvCxnSpPr/>
              <p:nvPr/>
            </p:nvCxnSpPr>
            <p:spPr>
              <a:xfrm flipV="1">
                <a:off x="3420000" y="41688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14" name="SCHEM_line-0212"/>
              <p:cNvCxnSpPr/>
              <p:nvPr/>
            </p:nvCxnSpPr>
            <p:spPr>
              <a:xfrm flipV="1">
                <a:off x="3420000" y="42192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15" name="SCHEM_line-0213"/>
              <p:cNvCxnSpPr/>
              <p:nvPr/>
            </p:nvCxnSpPr>
            <p:spPr>
              <a:xfrm flipV="1">
                <a:off x="3420000" y="42696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16" name="SCHEM_line-0214"/>
              <p:cNvCxnSpPr/>
              <p:nvPr/>
            </p:nvCxnSpPr>
            <p:spPr>
              <a:xfrm flipV="1">
                <a:off x="3420000" y="43200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17" name="SCHEM_line-0215"/>
              <p:cNvCxnSpPr/>
              <p:nvPr/>
            </p:nvCxnSpPr>
            <p:spPr>
              <a:xfrm flipV="1">
                <a:off x="3420000" y="43704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18" name="SCHEM_line-0216"/>
              <p:cNvCxnSpPr/>
              <p:nvPr/>
            </p:nvCxnSpPr>
            <p:spPr>
              <a:xfrm flipV="1">
                <a:off x="3420000" y="44208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19" name="SCHEM_line-0217"/>
              <p:cNvCxnSpPr/>
              <p:nvPr/>
            </p:nvCxnSpPr>
            <p:spPr>
              <a:xfrm flipV="1">
                <a:off x="3420000" y="44712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sp>
            <p:nvSpPr>
              <p:cNvPr id="220" name="SCHEM_rect-0218"/>
              <p:cNvSpPr/>
              <p:nvPr/>
            </p:nvSpPr>
            <p:spPr>
              <a:xfrm>
                <a:off x="5270400" y="3204000"/>
                <a:ext cx="208800" cy="1346400"/>
              </a:xfrm>
              <a:prstGeom prst="rect">
                <a:avLst/>
              </a:prstGeom>
              <a:solidFill>
                <a:srgbClr val="B8B9B5"/>
              </a:solidFill>
              <a:ln w="1152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221" name="SCHEM_line-0219"/>
              <p:cNvCxnSpPr/>
              <p:nvPr/>
            </p:nvCxnSpPr>
            <p:spPr>
              <a:xfrm flipV="1">
                <a:off x="5284800" y="32112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22" name="SCHEM_line-0220"/>
              <p:cNvCxnSpPr/>
              <p:nvPr/>
            </p:nvCxnSpPr>
            <p:spPr>
              <a:xfrm flipV="1">
                <a:off x="5284800" y="32616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23" name="SCHEM_line-0221"/>
              <p:cNvCxnSpPr/>
              <p:nvPr/>
            </p:nvCxnSpPr>
            <p:spPr>
              <a:xfrm flipV="1">
                <a:off x="5284800" y="33120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24" name="SCHEM_line-0222"/>
              <p:cNvCxnSpPr/>
              <p:nvPr/>
            </p:nvCxnSpPr>
            <p:spPr>
              <a:xfrm flipV="1">
                <a:off x="5284800" y="33624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25" name="SCHEM_line-0223"/>
              <p:cNvCxnSpPr/>
              <p:nvPr/>
            </p:nvCxnSpPr>
            <p:spPr>
              <a:xfrm flipV="1">
                <a:off x="5284800" y="34128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26" name="SCHEM_line-0224"/>
              <p:cNvCxnSpPr/>
              <p:nvPr/>
            </p:nvCxnSpPr>
            <p:spPr>
              <a:xfrm flipV="1">
                <a:off x="5284800" y="34632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27" name="SCHEM_line-0225"/>
              <p:cNvCxnSpPr/>
              <p:nvPr/>
            </p:nvCxnSpPr>
            <p:spPr>
              <a:xfrm flipV="1">
                <a:off x="5284800" y="35136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28" name="SCHEM_line-0226"/>
              <p:cNvCxnSpPr/>
              <p:nvPr/>
            </p:nvCxnSpPr>
            <p:spPr>
              <a:xfrm flipV="1">
                <a:off x="5284800" y="35640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29" name="SCHEM_line-0227"/>
              <p:cNvCxnSpPr/>
              <p:nvPr/>
            </p:nvCxnSpPr>
            <p:spPr>
              <a:xfrm flipV="1">
                <a:off x="5284800" y="36144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30" name="SCHEM_line-0228"/>
              <p:cNvCxnSpPr/>
              <p:nvPr/>
            </p:nvCxnSpPr>
            <p:spPr>
              <a:xfrm flipV="1">
                <a:off x="5284800" y="36648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31" name="SCHEM_line-0229"/>
              <p:cNvCxnSpPr/>
              <p:nvPr/>
            </p:nvCxnSpPr>
            <p:spPr>
              <a:xfrm flipV="1">
                <a:off x="5284800" y="37152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32" name="SCHEM_line-0230"/>
              <p:cNvCxnSpPr/>
              <p:nvPr/>
            </p:nvCxnSpPr>
            <p:spPr>
              <a:xfrm flipV="1">
                <a:off x="5284800" y="37656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33" name="SCHEM_line-0231"/>
              <p:cNvCxnSpPr/>
              <p:nvPr/>
            </p:nvCxnSpPr>
            <p:spPr>
              <a:xfrm flipV="1">
                <a:off x="5284800" y="38160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34" name="SCHEM_line-0232"/>
              <p:cNvCxnSpPr/>
              <p:nvPr/>
            </p:nvCxnSpPr>
            <p:spPr>
              <a:xfrm flipV="1">
                <a:off x="5284800" y="38664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35" name="SCHEM_line-0233"/>
              <p:cNvCxnSpPr/>
              <p:nvPr/>
            </p:nvCxnSpPr>
            <p:spPr>
              <a:xfrm flipV="1">
                <a:off x="5284800" y="39168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36" name="SCHEM_line-0234"/>
              <p:cNvCxnSpPr/>
              <p:nvPr/>
            </p:nvCxnSpPr>
            <p:spPr>
              <a:xfrm flipV="1">
                <a:off x="5284800" y="39672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37" name="SCHEM_line-0235"/>
              <p:cNvCxnSpPr/>
              <p:nvPr/>
            </p:nvCxnSpPr>
            <p:spPr>
              <a:xfrm flipV="1">
                <a:off x="5284800" y="40176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38" name="SCHEM_line-0236"/>
              <p:cNvCxnSpPr/>
              <p:nvPr/>
            </p:nvCxnSpPr>
            <p:spPr>
              <a:xfrm flipV="1">
                <a:off x="5284800" y="40680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39" name="SCHEM_line-0237"/>
              <p:cNvCxnSpPr/>
              <p:nvPr/>
            </p:nvCxnSpPr>
            <p:spPr>
              <a:xfrm flipV="1">
                <a:off x="5284800" y="41184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40" name="SCHEM_line-0238"/>
              <p:cNvCxnSpPr/>
              <p:nvPr/>
            </p:nvCxnSpPr>
            <p:spPr>
              <a:xfrm flipV="1">
                <a:off x="5284800" y="41688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41" name="SCHEM_line-0239"/>
              <p:cNvCxnSpPr/>
              <p:nvPr/>
            </p:nvCxnSpPr>
            <p:spPr>
              <a:xfrm flipV="1">
                <a:off x="5284800" y="42192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42" name="SCHEM_line-0240"/>
              <p:cNvCxnSpPr/>
              <p:nvPr/>
            </p:nvCxnSpPr>
            <p:spPr>
              <a:xfrm flipV="1">
                <a:off x="5284800" y="42696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43" name="SCHEM_line-0241"/>
              <p:cNvCxnSpPr/>
              <p:nvPr/>
            </p:nvCxnSpPr>
            <p:spPr>
              <a:xfrm flipV="1">
                <a:off x="5284800" y="43200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44" name="SCHEM_line-0242"/>
              <p:cNvCxnSpPr/>
              <p:nvPr/>
            </p:nvCxnSpPr>
            <p:spPr>
              <a:xfrm flipV="1">
                <a:off x="5284800" y="43704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45" name="SCHEM_line-0243"/>
              <p:cNvCxnSpPr/>
              <p:nvPr/>
            </p:nvCxnSpPr>
            <p:spPr>
              <a:xfrm flipV="1">
                <a:off x="5284800" y="44208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46" name="SCHEM_line-0244"/>
              <p:cNvCxnSpPr/>
              <p:nvPr/>
            </p:nvCxnSpPr>
            <p:spPr>
              <a:xfrm flipV="1">
                <a:off x="5284800" y="4471200"/>
                <a:ext cx="180000" cy="50400"/>
              </a:xfrm>
              <a:prstGeom prst="line">
                <a:avLst/>
              </a:prstGeom>
              <a:noFill/>
              <a:ln w="5760" cap="flat">
                <a:solidFill>
                  <a:srgbClr val="292929"/>
                </a:solidFill>
              </a:ln>
              <a:effectLst/>
            </p:spPr>
          </p:cxnSp>
          <p:sp>
            <p:nvSpPr>
              <p:cNvPr id="247" name="SCHEM_path-0245"/>
              <p:cNvSpPr/>
              <p:nvPr/>
            </p:nvSpPr>
            <p:spPr>
              <a:xfrm>
                <a:off x="3506400" y="2376000"/>
                <a:ext cx="828000" cy="828000"/>
              </a:xfrm>
              <a:custGeom>
                <a:avLst/>
                <a:gdLst/>
                <a:ahLst/>
                <a:cxnLst/>
                <a:rect l="0" t="0" r="r" b="b"/>
                <a:pathLst>
                  <a:path w="828000" h="828000">
                    <a:moveTo>
                      <a:pt x="0" y="828000"/>
                    </a:moveTo>
                    <a:lnTo>
                      <a:pt x="0" y="0"/>
                    </a:lnTo>
                    <a:lnTo>
                      <a:pt x="828000" y="0"/>
                    </a:lnTo>
                  </a:path>
                </a:pathLst>
              </a:custGeom>
              <a:noFill/>
              <a:ln w="180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48" name="SCHEM_path-0246"/>
              <p:cNvSpPr/>
              <p:nvPr/>
            </p:nvSpPr>
            <p:spPr>
              <a:xfrm>
                <a:off x="4543200" y="2376000"/>
                <a:ext cx="828000" cy="828000"/>
              </a:xfrm>
              <a:custGeom>
                <a:avLst/>
                <a:gdLst/>
                <a:ahLst/>
                <a:cxnLst/>
                <a:rect l="0" t="0" r="r" b="b"/>
                <a:pathLst>
                  <a:path w="828000" h="828000">
                    <a:moveTo>
                      <a:pt x="0" y="0"/>
                    </a:moveTo>
                    <a:lnTo>
                      <a:pt x="828000" y="0"/>
                    </a:lnTo>
                    <a:lnTo>
                      <a:pt x="828000" y="828000"/>
                    </a:lnTo>
                  </a:path>
                </a:pathLst>
              </a:custGeom>
              <a:noFill/>
              <a:ln w="180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249" name="SCHEM_line-0247"/>
              <p:cNvCxnSpPr/>
              <p:nvPr/>
            </p:nvCxnSpPr>
            <p:spPr>
              <a:xfrm>
                <a:off x="4334400" y="2289600"/>
                <a:ext cx="1" cy="180000"/>
              </a:xfrm>
              <a:prstGeom prst="line">
                <a:avLst/>
              </a:prstGeom>
              <a:noFill/>
              <a:ln w="1800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50" name="SCHEM_line-0248"/>
              <p:cNvCxnSpPr/>
              <p:nvPr/>
            </p:nvCxnSpPr>
            <p:spPr>
              <a:xfrm>
                <a:off x="4543200" y="2210400"/>
                <a:ext cx="1" cy="331200"/>
              </a:xfrm>
              <a:prstGeom prst="line">
                <a:avLst/>
              </a:prstGeom>
              <a:noFill/>
              <a:ln w="1800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51" name="SCHEM_line-0249"/>
              <p:cNvCxnSpPr/>
              <p:nvPr/>
            </p:nvCxnSpPr>
            <p:spPr>
              <a:xfrm>
                <a:off x="4190400" y="2505600"/>
                <a:ext cx="100800" cy="1"/>
              </a:xfrm>
              <a:prstGeom prst="line">
                <a:avLst/>
              </a:prstGeom>
              <a:noFill/>
              <a:ln w="129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52" name="SCHEM_line-0250"/>
              <p:cNvCxnSpPr/>
              <p:nvPr/>
            </p:nvCxnSpPr>
            <p:spPr>
              <a:xfrm>
                <a:off x="4622400" y="2505600"/>
                <a:ext cx="100800" cy="1"/>
              </a:xfrm>
              <a:prstGeom prst="line">
                <a:avLst/>
              </a:prstGeom>
              <a:noFill/>
              <a:ln w="129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53" name="SCHEM_line-0251"/>
              <p:cNvCxnSpPr/>
              <p:nvPr/>
            </p:nvCxnSpPr>
            <p:spPr>
              <a:xfrm>
                <a:off x="4672800" y="2455200"/>
                <a:ext cx="1" cy="100800"/>
              </a:xfrm>
              <a:prstGeom prst="line">
                <a:avLst/>
              </a:prstGeom>
              <a:noFill/>
              <a:ln w="1296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54" name="SCHEM_line-0252"/>
              <p:cNvCxnSpPr/>
              <p:nvPr/>
            </p:nvCxnSpPr>
            <p:spPr>
              <a:xfrm>
                <a:off x="3528000" y="1483200"/>
                <a:ext cx="158400" cy="1"/>
              </a:xfrm>
              <a:prstGeom prst="line">
                <a:avLst/>
              </a:prstGeom>
              <a:noFill/>
              <a:ln w="27360" cap="flat">
                <a:solidFill>
                  <a:srgbClr val="688C33"/>
                </a:solidFill>
                <a:tailEnd type="triangle" w="med" len="med"/>
              </a:ln>
              <a:effectLst/>
            </p:spPr>
          </p:cxnSp>
          <p:cxnSp>
            <p:nvCxnSpPr>
              <p:cNvPr id="255" name="SCHEM_line-0253"/>
              <p:cNvCxnSpPr/>
              <p:nvPr/>
            </p:nvCxnSpPr>
            <p:spPr>
              <a:xfrm>
                <a:off x="5760000" y="2469600"/>
                <a:ext cx="1" cy="151200"/>
              </a:xfrm>
              <a:prstGeom prst="line">
                <a:avLst/>
              </a:prstGeom>
              <a:noFill/>
              <a:ln w="27360" cap="flat">
                <a:solidFill>
                  <a:srgbClr val="688C33"/>
                </a:solidFill>
                <a:tailEnd type="triangle" w="med" len="med"/>
              </a:ln>
              <a:effectLst/>
            </p:spPr>
          </p:cxnSp>
          <p:cxnSp>
            <p:nvCxnSpPr>
              <p:cNvPr id="256" name="SCHEM_line-0254"/>
              <p:cNvCxnSpPr/>
              <p:nvPr/>
            </p:nvCxnSpPr>
            <p:spPr>
              <a:xfrm flipV="1">
                <a:off x="1288800" y="2714400"/>
                <a:ext cx="1" cy="144000"/>
              </a:xfrm>
              <a:prstGeom prst="line">
                <a:avLst/>
              </a:prstGeom>
              <a:noFill/>
              <a:ln w="27360" cap="flat">
                <a:solidFill>
                  <a:srgbClr val="2685B5"/>
                </a:solidFill>
                <a:tailEnd type="triangle" w="med" len="med"/>
              </a:ln>
              <a:effectLst/>
            </p:spPr>
          </p:cxnSp>
          <p:cxnSp>
            <p:nvCxnSpPr>
              <p:cNvPr id="257" name="SCHEM_line-0255"/>
              <p:cNvCxnSpPr/>
              <p:nvPr/>
            </p:nvCxnSpPr>
            <p:spPr>
              <a:xfrm flipV="1">
                <a:off x="1288800" y="1864800"/>
                <a:ext cx="1" cy="136800"/>
              </a:xfrm>
              <a:prstGeom prst="line">
                <a:avLst/>
              </a:prstGeom>
              <a:noFill/>
              <a:ln w="27360" cap="flat">
                <a:solidFill>
                  <a:srgbClr val="2685B5"/>
                </a:solidFill>
                <a:tailEnd type="triangle" w="med" len="med"/>
              </a:ln>
              <a:effectLst/>
            </p:spPr>
          </p:cxnSp>
          <p:cxnSp>
            <p:nvCxnSpPr>
              <p:cNvPr id="258" name="SCHEM_line-0256"/>
              <p:cNvCxnSpPr/>
              <p:nvPr/>
            </p:nvCxnSpPr>
            <p:spPr>
              <a:xfrm flipH="1">
                <a:off x="1908000" y="3484800"/>
                <a:ext cx="180000" cy="1"/>
              </a:xfrm>
              <a:prstGeom prst="line">
                <a:avLst/>
              </a:prstGeom>
              <a:noFill/>
              <a:ln w="27360" cap="flat">
                <a:solidFill>
                  <a:srgbClr val="2685B5"/>
                </a:solidFill>
                <a:tailEnd type="triangle" w="med" len="med"/>
              </a:ln>
              <a:effectLst/>
            </p:spPr>
          </p:cxnSp>
          <p:cxnSp>
            <p:nvCxnSpPr>
              <p:cNvPr id="259" name="SCHEM_line-0257"/>
              <p:cNvCxnSpPr/>
              <p:nvPr/>
            </p:nvCxnSpPr>
            <p:spPr>
              <a:xfrm flipV="1">
                <a:off x="3484800" y="4896000"/>
                <a:ext cx="1" cy="165600"/>
              </a:xfrm>
              <a:prstGeom prst="line">
                <a:avLst/>
              </a:prstGeom>
              <a:noFill/>
              <a:ln w="27360" cap="flat">
                <a:solidFill>
                  <a:srgbClr val="2685B5"/>
                </a:solidFill>
                <a:tailEnd type="triangle" w="med" len="med"/>
              </a:ln>
              <a:effectLst/>
            </p:spPr>
          </p:cxnSp>
          <p:cxnSp>
            <p:nvCxnSpPr>
              <p:cNvPr id="260" name="SCHEM_line-0258"/>
              <p:cNvCxnSpPr/>
              <p:nvPr/>
            </p:nvCxnSpPr>
            <p:spPr>
              <a:xfrm>
                <a:off x="6544800" y="3240000"/>
                <a:ext cx="172800" cy="1"/>
              </a:xfrm>
              <a:prstGeom prst="line">
                <a:avLst/>
              </a:prstGeom>
              <a:noFill/>
              <a:ln w="27360" cap="flat">
                <a:solidFill>
                  <a:srgbClr val="BD6C65"/>
                </a:solidFill>
                <a:tailEnd type="triangle" w="med" len="med"/>
              </a:ln>
              <a:effectLst/>
            </p:spPr>
          </p:cxnSp>
          <p:sp>
            <p:nvSpPr>
              <p:cNvPr id="261" name="SCHEM_ellipse-0259"/>
              <p:cNvSpPr/>
              <p:nvPr/>
            </p:nvSpPr>
            <p:spPr>
              <a:xfrm>
                <a:off x="4435200" y="1332000"/>
                <a:ext cx="302400" cy="302400"/>
              </a:xfrm>
              <a:prstGeom prst="ellipse">
                <a:avLst/>
              </a:prstGeom>
              <a:solidFill>
                <a:srgbClr val="FFFFFF"/>
              </a:solidFill>
              <a:ln w="144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62" name="SCHEM_polygon-0260"/>
              <p:cNvSpPr/>
              <p:nvPr/>
            </p:nvSpPr>
            <p:spPr>
              <a:xfrm>
                <a:off x="4507200" y="1360800"/>
                <a:ext cx="172800" cy="244800"/>
              </a:xfrm>
              <a:custGeom>
                <a:avLst/>
                <a:gdLst/>
                <a:ahLst/>
                <a:cxnLst/>
                <a:rect l="0" t="0" r="r" b="b"/>
                <a:pathLst>
                  <a:path w="172800" h="244800">
                    <a:moveTo>
                      <a:pt x="0" y="0"/>
                    </a:moveTo>
                    <a:lnTo>
                      <a:pt x="172800" y="122400"/>
                    </a:lnTo>
                    <a:lnTo>
                      <a:pt x="0" y="244800"/>
                    </a:lnTo>
                    <a:close/>
                  </a:path>
                </a:pathLst>
              </a:custGeom>
              <a:noFill/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63" name="SCHEM_ellipse-0261"/>
              <p:cNvSpPr/>
              <p:nvPr/>
            </p:nvSpPr>
            <p:spPr>
              <a:xfrm>
                <a:off x="5292000" y="5565600"/>
                <a:ext cx="302400" cy="302400"/>
              </a:xfrm>
              <a:prstGeom prst="ellipse">
                <a:avLst/>
              </a:prstGeom>
              <a:solidFill>
                <a:srgbClr val="FFFFFF"/>
              </a:solidFill>
              <a:ln w="144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64" name="SCHEM_polygon-0262"/>
              <p:cNvSpPr/>
              <p:nvPr/>
            </p:nvSpPr>
            <p:spPr>
              <a:xfrm>
                <a:off x="5349600" y="5594400"/>
                <a:ext cx="172800" cy="244800"/>
              </a:xfrm>
              <a:custGeom>
                <a:avLst/>
                <a:gdLst/>
                <a:ahLst/>
                <a:cxnLst/>
                <a:rect l="0" t="0" r="r" b="b"/>
                <a:pathLst>
                  <a:path w="172800" h="244800">
                    <a:moveTo>
                      <a:pt x="172800" y="0"/>
                    </a:moveTo>
                    <a:lnTo>
                      <a:pt x="0" y="122400"/>
                    </a:lnTo>
                    <a:lnTo>
                      <a:pt x="172800" y="244800"/>
                    </a:lnTo>
                    <a:close/>
                  </a:path>
                </a:pathLst>
              </a:custGeom>
              <a:noFill/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65" name="SCHEM_ellipse-0263"/>
              <p:cNvSpPr/>
              <p:nvPr/>
            </p:nvSpPr>
            <p:spPr>
              <a:xfrm>
                <a:off x="7732800" y="5284800"/>
                <a:ext cx="115200" cy="115200"/>
              </a:xfrm>
              <a:prstGeom prst="ellipse">
                <a:avLst/>
              </a:prstGeom>
              <a:solidFill>
                <a:srgbClr val="FFFFFF"/>
              </a:solidFill>
              <a:ln w="7200" cap="flat">
                <a:solidFill>
                  <a:srgbClr val="CB9287"/>
                </a:solidFill>
              </a:ln>
              <a:effectLst/>
            </p:spPr>
          </p:sp>
          <p:sp>
            <p:nvSpPr>
              <p:cNvPr id="266" name="SCHEM_ellipse-0264"/>
              <p:cNvSpPr/>
              <p:nvPr/>
            </p:nvSpPr>
            <p:spPr>
              <a:xfrm>
                <a:off x="7603200" y="5148000"/>
                <a:ext cx="115200" cy="115200"/>
              </a:xfrm>
              <a:prstGeom prst="ellipse">
                <a:avLst/>
              </a:prstGeom>
              <a:solidFill>
                <a:srgbClr val="FFFFFF"/>
              </a:solidFill>
              <a:ln w="7200" cap="flat">
                <a:solidFill>
                  <a:srgbClr val="CB9287"/>
                </a:solidFill>
              </a:ln>
              <a:effectLst/>
            </p:spPr>
          </p:sp>
          <p:sp>
            <p:nvSpPr>
              <p:cNvPr id="267" name="SCHEM_ellipse-0265"/>
              <p:cNvSpPr/>
              <p:nvPr/>
            </p:nvSpPr>
            <p:spPr>
              <a:xfrm>
                <a:off x="7783200" y="5040000"/>
                <a:ext cx="57600" cy="57600"/>
              </a:xfrm>
              <a:prstGeom prst="ellipse">
                <a:avLst/>
              </a:prstGeom>
              <a:solidFill>
                <a:srgbClr val="FFFFFF"/>
              </a:solidFill>
              <a:ln w="7200" cap="flat">
                <a:solidFill>
                  <a:srgbClr val="CB9287"/>
                </a:solidFill>
              </a:ln>
              <a:effectLst/>
            </p:spPr>
          </p:sp>
          <p:sp>
            <p:nvSpPr>
              <p:cNvPr id="268" name="SCHEM_ellipse-0266"/>
              <p:cNvSpPr/>
              <p:nvPr/>
            </p:nvSpPr>
            <p:spPr>
              <a:xfrm>
                <a:off x="7862400" y="4910400"/>
                <a:ext cx="100800" cy="100800"/>
              </a:xfrm>
              <a:prstGeom prst="ellipse">
                <a:avLst/>
              </a:prstGeom>
              <a:solidFill>
                <a:srgbClr val="FFFFFF"/>
              </a:solidFill>
              <a:ln w="7200" cap="flat">
                <a:solidFill>
                  <a:srgbClr val="CB9287"/>
                </a:solidFill>
              </a:ln>
              <a:effectLst/>
            </p:spPr>
          </p:sp>
          <p:sp>
            <p:nvSpPr>
              <p:cNvPr id="269" name="SCHEM_ellipse-0267"/>
              <p:cNvSpPr/>
              <p:nvPr/>
            </p:nvSpPr>
            <p:spPr>
              <a:xfrm>
                <a:off x="7689600" y="4744800"/>
                <a:ext cx="72000" cy="72000"/>
              </a:xfrm>
              <a:prstGeom prst="ellipse">
                <a:avLst/>
              </a:prstGeom>
              <a:solidFill>
                <a:srgbClr val="FFFFFF"/>
              </a:solidFill>
              <a:ln w="7200" cap="flat">
                <a:solidFill>
                  <a:srgbClr val="CB9287"/>
                </a:solidFill>
              </a:ln>
              <a:effectLst/>
            </p:spPr>
          </p:sp>
          <p:sp>
            <p:nvSpPr>
              <p:cNvPr id="270" name="SCHEM_ellipse-0268"/>
              <p:cNvSpPr/>
              <p:nvPr/>
            </p:nvSpPr>
            <p:spPr>
              <a:xfrm>
                <a:off x="7790400" y="4680000"/>
                <a:ext cx="57600" cy="57600"/>
              </a:xfrm>
              <a:prstGeom prst="ellipse">
                <a:avLst/>
              </a:prstGeom>
              <a:solidFill>
                <a:srgbClr val="FFFFFF"/>
              </a:solidFill>
              <a:ln w="7200" cap="flat">
                <a:solidFill>
                  <a:srgbClr val="CB9287"/>
                </a:solidFill>
              </a:ln>
              <a:effectLst/>
            </p:spPr>
          </p:sp>
          <p:sp>
            <p:nvSpPr>
              <p:cNvPr id="271" name="SCHEM_ellipse-0269"/>
              <p:cNvSpPr/>
              <p:nvPr/>
            </p:nvSpPr>
            <p:spPr>
              <a:xfrm>
                <a:off x="7833600" y="4600800"/>
                <a:ext cx="57600" cy="57600"/>
              </a:xfrm>
              <a:prstGeom prst="ellipse">
                <a:avLst/>
              </a:prstGeom>
              <a:solidFill>
                <a:srgbClr val="FFFFFF"/>
              </a:solidFill>
              <a:ln w="7200" cap="flat">
                <a:solidFill>
                  <a:srgbClr val="CB9287"/>
                </a:solidFill>
              </a:ln>
              <a:effectLst/>
            </p:spPr>
          </p:sp>
          <p:sp>
            <p:nvSpPr>
              <p:cNvPr id="272" name="SCHEM_rect-0270"/>
              <p:cNvSpPr/>
              <p:nvPr/>
            </p:nvSpPr>
            <p:spPr>
              <a:xfrm>
                <a:off x="7761600" y="3808800"/>
                <a:ext cx="172800" cy="187200"/>
              </a:xfrm>
              <a:prstGeom prst="rect">
                <a:avLst/>
              </a:prstGeom>
              <a:solidFill>
                <a:srgbClr val="FFFFFF"/>
              </a:solidFill>
              <a:ln w="9360" cap="flat">
                <a:noFill/>
              </a:ln>
              <a:effectLst/>
            </p:spPr>
          </p:sp>
          <p:cxnSp>
            <p:nvCxnSpPr>
              <p:cNvPr id="273" name="SCHEM_line-0271"/>
              <p:cNvCxnSpPr/>
              <p:nvPr/>
            </p:nvCxnSpPr>
            <p:spPr>
              <a:xfrm>
                <a:off x="7761600" y="3808800"/>
                <a:ext cx="1" cy="180000"/>
              </a:xfrm>
              <a:prstGeom prst="line">
                <a:avLst/>
              </a:prstGeom>
              <a:noFill/>
              <a:ln w="1008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274" name="SCHEM_line-0272"/>
              <p:cNvCxnSpPr/>
              <p:nvPr/>
            </p:nvCxnSpPr>
            <p:spPr>
              <a:xfrm>
                <a:off x="7934400" y="3808800"/>
                <a:ext cx="1" cy="180000"/>
              </a:xfrm>
              <a:prstGeom prst="line">
                <a:avLst/>
              </a:prstGeom>
              <a:noFill/>
              <a:ln w="10080" cap="flat">
                <a:solidFill>
                  <a:srgbClr val="292929"/>
                </a:solidFill>
              </a:ln>
              <a:effectLst/>
            </p:spPr>
          </p:cxnSp>
        </p:grpSp>
        <p:cxnSp>
          <p:nvCxnSpPr>
            <p:cNvPr id="275" name="SCHEM_line-0273"/>
            <p:cNvCxnSpPr/>
            <p:nvPr/>
          </p:nvCxnSpPr>
          <p:spPr>
            <a:xfrm>
              <a:off x="468000" y="612000"/>
              <a:ext cx="907200" cy="1"/>
            </a:xfrm>
            <a:prstGeom prst="line">
              <a:avLst/>
            </a:prstGeom>
            <a:noFill/>
            <a:ln w="17280" cap="flat">
              <a:solidFill>
                <a:srgbClr val="2685B5"/>
              </a:solidFill>
              <a:prstDash val="dash"/>
              <a:tailEnd type="triangle" w="med" len="med"/>
            </a:ln>
            <a:effectLst/>
          </p:spPr>
        </p:cxnSp>
        <p:sp>
          <p:nvSpPr>
            <p:cNvPr id="276" name="SCHEM_text-0274"/>
            <p:cNvSpPr txBox="1"/>
            <p:nvPr/>
          </p:nvSpPr>
          <p:spPr>
            <a:xfrm>
              <a:off x="122400" y="331200"/>
              <a:ext cx="1584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Ambient air</a:t>
              </a:r>
              <a:endParaRPr lang="en-US" sz="1417"/>
            </a:p>
          </p:txBody>
        </p:sp>
        <p:cxnSp>
          <p:nvCxnSpPr>
            <p:cNvPr id="277" name="SCHEM_line-0275"/>
            <p:cNvCxnSpPr/>
            <p:nvPr/>
          </p:nvCxnSpPr>
          <p:spPr>
            <a:xfrm flipV="1">
              <a:off x="2232000" y="273600"/>
              <a:ext cx="1" cy="684000"/>
            </a:xfrm>
            <a:prstGeom prst="line">
              <a:avLst/>
            </a:prstGeom>
            <a:noFill/>
            <a:ln w="17280" cap="flat">
              <a:solidFill>
                <a:srgbClr val="2685B5"/>
              </a:solidFill>
              <a:prstDash val="dash"/>
              <a:tailEnd type="triangle" w="med" len="med"/>
            </a:ln>
            <a:effectLst/>
          </p:spPr>
        </p:cxnSp>
        <p:sp>
          <p:nvSpPr>
            <p:cNvPr id="278" name="SCHEM_text-0276"/>
            <p:cNvSpPr txBox="1"/>
            <p:nvPr/>
          </p:nvSpPr>
          <p:spPr>
            <a:xfrm>
              <a:off x="1886400" y="57600"/>
              <a:ext cx="1368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Air outlet</a:t>
              </a:r>
              <a:endParaRPr lang="en-US" sz="1417"/>
            </a:p>
          </p:txBody>
        </p:sp>
        <p:cxnSp>
          <p:nvCxnSpPr>
            <p:cNvPr id="279" name="SCHEM_line-0277"/>
            <p:cNvCxnSpPr/>
            <p:nvPr/>
          </p:nvCxnSpPr>
          <p:spPr>
            <a:xfrm>
              <a:off x="2736000" y="367200"/>
              <a:ext cx="1" cy="309600"/>
            </a:xfrm>
            <a:prstGeom prst="line">
              <a:avLst/>
            </a:prstGeom>
            <a:noFill/>
            <a:ln w="36000" cap="flat">
              <a:solidFill>
                <a:srgbClr val="6CB9DF"/>
              </a:solidFill>
              <a:tailEnd type="triangle" w="med" len="med"/>
            </a:ln>
            <a:effectLst/>
          </p:spPr>
        </p:cxnSp>
        <p:sp>
          <p:nvSpPr>
            <p:cNvPr id="280" name="SCHEM_text-0278"/>
            <p:cNvSpPr txBox="1"/>
            <p:nvPr/>
          </p:nvSpPr>
          <p:spPr>
            <a:xfrm>
              <a:off x="2916000" y="100800"/>
              <a:ext cx="1296000" cy="522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Water</a:t>
              </a:r>
              <a:endParaRPr lang="en-US" sz="1417"/>
            </a:p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makeup</a:t>
              </a:r>
              <a:endParaRPr lang="en-US" sz="1417"/>
            </a:p>
          </p:txBody>
        </p:sp>
        <p:sp>
          <p:nvSpPr>
            <p:cNvPr id="281" name="SCHEM_text-0279"/>
            <p:cNvSpPr txBox="1"/>
            <p:nvPr/>
          </p:nvSpPr>
          <p:spPr>
            <a:xfrm>
              <a:off x="1476000" y="1915200"/>
              <a:ext cx="1800000" cy="2887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CO₂ absorption</a:t>
              </a:r>
              <a:endParaRPr lang="en-US" sz="1474"/>
            </a:p>
          </p:txBody>
        </p:sp>
        <p:sp>
          <p:nvSpPr>
            <p:cNvPr id="282" name="SCHEM_text-0280"/>
            <p:cNvSpPr txBox="1"/>
            <p:nvPr/>
          </p:nvSpPr>
          <p:spPr>
            <a:xfrm>
              <a:off x="3830400" y="928800"/>
              <a:ext cx="2160000" cy="541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CO₂-loaded solution</a:t>
              </a:r>
              <a:endParaRPr lang="en-US" sz="1474"/>
            </a:p>
            <a:p>
              <a:pPr algn="ctr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(NRH₂-rich)</a:t>
              </a:r>
              <a:endParaRPr lang="en-US" sz="1474"/>
            </a:p>
          </p:txBody>
        </p:sp>
        <p:sp>
          <p:nvSpPr>
            <p:cNvPr id="283" name="SCHEM_text-0281"/>
            <p:cNvSpPr txBox="1"/>
            <p:nvPr/>
          </p:nvSpPr>
          <p:spPr>
            <a:xfrm>
              <a:off x="4356000" y="1656000"/>
              <a:ext cx="792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Pump</a:t>
              </a:r>
              <a:endParaRPr lang="en-US" sz="1361"/>
            </a:p>
          </p:txBody>
        </p:sp>
        <p:sp>
          <p:nvSpPr>
            <p:cNvPr id="284" name="SCHEM_text-0282"/>
            <p:cNvSpPr txBox="1"/>
            <p:nvPr/>
          </p:nvSpPr>
          <p:spPr>
            <a:xfrm>
              <a:off x="3945600" y="2037600"/>
              <a:ext cx="2016000" cy="2887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Electrical input</a:t>
              </a:r>
              <a:endParaRPr lang="en-US" sz="1474"/>
            </a:p>
          </p:txBody>
        </p:sp>
        <p:sp>
          <p:nvSpPr>
            <p:cNvPr id="285" name="SCHEM_text-0283"/>
            <p:cNvSpPr txBox="1"/>
            <p:nvPr/>
          </p:nvSpPr>
          <p:spPr>
            <a:xfrm>
              <a:off x="1476000" y="2980800"/>
              <a:ext cx="1620000" cy="522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Reduced solution</a:t>
              </a:r>
              <a:endParaRPr lang="en-US" sz="1417"/>
            </a:p>
            <a:p>
              <a:pPr algn="ctr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(NRH₂)</a:t>
              </a:r>
              <a:endParaRPr lang="en-US" sz="1417"/>
            </a:p>
          </p:txBody>
        </p:sp>
        <p:sp>
          <p:nvSpPr>
            <p:cNvPr id="286" name="SCHEM_text-0284"/>
            <p:cNvSpPr txBox="1"/>
            <p:nvPr/>
          </p:nvSpPr>
          <p:spPr>
            <a:xfrm>
              <a:off x="6170400" y="2721600"/>
              <a:ext cx="2052000" cy="522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Oxidized solution</a:t>
              </a:r>
              <a:endParaRPr lang="en-US" sz="1417"/>
            </a:p>
            <a:p>
              <a:pPr algn="ctr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(NR)</a:t>
              </a:r>
              <a:endParaRPr lang="en-US" sz="1417"/>
            </a:p>
          </p:txBody>
        </p:sp>
        <p:sp>
          <p:nvSpPr>
            <p:cNvPr id="287" name="SCHEM_text-0285"/>
            <p:cNvSpPr txBox="1"/>
            <p:nvPr/>
          </p:nvSpPr>
          <p:spPr>
            <a:xfrm>
              <a:off x="3672000" y="3549600"/>
              <a:ext cx="705600" cy="502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NR</a:t>
              </a:r>
              <a:endParaRPr lang="en-US" sz="1361"/>
            </a:p>
            <a:p>
              <a:pPr algn="ctr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→ NRH₂</a:t>
              </a:r>
              <a:endParaRPr lang="en-US" sz="1361"/>
            </a:p>
          </p:txBody>
        </p:sp>
        <p:sp>
          <p:nvSpPr>
            <p:cNvPr id="288" name="SCHEM_text-0286"/>
            <p:cNvSpPr txBox="1"/>
            <p:nvPr/>
          </p:nvSpPr>
          <p:spPr>
            <a:xfrm>
              <a:off x="4651200" y="3549600"/>
              <a:ext cx="597600" cy="502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NRH₂</a:t>
              </a:r>
              <a:endParaRPr lang="en-US" sz="1361"/>
            </a:p>
            <a:p>
              <a:pPr algn="ctr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→ NR</a:t>
              </a:r>
              <a:endParaRPr lang="en-US" sz="1361"/>
            </a:p>
          </p:txBody>
        </p:sp>
        <p:sp>
          <p:nvSpPr>
            <p:cNvPr id="289" name="SCHEM_text-0287"/>
            <p:cNvSpPr txBox="1"/>
            <p:nvPr/>
          </p:nvSpPr>
          <p:spPr>
            <a:xfrm>
              <a:off x="3664800" y="4104000"/>
              <a:ext cx="734400" cy="502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Alkalinity</a:t>
              </a:r>
              <a:endParaRPr lang="en-US" sz="1361"/>
            </a:p>
            <a:p>
              <a:pPr algn="ctr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increase</a:t>
              </a:r>
              <a:endParaRPr lang="en-US" sz="1361"/>
            </a:p>
          </p:txBody>
        </p:sp>
        <p:sp>
          <p:nvSpPr>
            <p:cNvPr id="290" name="SCHEM_text-0288"/>
            <p:cNvSpPr txBox="1"/>
            <p:nvPr/>
          </p:nvSpPr>
          <p:spPr>
            <a:xfrm>
              <a:off x="4665600" y="4104000"/>
              <a:ext cx="590400" cy="502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CO₂</a:t>
              </a:r>
              <a:endParaRPr lang="en-US" sz="1361"/>
            </a:p>
            <a:p>
              <a:pPr algn="ctr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release</a:t>
              </a:r>
              <a:endParaRPr lang="en-US" sz="1361"/>
            </a:p>
          </p:txBody>
        </p:sp>
        <p:sp>
          <p:nvSpPr>
            <p:cNvPr id="291" name="SCHEM_text-0289"/>
            <p:cNvSpPr txBox="1"/>
            <p:nvPr/>
          </p:nvSpPr>
          <p:spPr>
            <a:xfrm>
              <a:off x="3103200" y="4636800"/>
              <a:ext cx="1245600" cy="2498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Cathodic chamber</a:t>
              </a:r>
              <a:endParaRPr lang="en-US" sz="1247"/>
            </a:p>
          </p:txBody>
        </p:sp>
        <p:sp>
          <p:nvSpPr>
            <p:cNvPr id="292" name="SCHEM_text-0290"/>
            <p:cNvSpPr txBox="1"/>
            <p:nvPr/>
          </p:nvSpPr>
          <p:spPr>
            <a:xfrm>
              <a:off x="4593600" y="4636800"/>
              <a:ext cx="1267200" cy="2498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Anodic chamber</a:t>
              </a:r>
              <a:endParaRPr lang="en-US" sz="1247"/>
            </a:p>
          </p:txBody>
        </p:sp>
        <p:sp>
          <p:nvSpPr>
            <p:cNvPr id="293" name="SCHEM_text-0291"/>
            <p:cNvSpPr txBox="1"/>
            <p:nvPr/>
          </p:nvSpPr>
          <p:spPr>
            <a:xfrm>
              <a:off x="2102400" y="3945600"/>
              <a:ext cx="892800" cy="483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Carbon felt</a:t>
              </a:r>
              <a:endParaRPr lang="en-US" sz="1304"/>
            </a:p>
            <a:p>
              <a:pPr algn="ctr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electrode</a:t>
              </a:r>
              <a:endParaRPr lang="en-US" sz="1304"/>
            </a:p>
          </p:txBody>
        </p:sp>
        <p:cxnSp>
          <p:nvCxnSpPr>
            <p:cNvPr id="294" name="SCHEM_line-0292"/>
            <p:cNvCxnSpPr/>
            <p:nvPr/>
          </p:nvCxnSpPr>
          <p:spPr>
            <a:xfrm flipV="1">
              <a:off x="2937600" y="3787200"/>
              <a:ext cx="489600" cy="2304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295" name="SCHEM_ellipse-0293"/>
            <p:cNvSpPr/>
            <p:nvPr/>
          </p:nvSpPr>
          <p:spPr>
            <a:xfrm>
              <a:off x="3405600" y="37656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296" name="SCHEM_text-0294"/>
            <p:cNvSpPr txBox="1"/>
            <p:nvPr/>
          </p:nvSpPr>
          <p:spPr>
            <a:xfrm>
              <a:off x="6012000" y="3924000"/>
              <a:ext cx="1108800" cy="483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Carbon felt</a:t>
              </a:r>
              <a:endParaRPr lang="en-US" sz="1304"/>
            </a:p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electrode</a:t>
              </a:r>
              <a:endParaRPr lang="en-US" sz="1304"/>
            </a:p>
          </p:txBody>
        </p:sp>
        <p:cxnSp>
          <p:nvCxnSpPr>
            <p:cNvPr id="297" name="SCHEM_line-0295"/>
            <p:cNvCxnSpPr/>
            <p:nvPr/>
          </p:nvCxnSpPr>
          <p:spPr>
            <a:xfrm flipH="1" flipV="1">
              <a:off x="5464800" y="3772800"/>
              <a:ext cx="540000" cy="2160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298" name="SCHEM_ellipse-0296"/>
            <p:cNvSpPr/>
            <p:nvPr/>
          </p:nvSpPr>
          <p:spPr>
            <a:xfrm>
              <a:off x="5443200" y="37512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299" name="SCHEM_text-0297"/>
            <p:cNvSpPr txBox="1"/>
            <p:nvPr/>
          </p:nvSpPr>
          <p:spPr>
            <a:xfrm>
              <a:off x="3902400" y="5018400"/>
              <a:ext cx="1584000" cy="483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Anion exchange</a:t>
              </a:r>
              <a:endParaRPr lang="en-US" sz="1304"/>
            </a:p>
            <a:p>
              <a:pPr algn="ctr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membrane</a:t>
              </a:r>
              <a:endParaRPr lang="en-US" sz="1304"/>
            </a:p>
          </p:txBody>
        </p:sp>
        <p:cxnSp>
          <p:nvCxnSpPr>
            <p:cNvPr id="300" name="SCHEM_line-0298"/>
            <p:cNvCxnSpPr/>
            <p:nvPr/>
          </p:nvCxnSpPr>
          <p:spPr>
            <a:xfrm flipH="1" flipV="1">
              <a:off x="4449600" y="4564800"/>
              <a:ext cx="14400" cy="4392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301" name="SCHEM_ellipse-0299"/>
            <p:cNvSpPr/>
            <p:nvPr/>
          </p:nvSpPr>
          <p:spPr>
            <a:xfrm>
              <a:off x="4428000" y="45432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cxnSp>
          <p:nvCxnSpPr>
            <p:cNvPr id="302" name="SCHEM_line-0300"/>
            <p:cNvCxnSpPr/>
            <p:nvPr/>
          </p:nvCxnSpPr>
          <p:spPr>
            <a:xfrm flipV="1">
              <a:off x="7862400" y="3348000"/>
              <a:ext cx="1" cy="1245600"/>
            </a:xfrm>
            <a:prstGeom prst="line">
              <a:avLst/>
            </a:prstGeom>
            <a:noFill/>
            <a:ln w="18000" cap="flat">
              <a:solidFill>
                <a:srgbClr val="2685B5"/>
              </a:solidFill>
              <a:prstDash val="dash"/>
              <a:tailEnd type="triangle" w="med" len="med"/>
            </a:ln>
            <a:effectLst/>
          </p:spPr>
        </p:cxnSp>
        <p:sp>
          <p:nvSpPr>
            <p:cNvPr id="303" name="SCHEM_text-0301"/>
            <p:cNvSpPr txBox="1"/>
            <p:nvPr/>
          </p:nvSpPr>
          <p:spPr>
            <a:xfrm>
              <a:off x="7740000" y="3139200"/>
              <a:ext cx="1130400" cy="259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Separated CO₂</a:t>
              </a:r>
              <a:endParaRPr lang="en-US" sz="1304"/>
            </a:p>
          </p:txBody>
        </p:sp>
        <p:sp>
          <p:nvSpPr>
            <p:cNvPr id="304" name="SCHEM_text-0302"/>
            <p:cNvSpPr txBox="1"/>
            <p:nvPr/>
          </p:nvSpPr>
          <p:spPr>
            <a:xfrm>
              <a:off x="7380000" y="5616000"/>
              <a:ext cx="1490400" cy="2887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CO₂ release</a:t>
              </a:r>
              <a:endParaRPr lang="en-US" sz="1474"/>
            </a:p>
          </p:txBody>
        </p:sp>
        <p:sp>
          <p:nvSpPr>
            <p:cNvPr id="305" name="SCHEM_text-0303"/>
            <p:cNvSpPr txBox="1"/>
            <p:nvPr/>
          </p:nvSpPr>
          <p:spPr>
            <a:xfrm>
              <a:off x="5248800" y="5911200"/>
              <a:ext cx="792000" cy="259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Pump</a:t>
              </a:r>
              <a:endParaRPr lang="en-US" sz="1304"/>
            </a:p>
          </p:txBody>
        </p:sp>
        <p:cxnSp>
          <p:nvCxnSpPr>
            <p:cNvPr id="306" name="SCHEM_line-0304"/>
            <p:cNvCxnSpPr/>
            <p:nvPr/>
          </p:nvCxnSpPr>
          <p:spPr>
            <a:xfrm>
              <a:off x="8899200" y="324000"/>
              <a:ext cx="1" cy="5839200"/>
            </a:xfrm>
            <a:prstGeom prst="line">
              <a:avLst/>
            </a:prstGeom>
            <a:noFill/>
            <a:ln w="10800" cap="flat">
              <a:solidFill>
                <a:srgbClr val="7E7E78"/>
              </a:solidFill>
              <a:prstDash val="dash"/>
            </a:ln>
            <a:effectLst/>
          </p:spPr>
        </p:cxnSp>
        <p:sp>
          <p:nvSpPr>
            <p:cNvPr id="307" name="SCHEM_text-0305"/>
            <p:cNvSpPr txBox="1"/>
            <p:nvPr/>
          </p:nvSpPr>
          <p:spPr>
            <a:xfrm>
              <a:off x="9122400" y="360000"/>
              <a:ext cx="2376000" cy="3081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8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Four-stage flow cycle</a:t>
              </a:r>
              <a:endParaRPr lang="en-US" sz="1587"/>
            </a:p>
          </p:txBody>
        </p:sp>
        <p:sp>
          <p:nvSpPr>
            <p:cNvPr id="308" name="SCHEM_ellipse-0306"/>
            <p:cNvSpPr/>
            <p:nvPr/>
          </p:nvSpPr>
          <p:spPr>
            <a:xfrm>
              <a:off x="9158400" y="727200"/>
              <a:ext cx="259200" cy="259200"/>
            </a:xfrm>
            <a:prstGeom prst="ellipse">
              <a:avLst/>
            </a:prstGeom>
            <a:solidFill>
              <a:srgbClr val="E5B1AF"/>
            </a:solidFill>
            <a:ln w="9360" cap="flat">
              <a:noFill/>
            </a:ln>
            <a:effectLst/>
          </p:spPr>
        </p:sp>
        <p:sp>
          <p:nvSpPr>
            <p:cNvPr id="309" name="SCHEM_text-0307"/>
            <p:cNvSpPr txBox="1"/>
            <p:nvPr/>
          </p:nvSpPr>
          <p:spPr>
            <a:xfrm>
              <a:off x="9158400" y="712800"/>
              <a:ext cx="259200" cy="3373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757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1</a:t>
              </a:r>
              <a:endParaRPr lang="en-US" sz="1757"/>
            </a:p>
          </p:txBody>
        </p:sp>
        <p:sp>
          <p:nvSpPr>
            <p:cNvPr id="310" name="SCHEM_text-0308"/>
            <p:cNvSpPr txBox="1"/>
            <p:nvPr/>
          </p:nvSpPr>
          <p:spPr>
            <a:xfrm>
              <a:off x="9547200" y="691200"/>
              <a:ext cx="1951200" cy="483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Release reservoir</a:t>
              </a:r>
              <a:endParaRPr lang="en-US" sz="1304"/>
            </a:p>
            <a:p>
              <a:pPr algn="l">
                <a:buNone/>
              </a:pPr>
              <a:r>
                <a:rPr lang="en-US" sz="130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→ Cathode</a:t>
              </a:r>
              <a:endParaRPr lang="en-US" sz="1304"/>
            </a:p>
          </p:txBody>
        </p:sp>
        <p:sp>
          <p:nvSpPr>
            <p:cNvPr id="311" name="SCHEM_text-0309"/>
            <p:cNvSpPr txBox="1"/>
            <p:nvPr/>
          </p:nvSpPr>
          <p:spPr>
            <a:xfrm>
              <a:off x="9547200" y="1065600"/>
              <a:ext cx="19584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(oxidized solution, NR)</a:t>
              </a:r>
              <a:endParaRPr lang="en-US" sz="1191"/>
            </a:p>
          </p:txBody>
        </p:sp>
        <p:sp>
          <p:nvSpPr>
            <p:cNvPr id="312" name="SCHEM_ellipse-0310"/>
            <p:cNvSpPr/>
            <p:nvPr/>
          </p:nvSpPr>
          <p:spPr>
            <a:xfrm>
              <a:off x="9158400" y="1382400"/>
              <a:ext cx="259200" cy="259200"/>
            </a:xfrm>
            <a:prstGeom prst="ellipse">
              <a:avLst/>
            </a:prstGeom>
            <a:solidFill>
              <a:srgbClr val="6CB9DF"/>
            </a:solidFill>
            <a:ln w="9360" cap="flat">
              <a:noFill/>
            </a:ln>
            <a:effectLst/>
          </p:spPr>
        </p:sp>
        <p:sp>
          <p:nvSpPr>
            <p:cNvPr id="313" name="SCHEM_text-0311"/>
            <p:cNvSpPr txBox="1"/>
            <p:nvPr/>
          </p:nvSpPr>
          <p:spPr>
            <a:xfrm>
              <a:off x="9158400" y="1368000"/>
              <a:ext cx="259200" cy="3373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757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2</a:t>
              </a:r>
              <a:endParaRPr lang="en-US" sz="1757"/>
            </a:p>
          </p:txBody>
        </p:sp>
        <p:sp>
          <p:nvSpPr>
            <p:cNvPr id="314" name="SCHEM_text-0312"/>
            <p:cNvSpPr txBox="1"/>
            <p:nvPr/>
          </p:nvSpPr>
          <p:spPr>
            <a:xfrm>
              <a:off x="9547200" y="1346400"/>
              <a:ext cx="1951200" cy="259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Cathode → Absorber</a:t>
              </a:r>
              <a:endParaRPr lang="en-US" sz="1304"/>
            </a:p>
          </p:txBody>
        </p:sp>
        <p:sp>
          <p:nvSpPr>
            <p:cNvPr id="315" name="SCHEM_text-0313"/>
            <p:cNvSpPr txBox="1"/>
            <p:nvPr/>
          </p:nvSpPr>
          <p:spPr>
            <a:xfrm>
              <a:off x="9547200" y="1569600"/>
              <a:ext cx="19584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(reduced solution, NRH₂)</a:t>
              </a:r>
              <a:endParaRPr lang="en-US" sz="1191"/>
            </a:p>
          </p:txBody>
        </p:sp>
        <p:sp>
          <p:nvSpPr>
            <p:cNvPr id="316" name="SCHEM_ellipse-0314"/>
            <p:cNvSpPr/>
            <p:nvPr/>
          </p:nvSpPr>
          <p:spPr>
            <a:xfrm>
              <a:off x="9158400" y="1864800"/>
              <a:ext cx="259200" cy="259200"/>
            </a:xfrm>
            <a:prstGeom prst="ellipse">
              <a:avLst/>
            </a:prstGeom>
            <a:solidFill>
              <a:srgbClr val="8FAE65"/>
            </a:solidFill>
            <a:ln w="9360" cap="flat">
              <a:noFill/>
            </a:ln>
            <a:effectLst/>
          </p:spPr>
        </p:sp>
        <p:sp>
          <p:nvSpPr>
            <p:cNvPr id="317" name="SCHEM_text-0315"/>
            <p:cNvSpPr txBox="1"/>
            <p:nvPr/>
          </p:nvSpPr>
          <p:spPr>
            <a:xfrm>
              <a:off x="9158400" y="1850400"/>
              <a:ext cx="259200" cy="3373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757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3</a:t>
              </a:r>
              <a:endParaRPr lang="en-US" sz="1757"/>
            </a:p>
          </p:txBody>
        </p:sp>
        <p:sp>
          <p:nvSpPr>
            <p:cNvPr id="318" name="SCHEM_text-0316"/>
            <p:cNvSpPr txBox="1"/>
            <p:nvPr/>
          </p:nvSpPr>
          <p:spPr>
            <a:xfrm>
              <a:off x="9547200" y="1828800"/>
              <a:ext cx="1951200" cy="259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Absorber → Anode</a:t>
              </a:r>
              <a:endParaRPr lang="en-US" sz="1304"/>
            </a:p>
          </p:txBody>
        </p:sp>
        <p:sp>
          <p:nvSpPr>
            <p:cNvPr id="319" name="SCHEM_text-0317"/>
            <p:cNvSpPr txBox="1"/>
            <p:nvPr/>
          </p:nvSpPr>
          <p:spPr>
            <a:xfrm>
              <a:off x="9547200" y="2052000"/>
              <a:ext cx="19584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(CO₂-loaded solution,</a:t>
              </a:r>
              <a:endParaRPr lang="en-US" sz="1191"/>
            </a:p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NRH₂-rich)</a:t>
              </a:r>
              <a:endParaRPr lang="en-US" sz="1191"/>
            </a:p>
          </p:txBody>
        </p:sp>
        <p:sp>
          <p:nvSpPr>
            <p:cNvPr id="320" name="SCHEM_ellipse-0318"/>
            <p:cNvSpPr/>
            <p:nvPr/>
          </p:nvSpPr>
          <p:spPr>
            <a:xfrm>
              <a:off x="9158400" y="2534400"/>
              <a:ext cx="259200" cy="259200"/>
            </a:xfrm>
            <a:prstGeom prst="ellipse">
              <a:avLst/>
            </a:prstGeom>
            <a:solidFill>
              <a:srgbClr val="E5B1AF"/>
            </a:solidFill>
            <a:ln w="9360" cap="flat">
              <a:noFill/>
            </a:ln>
            <a:effectLst/>
          </p:spPr>
        </p:sp>
        <p:sp>
          <p:nvSpPr>
            <p:cNvPr id="321" name="SCHEM_text-0319"/>
            <p:cNvSpPr txBox="1"/>
            <p:nvPr/>
          </p:nvSpPr>
          <p:spPr>
            <a:xfrm>
              <a:off x="9158400" y="2520000"/>
              <a:ext cx="259200" cy="3373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757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4</a:t>
              </a:r>
              <a:endParaRPr lang="en-US" sz="1757"/>
            </a:p>
          </p:txBody>
        </p:sp>
        <p:sp>
          <p:nvSpPr>
            <p:cNvPr id="322" name="SCHEM_text-0320"/>
            <p:cNvSpPr txBox="1"/>
            <p:nvPr/>
          </p:nvSpPr>
          <p:spPr>
            <a:xfrm>
              <a:off x="9547200" y="2498400"/>
              <a:ext cx="1951200" cy="2304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3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Anode → Release reservoir</a:t>
              </a:r>
              <a:endParaRPr lang="en-US" sz="1134"/>
            </a:p>
          </p:txBody>
        </p:sp>
        <p:sp>
          <p:nvSpPr>
            <p:cNvPr id="323" name="SCHEM_text-0321"/>
            <p:cNvSpPr txBox="1"/>
            <p:nvPr/>
          </p:nvSpPr>
          <p:spPr>
            <a:xfrm>
              <a:off x="9547200" y="2721600"/>
              <a:ext cx="19584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(oxidized solution, NR)</a:t>
              </a:r>
              <a:endParaRPr lang="en-US" sz="1191"/>
            </a:p>
          </p:txBody>
        </p:sp>
        <p:sp>
          <p:nvSpPr>
            <p:cNvPr id="324" name="SCHEM_text-0322"/>
            <p:cNvSpPr txBox="1"/>
            <p:nvPr/>
          </p:nvSpPr>
          <p:spPr>
            <a:xfrm>
              <a:off x="9158400" y="3031200"/>
              <a:ext cx="2268000" cy="3081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8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Cell reactions</a:t>
              </a:r>
              <a:endParaRPr lang="en-US" sz="1587"/>
            </a:p>
          </p:txBody>
        </p:sp>
        <p:sp>
          <p:nvSpPr>
            <p:cNvPr id="325" name="SCHEM_rect-0323"/>
            <p:cNvSpPr/>
            <p:nvPr/>
          </p:nvSpPr>
          <p:spPr>
            <a:xfrm>
              <a:off x="9172800" y="3297600"/>
              <a:ext cx="2116800" cy="943200"/>
            </a:xfrm>
            <a:prstGeom prst="rect">
              <a:avLst/>
            </a:prstGeom>
            <a:solidFill>
              <a:srgbClr val="D9EDF8"/>
            </a:solidFill>
            <a:ln w="7200" cap="flat">
              <a:solidFill>
                <a:srgbClr val="9BCBE2"/>
              </a:solidFill>
            </a:ln>
            <a:effectLst/>
          </p:spPr>
        </p:sp>
        <p:sp>
          <p:nvSpPr>
            <p:cNvPr id="326" name="SCHEM_text-0324"/>
            <p:cNvSpPr txBox="1"/>
            <p:nvPr/>
          </p:nvSpPr>
          <p:spPr>
            <a:xfrm>
              <a:off x="9280800" y="3333600"/>
              <a:ext cx="1922400" cy="259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30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Cathodic reduction</a:t>
              </a:r>
              <a:endParaRPr lang="en-US" sz="1304"/>
            </a:p>
          </p:txBody>
        </p:sp>
        <p:sp>
          <p:nvSpPr>
            <p:cNvPr id="327" name="SCHEM_text-0325"/>
            <p:cNvSpPr txBox="1"/>
            <p:nvPr/>
          </p:nvSpPr>
          <p:spPr>
            <a:xfrm>
              <a:off x="9280800" y="3535200"/>
              <a:ext cx="1922400" cy="2498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(in cathodic chamber)</a:t>
              </a:r>
              <a:endParaRPr lang="en-US" sz="1247"/>
            </a:p>
          </p:txBody>
        </p:sp>
        <p:sp>
          <p:nvSpPr>
            <p:cNvPr id="328" name="SCHEM_text-0326"/>
            <p:cNvSpPr txBox="1"/>
            <p:nvPr/>
          </p:nvSpPr>
          <p:spPr>
            <a:xfrm>
              <a:off x="9302400" y="3801600"/>
              <a:ext cx="1872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NR  →  NRH₂</a:t>
              </a:r>
              <a:endParaRPr lang="en-US" sz="1361"/>
            </a:p>
          </p:txBody>
        </p:sp>
        <p:sp>
          <p:nvSpPr>
            <p:cNvPr id="329" name="SCHEM_text-0327"/>
            <p:cNvSpPr txBox="1"/>
            <p:nvPr/>
          </p:nvSpPr>
          <p:spPr>
            <a:xfrm>
              <a:off x="9302400" y="4039200"/>
              <a:ext cx="1872000" cy="2498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Alkalinity increase</a:t>
              </a:r>
              <a:endParaRPr lang="en-US" sz="1247"/>
            </a:p>
          </p:txBody>
        </p:sp>
        <p:sp>
          <p:nvSpPr>
            <p:cNvPr id="330" name="SCHEM_rect-0328"/>
            <p:cNvSpPr/>
            <p:nvPr/>
          </p:nvSpPr>
          <p:spPr>
            <a:xfrm>
              <a:off x="9172800" y="4334400"/>
              <a:ext cx="2116800" cy="957600"/>
            </a:xfrm>
            <a:prstGeom prst="rect">
              <a:avLst/>
            </a:prstGeom>
            <a:solidFill>
              <a:srgbClr val="F8DBD4"/>
            </a:solidFill>
            <a:ln w="7200" cap="flat">
              <a:solidFill>
                <a:srgbClr val="E1A59C"/>
              </a:solidFill>
            </a:ln>
            <a:effectLst/>
          </p:spPr>
        </p:sp>
        <p:sp>
          <p:nvSpPr>
            <p:cNvPr id="331" name="SCHEM_text-0329"/>
            <p:cNvSpPr txBox="1"/>
            <p:nvPr/>
          </p:nvSpPr>
          <p:spPr>
            <a:xfrm>
              <a:off x="9280800" y="4370400"/>
              <a:ext cx="1922400" cy="259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30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Anodic oxidation</a:t>
              </a:r>
              <a:endParaRPr lang="en-US" sz="1304"/>
            </a:p>
          </p:txBody>
        </p:sp>
        <p:sp>
          <p:nvSpPr>
            <p:cNvPr id="332" name="SCHEM_text-0330"/>
            <p:cNvSpPr txBox="1"/>
            <p:nvPr/>
          </p:nvSpPr>
          <p:spPr>
            <a:xfrm>
              <a:off x="9280800" y="4572000"/>
              <a:ext cx="1922400" cy="2498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(in anodic chamber)</a:t>
              </a:r>
              <a:endParaRPr lang="en-US" sz="1247"/>
            </a:p>
          </p:txBody>
        </p:sp>
        <p:sp>
          <p:nvSpPr>
            <p:cNvPr id="333" name="SCHEM_text-0331"/>
            <p:cNvSpPr txBox="1"/>
            <p:nvPr/>
          </p:nvSpPr>
          <p:spPr>
            <a:xfrm>
              <a:off x="9302400" y="4824000"/>
              <a:ext cx="1872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NRH₂  →  NR</a:t>
              </a:r>
              <a:endParaRPr lang="en-US" sz="1361"/>
            </a:p>
          </p:txBody>
        </p:sp>
        <p:sp>
          <p:nvSpPr>
            <p:cNvPr id="334" name="SCHEM_text-0332"/>
            <p:cNvSpPr txBox="1"/>
            <p:nvPr/>
          </p:nvSpPr>
          <p:spPr>
            <a:xfrm>
              <a:off x="9302400" y="5061600"/>
              <a:ext cx="1872000" cy="2498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CO₂ release</a:t>
              </a:r>
              <a:endParaRPr lang="en-US" sz="1247"/>
            </a:p>
          </p:txBody>
        </p:sp>
        <p:sp>
          <p:nvSpPr>
            <p:cNvPr id="335" name="SCHEM_text-0333"/>
            <p:cNvSpPr txBox="1"/>
            <p:nvPr/>
          </p:nvSpPr>
          <p:spPr>
            <a:xfrm>
              <a:off x="9158400" y="5443200"/>
              <a:ext cx="2340000" cy="259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Aqueous solution components</a:t>
              </a:r>
              <a:endParaRPr lang="en-US" sz="1304"/>
            </a:p>
          </p:txBody>
        </p:sp>
        <p:sp>
          <p:nvSpPr>
            <p:cNvPr id="336" name="SCHEM_rect-0334"/>
            <p:cNvSpPr/>
            <p:nvPr/>
          </p:nvSpPr>
          <p:spPr>
            <a:xfrm>
              <a:off x="9172800" y="5803200"/>
              <a:ext cx="331200" cy="244800"/>
            </a:xfrm>
            <a:prstGeom prst="rect">
              <a:avLst/>
            </a:prstGeom>
            <a:solidFill>
              <a:srgbClr val="E5F4FA"/>
            </a:solidFill>
            <a:ln w="7200" cap="flat">
              <a:solidFill>
                <a:srgbClr val="292929"/>
              </a:solidFill>
            </a:ln>
            <a:effectLst/>
          </p:spPr>
        </p:sp>
        <p:sp>
          <p:nvSpPr>
            <p:cNvPr id="337" name="SCHEM_ellipse-0335"/>
            <p:cNvSpPr/>
            <p:nvPr/>
          </p:nvSpPr>
          <p:spPr>
            <a:xfrm>
              <a:off x="9172800" y="5774400"/>
              <a:ext cx="331200" cy="72000"/>
            </a:xfrm>
            <a:prstGeom prst="ellipse">
              <a:avLst/>
            </a:prstGeom>
            <a:solidFill>
              <a:srgbClr val="FFFFFF"/>
            </a:solidFill>
            <a:ln w="7200" cap="flat">
              <a:solidFill>
                <a:srgbClr val="292929"/>
              </a:solidFill>
            </a:ln>
            <a:effectLst/>
          </p:spPr>
        </p:sp>
        <p:sp>
          <p:nvSpPr>
            <p:cNvPr id="338" name="SCHEM_rect-0336"/>
            <p:cNvSpPr/>
            <p:nvPr/>
          </p:nvSpPr>
          <p:spPr>
            <a:xfrm>
              <a:off x="10339200" y="5803200"/>
              <a:ext cx="331200" cy="244800"/>
            </a:xfrm>
            <a:prstGeom prst="rect">
              <a:avLst/>
            </a:prstGeom>
            <a:solidFill>
              <a:srgbClr val="E5F4FA"/>
            </a:solidFill>
            <a:ln w="7200" cap="flat">
              <a:solidFill>
                <a:srgbClr val="292929"/>
              </a:solidFill>
            </a:ln>
            <a:effectLst/>
          </p:spPr>
        </p:sp>
        <p:sp>
          <p:nvSpPr>
            <p:cNvPr id="339" name="SCHEM_ellipse-0337"/>
            <p:cNvSpPr/>
            <p:nvPr/>
          </p:nvSpPr>
          <p:spPr>
            <a:xfrm>
              <a:off x="10339200" y="5774400"/>
              <a:ext cx="331200" cy="72000"/>
            </a:xfrm>
            <a:prstGeom prst="ellipse">
              <a:avLst/>
            </a:prstGeom>
            <a:solidFill>
              <a:srgbClr val="FFFFFF"/>
            </a:solidFill>
            <a:ln w="7200" cap="flat">
              <a:solidFill>
                <a:srgbClr val="292929"/>
              </a:solidFill>
            </a:ln>
            <a:effectLst/>
          </p:spPr>
        </p:sp>
        <p:sp>
          <p:nvSpPr>
            <p:cNvPr id="340" name="SCHEM_text-0338"/>
            <p:cNvSpPr txBox="1"/>
            <p:nvPr/>
          </p:nvSpPr>
          <p:spPr>
            <a:xfrm>
              <a:off x="9583200" y="5853600"/>
              <a:ext cx="792000" cy="201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96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Nicotinamide</a:t>
              </a:r>
              <a:endParaRPr lang="en-US" sz="964"/>
            </a:p>
          </p:txBody>
        </p:sp>
        <p:sp>
          <p:nvSpPr>
            <p:cNvPr id="341" name="SCHEM_text-0339"/>
            <p:cNvSpPr txBox="1"/>
            <p:nvPr/>
          </p:nvSpPr>
          <p:spPr>
            <a:xfrm>
              <a:off x="10728000" y="5853600"/>
              <a:ext cx="720000" cy="201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96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Aqueous KCl</a:t>
              </a:r>
              <a:endParaRPr lang="en-US" sz="964"/>
            </a:p>
          </p:txBody>
        </p:sp>
        <p:sp>
          <p:nvSpPr>
            <p:cNvPr id="342" name="SCHEM_text-0340"/>
            <p:cNvSpPr txBox="1"/>
            <p:nvPr/>
          </p:nvSpPr>
          <p:spPr>
            <a:xfrm>
              <a:off x="144000" y="6235200"/>
              <a:ext cx="85680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Nature Communications (2023) | doi:10.1038/s41467-023-35866-w</a:t>
              </a:r>
              <a:endParaRPr lang="en-US" sz="1191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  <p:grpSp>
        <p:nvGrpSpPr>
          <p:cNvPr id="2" name="SCHEM_figure"/>
          <p:cNvGrpSpPr/>
          <p:nvPr/>
        </p:nvGrpSpPr>
        <p:grpSpPr>
          <a:xfrm>
            <a:off x="144000" y="165600"/>
            <a:ext cx="11232000" cy="6233040"/>
            <a:chOff x="144000" y="165600"/>
            <a:chExt cx="11232000" cy="6233040"/>
          </a:xfrm>
        </p:grpSpPr>
        <p:sp>
          <p:nvSpPr>
            <p:cNvPr id="3" name="SCHEM_text-0001"/>
            <p:cNvSpPr txBox="1"/>
            <p:nvPr/>
          </p:nvSpPr>
          <p:spPr>
            <a:xfrm>
              <a:off x="280800" y="165600"/>
              <a:ext cx="10656000" cy="3859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2041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Broadband achromatic metalens</a:t>
              </a:r>
              <a:endParaRPr lang="en-US" sz="2041"/>
            </a:p>
          </p:txBody>
        </p:sp>
        <p:sp>
          <p:nvSpPr>
            <p:cNvPr id="4" name="SCHEM_text-0002"/>
            <p:cNvSpPr txBox="1"/>
            <p:nvPr/>
          </p:nvSpPr>
          <p:spPr>
            <a:xfrm>
              <a:off x="2476800" y="655200"/>
              <a:ext cx="3240000" cy="3081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8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Nearly common focus</a:t>
              </a:r>
              <a:endParaRPr lang="en-US" sz="1587"/>
            </a:p>
          </p:txBody>
        </p:sp>
        <p:grpSp>
          <p:nvGrpSpPr>
            <p:cNvPr id="5" name="SCHEM_metalens-device"/>
            <p:cNvGrpSpPr/>
            <p:nvPr/>
          </p:nvGrpSpPr>
          <p:grpSpPr>
            <a:xfrm>
              <a:off x="1101600" y="3513600"/>
              <a:ext cx="4507200" cy="468000"/>
              <a:chOff x="1101600" y="3513600"/>
              <a:chExt cx="4507200" cy="468000"/>
            </a:xfrm>
          </p:grpSpPr>
          <p:sp>
            <p:nvSpPr>
              <p:cNvPr id="6" name="SCHEM_rect-0004"/>
              <p:cNvSpPr/>
              <p:nvPr/>
            </p:nvSpPr>
            <p:spPr>
              <a:xfrm>
                <a:off x="1101600" y="3758400"/>
                <a:ext cx="4507200" cy="223200"/>
              </a:xfrm>
              <a:prstGeom prst="rect">
                <a:avLst/>
              </a:prstGeom>
              <a:solidFill>
                <a:srgbClr val="D2D2D2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7" name="SCHEM_rect-0005"/>
              <p:cNvSpPr/>
              <p:nvPr/>
            </p:nvSpPr>
            <p:spPr>
              <a:xfrm>
                <a:off x="1101600" y="3636000"/>
                <a:ext cx="4507200" cy="122400"/>
              </a:xfrm>
              <a:prstGeom prst="rect">
                <a:avLst/>
              </a:prstGeom>
              <a:solidFill>
                <a:srgbClr val="B8CA9C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8" name="SCHEM_path-0006"/>
              <p:cNvSpPr/>
              <p:nvPr/>
            </p:nvSpPr>
            <p:spPr>
              <a:xfrm>
                <a:off x="1101600" y="3600000"/>
                <a:ext cx="4507200" cy="108000"/>
              </a:xfrm>
              <a:custGeom>
                <a:avLst/>
                <a:gdLst/>
                <a:ahLst/>
                <a:cxnLst/>
                <a:rect l="0" t="0" r="r" b="b"/>
                <a:pathLst>
                  <a:path w="4507200" h="108000">
                    <a:moveTo>
                      <a:pt x="0" y="0"/>
                    </a:moveTo>
                    <a:lnTo>
                      <a:pt x="4507200" y="0"/>
                    </a:lnTo>
                    <a:lnTo>
                      <a:pt x="4507200" y="79200"/>
                    </a:lnTo>
                    <a:lnTo>
                      <a:pt x="4032000" y="79200"/>
                    </a:lnTo>
                    <a:lnTo>
                      <a:pt x="4032000" y="57600"/>
                    </a:lnTo>
                    <a:lnTo>
                      <a:pt x="3571200" y="57600"/>
                    </a:lnTo>
                    <a:lnTo>
                      <a:pt x="3571200" y="100800"/>
                    </a:lnTo>
                    <a:lnTo>
                      <a:pt x="3139200" y="100800"/>
                    </a:lnTo>
                    <a:lnTo>
                      <a:pt x="3139200" y="72000"/>
                    </a:lnTo>
                    <a:lnTo>
                      <a:pt x="2678400" y="72000"/>
                    </a:lnTo>
                    <a:lnTo>
                      <a:pt x="2678400" y="108000"/>
                    </a:lnTo>
                    <a:lnTo>
                      <a:pt x="2217600" y="108000"/>
                    </a:lnTo>
                    <a:lnTo>
                      <a:pt x="2217600" y="64800"/>
                    </a:lnTo>
                    <a:lnTo>
                      <a:pt x="1742400" y="64800"/>
                    </a:lnTo>
                    <a:lnTo>
                      <a:pt x="1742400" y="93600"/>
                    </a:lnTo>
                    <a:lnTo>
                      <a:pt x="1267200" y="93600"/>
                    </a:lnTo>
                    <a:lnTo>
                      <a:pt x="1267200" y="64800"/>
                    </a:lnTo>
                    <a:lnTo>
                      <a:pt x="799200" y="64800"/>
                    </a:lnTo>
                    <a:lnTo>
                      <a:pt x="799200" y="93600"/>
                    </a:lnTo>
                    <a:lnTo>
                      <a:pt x="302400" y="93600"/>
                    </a:lnTo>
                    <a:lnTo>
                      <a:pt x="3024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E5B1AF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9" name="SCHEM_rect-0007"/>
              <p:cNvSpPr/>
              <p:nvPr/>
            </p:nvSpPr>
            <p:spPr>
              <a:xfrm>
                <a:off x="1123200" y="3513600"/>
                <a:ext cx="7560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" name="SCHEM_rect-0008"/>
              <p:cNvSpPr/>
              <p:nvPr/>
            </p:nvSpPr>
            <p:spPr>
              <a:xfrm>
                <a:off x="1244160" y="3513600"/>
                <a:ext cx="8856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11" name="SCHEM_rect-0009"/>
              <p:cNvSpPr/>
              <p:nvPr/>
            </p:nvSpPr>
            <p:spPr>
              <a:xfrm>
                <a:off x="1365120" y="3513600"/>
                <a:ext cx="10152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12" name="SCHEM_rect-0010"/>
              <p:cNvSpPr/>
              <p:nvPr/>
            </p:nvSpPr>
            <p:spPr>
              <a:xfrm>
                <a:off x="1486080" y="3513600"/>
                <a:ext cx="7560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13" name="SCHEM_rect-0011"/>
              <p:cNvSpPr/>
              <p:nvPr/>
            </p:nvSpPr>
            <p:spPr>
              <a:xfrm>
                <a:off x="1607040" y="3513600"/>
                <a:ext cx="8856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14" name="SCHEM_rect-0012"/>
              <p:cNvSpPr/>
              <p:nvPr/>
            </p:nvSpPr>
            <p:spPr>
              <a:xfrm>
                <a:off x="1728000" y="3513600"/>
                <a:ext cx="10152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15" name="SCHEM_rect-0013"/>
              <p:cNvSpPr/>
              <p:nvPr/>
            </p:nvSpPr>
            <p:spPr>
              <a:xfrm>
                <a:off x="1848960" y="3513600"/>
                <a:ext cx="7560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16" name="SCHEM_rect-0014"/>
              <p:cNvSpPr/>
              <p:nvPr/>
            </p:nvSpPr>
            <p:spPr>
              <a:xfrm>
                <a:off x="1969920" y="3513600"/>
                <a:ext cx="8856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17" name="SCHEM_rect-0015"/>
              <p:cNvSpPr/>
              <p:nvPr/>
            </p:nvSpPr>
            <p:spPr>
              <a:xfrm>
                <a:off x="2090880" y="3513600"/>
                <a:ext cx="10152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18" name="SCHEM_rect-0016"/>
              <p:cNvSpPr/>
              <p:nvPr/>
            </p:nvSpPr>
            <p:spPr>
              <a:xfrm>
                <a:off x="2211840" y="3513600"/>
                <a:ext cx="7560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19" name="SCHEM_rect-0017"/>
              <p:cNvSpPr/>
              <p:nvPr/>
            </p:nvSpPr>
            <p:spPr>
              <a:xfrm>
                <a:off x="2332800" y="3513600"/>
                <a:ext cx="8856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20" name="SCHEM_rect-0018"/>
              <p:cNvSpPr/>
              <p:nvPr/>
            </p:nvSpPr>
            <p:spPr>
              <a:xfrm>
                <a:off x="2453760" y="3513600"/>
                <a:ext cx="10152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21" name="SCHEM_rect-0019"/>
              <p:cNvSpPr/>
              <p:nvPr/>
            </p:nvSpPr>
            <p:spPr>
              <a:xfrm>
                <a:off x="2574720" y="3513600"/>
                <a:ext cx="7560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22" name="SCHEM_rect-0020"/>
              <p:cNvSpPr/>
              <p:nvPr/>
            </p:nvSpPr>
            <p:spPr>
              <a:xfrm>
                <a:off x="2695680" y="3513600"/>
                <a:ext cx="8856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23" name="SCHEM_rect-0021"/>
              <p:cNvSpPr/>
              <p:nvPr/>
            </p:nvSpPr>
            <p:spPr>
              <a:xfrm>
                <a:off x="2816640" y="3513600"/>
                <a:ext cx="10152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24" name="SCHEM_rect-0022"/>
              <p:cNvSpPr/>
              <p:nvPr/>
            </p:nvSpPr>
            <p:spPr>
              <a:xfrm>
                <a:off x="2937600" y="3513600"/>
                <a:ext cx="7560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25" name="SCHEM_rect-0023"/>
              <p:cNvSpPr/>
              <p:nvPr/>
            </p:nvSpPr>
            <p:spPr>
              <a:xfrm>
                <a:off x="3058560" y="3513600"/>
                <a:ext cx="8856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26" name="SCHEM_rect-0024"/>
              <p:cNvSpPr/>
              <p:nvPr/>
            </p:nvSpPr>
            <p:spPr>
              <a:xfrm>
                <a:off x="3179520" y="3513600"/>
                <a:ext cx="10152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27" name="SCHEM_rect-0025"/>
              <p:cNvSpPr/>
              <p:nvPr/>
            </p:nvSpPr>
            <p:spPr>
              <a:xfrm>
                <a:off x="3300480" y="3513600"/>
                <a:ext cx="7560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28" name="SCHEM_rect-0026"/>
              <p:cNvSpPr/>
              <p:nvPr/>
            </p:nvSpPr>
            <p:spPr>
              <a:xfrm>
                <a:off x="3421440" y="3513600"/>
                <a:ext cx="8856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29" name="SCHEM_rect-0027"/>
              <p:cNvSpPr/>
              <p:nvPr/>
            </p:nvSpPr>
            <p:spPr>
              <a:xfrm>
                <a:off x="3542400" y="3513600"/>
                <a:ext cx="10152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30" name="SCHEM_rect-0028"/>
              <p:cNvSpPr/>
              <p:nvPr/>
            </p:nvSpPr>
            <p:spPr>
              <a:xfrm>
                <a:off x="3663360" y="3513600"/>
                <a:ext cx="7560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31" name="SCHEM_rect-0029"/>
              <p:cNvSpPr/>
              <p:nvPr/>
            </p:nvSpPr>
            <p:spPr>
              <a:xfrm>
                <a:off x="3784320" y="3513600"/>
                <a:ext cx="8856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32" name="SCHEM_rect-0030"/>
              <p:cNvSpPr/>
              <p:nvPr/>
            </p:nvSpPr>
            <p:spPr>
              <a:xfrm>
                <a:off x="3905280" y="3513600"/>
                <a:ext cx="10152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33" name="SCHEM_rect-0031"/>
              <p:cNvSpPr/>
              <p:nvPr/>
            </p:nvSpPr>
            <p:spPr>
              <a:xfrm>
                <a:off x="4026240" y="3513600"/>
                <a:ext cx="7560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34" name="SCHEM_rect-0032"/>
              <p:cNvSpPr/>
              <p:nvPr/>
            </p:nvSpPr>
            <p:spPr>
              <a:xfrm>
                <a:off x="4147200" y="3513600"/>
                <a:ext cx="8856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35" name="SCHEM_rect-0033"/>
              <p:cNvSpPr/>
              <p:nvPr/>
            </p:nvSpPr>
            <p:spPr>
              <a:xfrm>
                <a:off x="4268160" y="3513600"/>
                <a:ext cx="10152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36" name="SCHEM_rect-0034"/>
              <p:cNvSpPr/>
              <p:nvPr/>
            </p:nvSpPr>
            <p:spPr>
              <a:xfrm>
                <a:off x="4389120" y="3513600"/>
                <a:ext cx="7560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37" name="SCHEM_rect-0035"/>
              <p:cNvSpPr/>
              <p:nvPr/>
            </p:nvSpPr>
            <p:spPr>
              <a:xfrm>
                <a:off x="4510080" y="3513600"/>
                <a:ext cx="8856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38" name="SCHEM_rect-0036"/>
              <p:cNvSpPr/>
              <p:nvPr/>
            </p:nvSpPr>
            <p:spPr>
              <a:xfrm>
                <a:off x="4631040" y="3513600"/>
                <a:ext cx="10152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39" name="SCHEM_rect-0037"/>
              <p:cNvSpPr/>
              <p:nvPr/>
            </p:nvSpPr>
            <p:spPr>
              <a:xfrm>
                <a:off x="4752000" y="3513600"/>
                <a:ext cx="7560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40" name="SCHEM_rect-0038"/>
              <p:cNvSpPr/>
              <p:nvPr/>
            </p:nvSpPr>
            <p:spPr>
              <a:xfrm>
                <a:off x="4872960" y="3513600"/>
                <a:ext cx="8856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41" name="SCHEM_rect-0039"/>
              <p:cNvSpPr/>
              <p:nvPr/>
            </p:nvSpPr>
            <p:spPr>
              <a:xfrm>
                <a:off x="4993920" y="3513600"/>
                <a:ext cx="10152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42" name="SCHEM_rect-0040"/>
              <p:cNvSpPr/>
              <p:nvPr/>
            </p:nvSpPr>
            <p:spPr>
              <a:xfrm>
                <a:off x="5114880" y="3513600"/>
                <a:ext cx="7560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43" name="SCHEM_rect-0041"/>
              <p:cNvSpPr/>
              <p:nvPr/>
            </p:nvSpPr>
            <p:spPr>
              <a:xfrm>
                <a:off x="5235840" y="3513600"/>
                <a:ext cx="8856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44" name="SCHEM_rect-0042"/>
              <p:cNvSpPr/>
              <p:nvPr/>
            </p:nvSpPr>
            <p:spPr>
              <a:xfrm>
                <a:off x="5356800" y="3513600"/>
                <a:ext cx="10152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  <p:sp>
            <p:nvSpPr>
              <p:cNvPr id="45" name="SCHEM_rect-0043"/>
              <p:cNvSpPr/>
              <p:nvPr/>
            </p:nvSpPr>
            <p:spPr>
              <a:xfrm>
                <a:off x="5477760" y="3513600"/>
                <a:ext cx="75600" cy="86400"/>
              </a:xfrm>
              <a:prstGeom prst="rect">
                <a:avLst/>
              </a:prstGeom>
              <a:solidFill>
                <a:srgbClr val="9CC6E5"/>
              </a:solidFill>
              <a:ln w="6480" cap="flat">
                <a:solidFill>
                  <a:srgbClr val="292929"/>
                </a:solidFill>
              </a:ln>
              <a:effectLst/>
            </p:spPr>
          </p:sp>
        </p:grpSp>
        <p:grpSp>
          <p:nvGrpSpPr>
            <p:cNvPr id="46" name="SCHEM_optical-rays"/>
            <p:cNvGrpSpPr/>
            <p:nvPr/>
          </p:nvGrpSpPr>
          <p:grpSpPr>
            <a:xfrm>
              <a:off x="1368000" y="964800"/>
              <a:ext cx="3924000" cy="4492800"/>
              <a:chOff x="1368000" y="964800"/>
              <a:chExt cx="3924000" cy="4492800"/>
            </a:xfrm>
          </p:grpSpPr>
          <p:cxnSp>
            <p:nvCxnSpPr>
              <p:cNvPr id="47" name="SCHEM_line-0045"/>
              <p:cNvCxnSpPr/>
              <p:nvPr/>
            </p:nvCxnSpPr>
            <p:spPr>
              <a:xfrm>
                <a:off x="3348000" y="1044000"/>
                <a:ext cx="1" cy="2901600"/>
              </a:xfrm>
              <a:prstGeom prst="line">
                <a:avLst/>
              </a:prstGeom>
              <a:noFill/>
              <a:ln w="10080" cap="flat">
                <a:solidFill>
                  <a:srgbClr val="292929"/>
                </a:solidFill>
                <a:prstDash val="dash"/>
              </a:ln>
              <a:effectLst/>
            </p:spPr>
          </p:cxnSp>
          <p:cxnSp>
            <p:nvCxnSpPr>
              <p:cNvPr id="48" name="SCHEM_line-0046"/>
              <p:cNvCxnSpPr/>
              <p:nvPr/>
            </p:nvCxnSpPr>
            <p:spPr>
              <a:xfrm flipV="1">
                <a:off x="1382400" y="1044000"/>
                <a:ext cx="1965600" cy="2462400"/>
              </a:xfrm>
              <a:prstGeom prst="line">
                <a:avLst/>
              </a:prstGeom>
              <a:noFill/>
              <a:ln w="14400" cap="flat">
                <a:solidFill>
                  <a:srgbClr val="E97D81"/>
                </a:solidFill>
              </a:ln>
              <a:effectLst/>
            </p:spPr>
          </p:cxnSp>
          <p:cxnSp>
            <p:nvCxnSpPr>
              <p:cNvPr id="49" name="SCHEM_line-0047"/>
              <p:cNvCxnSpPr/>
              <p:nvPr/>
            </p:nvCxnSpPr>
            <p:spPr>
              <a:xfrm flipV="1">
                <a:off x="1814832" y="2885875"/>
                <a:ext cx="62899" cy="78797"/>
              </a:xfrm>
              <a:prstGeom prst="line">
                <a:avLst/>
              </a:prstGeom>
              <a:noFill/>
              <a:ln w="21600" cap="flat">
                <a:solidFill>
                  <a:srgbClr val="E97D81"/>
                </a:solidFill>
                <a:tailEnd type="triangle" w="med" len="med"/>
              </a:ln>
              <a:effectLst/>
            </p:spPr>
          </p:cxnSp>
          <p:cxnSp>
            <p:nvCxnSpPr>
              <p:cNvPr id="50" name="SCHEM_line-0048"/>
              <p:cNvCxnSpPr/>
              <p:nvPr/>
            </p:nvCxnSpPr>
            <p:spPr>
              <a:xfrm flipV="1">
                <a:off x="2758320" y="1703923"/>
                <a:ext cx="62899" cy="78797"/>
              </a:xfrm>
              <a:prstGeom prst="line">
                <a:avLst/>
              </a:prstGeom>
              <a:noFill/>
              <a:ln w="21600" cap="flat">
                <a:solidFill>
                  <a:srgbClr val="E97D81"/>
                </a:solidFill>
                <a:tailEnd type="triangle" w="med" len="med"/>
              </a:ln>
              <a:effectLst/>
            </p:spPr>
          </p:cxnSp>
          <p:cxnSp>
            <p:nvCxnSpPr>
              <p:cNvPr id="51" name="SCHEM_line-0049"/>
              <p:cNvCxnSpPr/>
              <p:nvPr/>
            </p:nvCxnSpPr>
            <p:spPr>
              <a:xfrm flipV="1">
                <a:off x="1893600" y="1044000"/>
                <a:ext cx="1454400" cy="2462400"/>
              </a:xfrm>
              <a:prstGeom prst="line">
                <a:avLst/>
              </a:prstGeom>
              <a:noFill/>
              <a:ln w="14400" cap="flat">
                <a:solidFill>
                  <a:srgbClr val="96AD78"/>
                </a:solidFill>
              </a:ln>
              <a:effectLst/>
            </p:spPr>
          </p:cxnSp>
          <p:cxnSp>
            <p:nvCxnSpPr>
              <p:cNvPr id="52" name="SCHEM_line-0050"/>
              <p:cNvCxnSpPr/>
              <p:nvPr/>
            </p:nvCxnSpPr>
            <p:spPr>
              <a:xfrm flipV="1">
                <a:off x="2213568" y="2885875"/>
                <a:ext cx="46541" cy="78797"/>
              </a:xfrm>
              <a:prstGeom prst="line">
                <a:avLst/>
              </a:prstGeom>
              <a:noFill/>
              <a:ln w="21600" cap="flat">
                <a:solidFill>
                  <a:srgbClr val="96AD78"/>
                </a:solidFill>
                <a:tailEnd type="triangle" w="med" len="med"/>
              </a:ln>
              <a:effectLst/>
            </p:spPr>
          </p:cxnSp>
          <p:cxnSp>
            <p:nvCxnSpPr>
              <p:cNvPr id="53" name="SCHEM_line-0051"/>
              <p:cNvCxnSpPr/>
              <p:nvPr/>
            </p:nvCxnSpPr>
            <p:spPr>
              <a:xfrm flipV="1">
                <a:off x="2911680" y="1703923"/>
                <a:ext cx="46541" cy="78797"/>
              </a:xfrm>
              <a:prstGeom prst="line">
                <a:avLst/>
              </a:prstGeom>
              <a:noFill/>
              <a:ln w="21600" cap="flat">
                <a:solidFill>
                  <a:srgbClr val="96AD78"/>
                </a:solidFill>
                <a:tailEnd type="triangle" w="med" len="med"/>
              </a:ln>
              <a:effectLst/>
            </p:spPr>
          </p:cxnSp>
          <p:cxnSp>
            <p:nvCxnSpPr>
              <p:cNvPr id="54" name="SCHEM_line-0052"/>
              <p:cNvCxnSpPr/>
              <p:nvPr/>
            </p:nvCxnSpPr>
            <p:spPr>
              <a:xfrm flipV="1">
                <a:off x="2412000" y="1044000"/>
                <a:ext cx="936000" cy="2462400"/>
              </a:xfrm>
              <a:prstGeom prst="line">
                <a:avLst/>
              </a:prstGeom>
              <a:noFill/>
              <a:ln w="14400" cap="flat">
                <a:solidFill>
                  <a:srgbClr val="3AA1D1"/>
                </a:solidFill>
              </a:ln>
              <a:effectLst/>
            </p:spPr>
          </p:cxnSp>
          <p:cxnSp>
            <p:nvCxnSpPr>
              <p:cNvPr id="55" name="SCHEM_line-0053"/>
              <p:cNvCxnSpPr/>
              <p:nvPr/>
            </p:nvCxnSpPr>
            <p:spPr>
              <a:xfrm flipV="1">
                <a:off x="2617920" y="2885875"/>
                <a:ext cx="29952" cy="78797"/>
              </a:xfrm>
              <a:prstGeom prst="line">
                <a:avLst/>
              </a:prstGeom>
              <a:noFill/>
              <a:ln w="21600" cap="flat">
                <a:solidFill>
                  <a:srgbClr val="3AA1D1"/>
                </a:solidFill>
                <a:tailEnd type="triangle" w="med" len="med"/>
              </a:ln>
              <a:effectLst/>
            </p:spPr>
          </p:cxnSp>
          <p:cxnSp>
            <p:nvCxnSpPr>
              <p:cNvPr id="56" name="SCHEM_line-0054"/>
              <p:cNvCxnSpPr/>
              <p:nvPr/>
            </p:nvCxnSpPr>
            <p:spPr>
              <a:xfrm flipV="1">
                <a:off x="3067200" y="1703923"/>
                <a:ext cx="29952" cy="78797"/>
              </a:xfrm>
              <a:prstGeom prst="line">
                <a:avLst/>
              </a:prstGeom>
              <a:noFill/>
              <a:ln w="21600" cap="flat">
                <a:solidFill>
                  <a:srgbClr val="3AA1D1"/>
                </a:solidFill>
                <a:tailEnd type="triangle" w="med" len="med"/>
              </a:ln>
              <a:effectLst/>
            </p:spPr>
          </p:cxnSp>
          <p:cxnSp>
            <p:nvCxnSpPr>
              <p:cNvPr id="57" name="SCHEM_line-0055"/>
              <p:cNvCxnSpPr/>
              <p:nvPr/>
            </p:nvCxnSpPr>
            <p:spPr>
              <a:xfrm flipH="1" flipV="1">
                <a:off x="3348000" y="1044000"/>
                <a:ext cx="943200" cy="2462400"/>
              </a:xfrm>
              <a:prstGeom prst="line">
                <a:avLst/>
              </a:prstGeom>
              <a:noFill/>
              <a:ln w="14400" cap="flat">
                <a:solidFill>
                  <a:srgbClr val="3AA1D1"/>
                </a:solidFill>
              </a:ln>
              <a:effectLst/>
            </p:spPr>
          </p:cxnSp>
          <p:cxnSp>
            <p:nvCxnSpPr>
              <p:cNvPr id="58" name="SCHEM_line-0056"/>
              <p:cNvCxnSpPr/>
              <p:nvPr/>
            </p:nvCxnSpPr>
            <p:spPr>
              <a:xfrm flipH="1" flipV="1">
                <a:off x="4053514" y="2885875"/>
                <a:ext cx="30182" cy="78797"/>
              </a:xfrm>
              <a:prstGeom prst="line">
                <a:avLst/>
              </a:prstGeom>
              <a:noFill/>
              <a:ln w="21600" cap="flat">
                <a:solidFill>
                  <a:srgbClr val="3AA1D1"/>
                </a:solidFill>
                <a:tailEnd type="triangle" w="med" len="med"/>
              </a:ln>
              <a:effectLst/>
            </p:spPr>
          </p:cxnSp>
          <p:cxnSp>
            <p:nvCxnSpPr>
              <p:cNvPr id="59" name="SCHEM_line-0057"/>
              <p:cNvCxnSpPr/>
              <p:nvPr/>
            </p:nvCxnSpPr>
            <p:spPr>
              <a:xfrm flipH="1" flipV="1">
                <a:off x="3600778" y="1703923"/>
                <a:ext cx="30182" cy="78797"/>
              </a:xfrm>
              <a:prstGeom prst="line">
                <a:avLst/>
              </a:prstGeom>
              <a:noFill/>
              <a:ln w="21600" cap="flat">
                <a:solidFill>
                  <a:srgbClr val="3AA1D1"/>
                </a:solidFill>
                <a:tailEnd type="triangle" w="med" len="med"/>
              </a:ln>
              <a:effectLst/>
            </p:spPr>
          </p:cxnSp>
          <p:cxnSp>
            <p:nvCxnSpPr>
              <p:cNvPr id="60" name="SCHEM_line-0058"/>
              <p:cNvCxnSpPr/>
              <p:nvPr/>
            </p:nvCxnSpPr>
            <p:spPr>
              <a:xfrm flipH="1" flipV="1">
                <a:off x="3348000" y="1044000"/>
                <a:ext cx="1418400" cy="2462400"/>
              </a:xfrm>
              <a:prstGeom prst="line">
                <a:avLst/>
              </a:prstGeom>
              <a:noFill/>
              <a:ln w="14400" cap="flat">
                <a:solidFill>
                  <a:srgbClr val="96AD78"/>
                </a:solidFill>
              </a:ln>
              <a:effectLst/>
            </p:spPr>
          </p:cxnSp>
          <p:cxnSp>
            <p:nvCxnSpPr>
              <p:cNvPr id="61" name="SCHEM_line-0059"/>
              <p:cNvCxnSpPr/>
              <p:nvPr/>
            </p:nvCxnSpPr>
            <p:spPr>
              <a:xfrm flipH="1" flipV="1">
                <a:off x="4408963" y="2885875"/>
                <a:ext cx="45389" cy="78797"/>
              </a:xfrm>
              <a:prstGeom prst="line">
                <a:avLst/>
              </a:prstGeom>
              <a:noFill/>
              <a:ln w="21600" cap="flat">
                <a:solidFill>
                  <a:srgbClr val="96AD78"/>
                </a:solidFill>
                <a:tailEnd type="triangle" w="med" len="med"/>
              </a:ln>
              <a:effectLst/>
            </p:spPr>
          </p:cxnSp>
          <p:cxnSp>
            <p:nvCxnSpPr>
              <p:cNvPr id="62" name="SCHEM_line-0060"/>
              <p:cNvCxnSpPr/>
              <p:nvPr/>
            </p:nvCxnSpPr>
            <p:spPr>
              <a:xfrm flipH="1" flipV="1">
                <a:off x="3728131" y="1703923"/>
                <a:ext cx="45389" cy="78797"/>
              </a:xfrm>
              <a:prstGeom prst="line">
                <a:avLst/>
              </a:prstGeom>
              <a:noFill/>
              <a:ln w="21600" cap="flat">
                <a:solidFill>
                  <a:srgbClr val="96AD78"/>
                </a:solidFill>
                <a:tailEnd type="triangle" w="med" len="med"/>
              </a:ln>
              <a:effectLst/>
            </p:spPr>
          </p:cxnSp>
          <p:cxnSp>
            <p:nvCxnSpPr>
              <p:cNvPr id="63" name="SCHEM_line-0061"/>
              <p:cNvCxnSpPr/>
              <p:nvPr/>
            </p:nvCxnSpPr>
            <p:spPr>
              <a:xfrm flipH="1" flipV="1">
                <a:off x="3348000" y="1044000"/>
                <a:ext cx="1944000" cy="2462400"/>
              </a:xfrm>
              <a:prstGeom prst="line">
                <a:avLst/>
              </a:prstGeom>
              <a:noFill/>
              <a:ln w="14400" cap="flat">
                <a:solidFill>
                  <a:srgbClr val="E97D81"/>
                </a:solidFill>
              </a:ln>
              <a:effectLst/>
            </p:spPr>
          </p:cxnSp>
          <p:cxnSp>
            <p:nvCxnSpPr>
              <p:cNvPr id="64" name="SCHEM_line-0062"/>
              <p:cNvCxnSpPr/>
              <p:nvPr/>
            </p:nvCxnSpPr>
            <p:spPr>
              <a:xfrm flipH="1" flipV="1">
                <a:off x="4802112" y="2885875"/>
                <a:ext cx="62208" cy="78797"/>
              </a:xfrm>
              <a:prstGeom prst="line">
                <a:avLst/>
              </a:prstGeom>
              <a:noFill/>
              <a:ln w="21600" cap="flat">
                <a:solidFill>
                  <a:srgbClr val="E97D81"/>
                </a:solidFill>
                <a:tailEnd type="triangle" w="med" len="med"/>
              </a:ln>
              <a:effectLst/>
            </p:spPr>
          </p:cxnSp>
          <p:cxnSp>
            <p:nvCxnSpPr>
              <p:cNvPr id="65" name="SCHEM_line-0063"/>
              <p:cNvCxnSpPr/>
              <p:nvPr/>
            </p:nvCxnSpPr>
            <p:spPr>
              <a:xfrm flipH="1" flipV="1">
                <a:off x="3868992" y="1703923"/>
                <a:ext cx="62208" cy="78797"/>
              </a:xfrm>
              <a:prstGeom prst="line">
                <a:avLst/>
              </a:prstGeom>
              <a:noFill/>
              <a:ln w="21600" cap="flat">
                <a:solidFill>
                  <a:srgbClr val="E97D81"/>
                </a:solidFill>
                <a:tailEnd type="triangle" w="med" len="med"/>
              </a:ln>
              <a:effectLst/>
            </p:spPr>
          </p:cxnSp>
          <p:sp>
            <p:nvSpPr>
              <p:cNvPr id="66" name="SCHEM_ellipse-0064"/>
              <p:cNvSpPr/>
              <p:nvPr/>
            </p:nvSpPr>
            <p:spPr>
              <a:xfrm>
                <a:off x="3304800" y="964800"/>
                <a:ext cx="86400" cy="86400"/>
              </a:xfrm>
              <a:prstGeom prst="ellipse">
                <a:avLst/>
              </a:prstGeom>
              <a:solidFill>
                <a:srgbClr val="292929"/>
              </a:solidFill>
              <a:ln w="9360" cap="flat">
                <a:noFill/>
              </a:ln>
              <a:effectLst/>
            </p:spPr>
          </p:sp>
          <p:cxnSp>
            <p:nvCxnSpPr>
              <p:cNvPr id="67" name="SCHEM_line-0065"/>
              <p:cNvCxnSpPr/>
              <p:nvPr/>
            </p:nvCxnSpPr>
            <p:spPr>
              <a:xfrm flipV="1">
                <a:off x="1368000" y="4096800"/>
                <a:ext cx="1" cy="1360800"/>
              </a:xfrm>
              <a:prstGeom prst="line">
                <a:avLst/>
              </a:prstGeom>
              <a:noFill/>
              <a:ln w="19440" cap="flat">
                <a:solidFill>
                  <a:srgbClr val="369DD0"/>
                </a:solidFill>
                <a:tailEnd type="triangle" w="med" len="med"/>
              </a:ln>
              <a:effectLst/>
            </p:spPr>
          </p:cxnSp>
          <p:cxnSp>
            <p:nvCxnSpPr>
              <p:cNvPr id="68" name="SCHEM_line-0066"/>
              <p:cNvCxnSpPr/>
              <p:nvPr/>
            </p:nvCxnSpPr>
            <p:spPr>
              <a:xfrm flipV="1">
                <a:off x="1850400" y="4096800"/>
                <a:ext cx="1" cy="1360800"/>
              </a:xfrm>
              <a:prstGeom prst="line">
                <a:avLst/>
              </a:prstGeom>
              <a:noFill/>
              <a:ln w="19440" cap="flat">
                <a:solidFill>
                  <a:srgbClr val="98AB79"/>
                </a:solidFill>
                <a:tailEnd type="triangle" w="med" len="med"/>
              </a:ln>
              <a:effectLst/>
            </p:spPr>
          </p:cxnSp>
          <p:cxnSp>
            <p:nvCxnSpPr>
              <p:cNvPr id="69" name="SCHEM_line-0067"/>
              <p:cNvCxnSpPr/>
              <p:nvPr/>
            </p:nvCxnSpPr>
            <p:spPr>
              <a:xfrm flipV="1">
                <a:off x="2332800" y="4096800"/>
                <a:ext cx="1" cy="1360800"/>
              </a:xfrm>
              <a:prstGeom prst="line">
                <a:avLst/>
              </a:prstGeom>
              <a:noFill/>
              <a:ln w="19440" cap="flat">
                <a:solidFill>
                  <a:srgbClr val="E77B80"/>
                </a:solidFill>
                <a:tailEnd type="triangle" w="med" len="med"/>
              </a:ln>
              <a:effectLst/>
            </p:spPr>
          </p:cxnSp>
          <p:cxnSp>
            <p:nvCxnSpPr>
              <p:cNvPr id="70" name="SCHEM_line-0068"/>
              <p:cNvCxnSpPr/>
              <p:nvPr/>
            </p:nvCxnSpPr>
            <p:spPr>
              <a:xfrm flipV="1">
                <a:off x="2815200" y="4096800"/>
                <a:ext cx="1" cy="1360800"/>
              </a:xfrm>
              <a:prstGeom prst="line">
                <a:avLst/>
              </a:prstGeom>
              <a:noFill/>
              <a:ln w="19440" cap="flat">
                <a:solidFill>
                  <a:srgbClr val="369DD0"/>
                </a:solidFill>
                <a:tailEnd type="triangle" w="med" len="med"/>
              </a:ln>
              <a:effectLst/>
            </p:spPr>
          </p:cxnSp>
          <p:cxnSp>
            <p:nvCxnSpPr>
              <p:cNvPr id="71" name="SCHEM_line-0069"/>
              <p:cNvCxnSpPr/>
              <p:nvPr/>
            </p:nvCxnSpPr>
            <p:spPr>
              <a:xfrm flipV="1">
                <a:off x="3297600" y="4096800"/>
                <a:ext cx="1" cy="1360800"/>
              </a:xfrm>
              <a:prstGeom prst="line">
                <a:avLst/>
              </a:prstGeom>
              <a:noFill/>
              <a:ln w="19440" cap="flat">
                <a:solidFill>
                  <a:srgbClr val="98AB79"/>
                </a:solidFill>
                <a:tailEnd type="triangle" w="med" len="med"/>
              </a:ln>
              <a:effectLst/>
            </p:spPr>
          </p:cxnSp>
          <p:cxnSp>
            <p:nvCxnSpPr>
              <p:cNvPr id="72" name="SCHEM_line-0070"/>
              <p:cNvCxnSpPr/>
              <p:nvPr/>
            </p:nvCxnSpPr>
            <p:spPr>
              <a:xfrm flipV="1">
                <a:off x="3780000" y="4096800"/>
                <a:ext cx="1" cy="1360800"/>
              </a:xfrm>
              <a:prstGeom prst="line">
                <a:avLst/>
              </a:prstGeom>
              <a:noFill/>
              <a:ln w="19440" cap="flat">
                <a:solidFill>
                  <a:srgbClr val="E77B80"/>
                </a:solidFill>
                <a:tailEnd type="triangle" w="med" len="med"/>
              </a:ln>
              <a:effectLst/>
            </p:spPr>
          </p:cxnSp>
          <p:cxnSp>
            <p:nvCxnSpPr>
              <p:cNvPr id="73" name="SCHEM_line-0071"/>
              <p:cNvCxnSpPr/>
              <p:nvPr/>
            </p:nvCxnSpPr>
            <p:spPr>
              <a:xfrm flipV="1">
                <a:off x="4262400" y="4096800"/>
                <a:ext cx="1" cy="1360800"/>
              </a:xfrm>
              <a:prstGeom prst="line">
                <a:avLst/>
              </a:prstGeom>
              <a:noFill/>
              <a:ln w="19440" cap="flat">
                <a:solidFill>
                  <a:srgbClr val="369DD0"/>
                </a:solidFill>
                <a:tailEnd type="triangle" w="med" len="med"/>
              </a:ln>
              <a:effectLst/>
            </p:spPr>
          </p:cxnSp>
          <p:cxnSp>
            <p:nvCxnSpPr>
              <p:cNvPr id="74" name="SCHEM_line-0072"/>
              <p:cNvCxnSpPr/>
              <p:nvPr/>
            </p:nvCxnSpPr>
            <p:spPr>
              <a:xfrm flipV="1">
                <a:off x="4744800" y="4096800"/>
                <a:ext cx="1" cy="1360800"/>
              </a:xfrm>
              <a:prstGeom prst="line">
                <a:avLst/>
              </a:prstGeom>
              <a:noFill/>
              <a:ln w="19440" cap="flat">
                <a:solidFill>
                  <a:srgbClr val="98AB79"/>
                </a:solidFill>
                <a:tailEnd type="triangle" w="med" len="med"/>
              </a:ln>
              <a:effectLst/>
            </p:spPr>
          </p:cxnSp>
          <p:cxnSp>
            <p:nvCxnSpPr>
              <p:cNvPr id="75" name="SCHEM_line-0073"/>
              <p:cNvCxnSpPr/>
              <p:nvPr/>
            </p:nvCxnSpPr>
            <p:spPr>
              <a:xfrm flipV="1">
                <a:off x="5227200" y="4096800"/>
                <a:ext cx="1" cy="1360800"/>
              </a:xfrm>
              <a:prstGeom prst="line">
                <a:avLst/>
              </a:prstGeom>
              <a:noFill/>
              <a:ln w="19440" cap="flat">
                <a:solidFill>
                  <a:srgbClr val="E77B80"/>
                </a:solidFill>
                <a:tailEnd type="triangle" w="med" len="med"/>
              </a:ln>
              <a:effectLst/>
            </p:spPr>
          </p:cxnSp>
        </p:grpSp>
        <p:sp>
          <p:nvSpPr>
            <p:cNvPr id="76" name="SCHEM_text-0074"/>
            <p:cNvSpPr txBox="1"/>
            <p:nvPr/>
          </p:nvSpPr>
          <p:spPr>
            <a:xfrm>
              <a:off x="3412800" y="2577600"/>
              <a:ext cx="1080000" cy="522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Optical</a:t>
              </a:r>
              <a:endParaRPr lang="en-US" sz="1417"/>
            </a:p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axis</a:t>
              </a:r>
              <a:endParaRPr lang="en-US" sz="1417"/>
            </a:p>
          </p:txBody>
        </p:sp>
        <p:sp>
          <p:nvSpPr>
            <p:cNvPr id="77" name="SCHEM_text-0075"/>
            <p:cNvSpPr txBox="1"/>
            <p:nvPr/>
          </p:nvSpPr>
          <p:spPr>
            <a:xfrm>
              <a:off x="144000" y="3218400"/>
              <a:ext cx="1908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Nanoantenna layer</a:t>
              </a:r>
              <a:endParaRPr lang="en-US" sz="1361"/>
            </a:p>
          </p:txBody>
        </p:sp>
        <p:cxnSp>
          <p:nvCxnSpPr>
            <p:cNvPr id="78" name="SCHEM_line-0076"/>
            <p:cNvCxnSpPr/>
            <p:nvPr/>
          </p:nvCxnSpPr>
          <p:spPr>
            <a:xfrm>
              <a:off x="1051200" y="3412800"/>
              <a:ext cx="136800" cy="1080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79" name="SCHEM_ellipse-0077"/>
            <p:cNvSpPr/>
            <p:nvPr/>
          </p:nvSpPr>
          <p:spPr>
            <a:xfrm>
              <a:off x="1166400" y="34992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80" name="SCHEM_text-0078"/>
            <p:cNvSpPr txBox="1"/>
            <p:nvPr/>
          </p:nvSpPr>
          <p:spPr>
            <a:xfrm>
              <a:off x="144000" y="4017600"/>
              <a:ext cx="1152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Fused silica</a:t>
              </a:r>
              <a:endParaRPr lang="en-US" sz="1361"/>
            </a:p>
          </p:txBody>
        </p:sp>
        <p:cxnSp>
          <p:nvCxnSpPr>
            <p:cNvPr id="81" name="SCHEM_line-0079"/>
            <p:cNvCxnSpPr/>
            <p:nvPr/>
          </p:nvCxnSpPr>
          <p:spPr>
            <a:xfrm flipV="1">
              <a:off x="964800" y="3916800"/>
              <a:ext cx="230400" cy="1584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82" name="SCHEM_ellipse-0080"/>
            <p:cNvSpPr/>
            <p:nvPr/>
          </p:nvSpPr>
          <p:spPr>
            <a:xfrm>
              <a:off x="1173600" y="38952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83" name="SCHEM_text-0081"/>
            <p:cNvSpPr txBox="1"/>
            <p:nvPr/>
          </p:nvSpPr>
          <p:spPr>
            <a:xfrm>
              <a:off x="288000" y="4824000"/>
              <a:ext cx="1368000" cy="522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Backside</a:t>
              </a:r>
              <a:endParaRPr lang="en-US" sz="1417"/>
            </a:p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illumination</a:t>
              </a:r>
              <a:endParaRPr lang="en-US" sz="1417"/>
            </a:p>
          </p:txBody>
        </p:sp>
        <p:sp>
          <p:nvSpPr>
            <p:cNvPr id="84" name="SCHEM_text-0082"/>
            <p:cNvSpPr txBox="1"/>
            <p:nvPr/>
          </p:nvSpPr>
          <p:spPr>
            <a:xfrm>
              <a:off x="2944800" y="5565600"/>
              <a:ext cx="1800000" cy="2887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400-700 nm</a:t>
              </a:r>
              <a:endParaRPr lang="en-US" sz="1474"/>
            </a:p>
          </p:txBody>
        </p:sp>
        <p:sp>
          <p:nvSpPr>
            <p:cNvPr id="85" name="SCHEM_rect-0083"/>
            <p:cNvSpPr/>
            <p:nvPr/>
          </p:nvSpPr>
          <p:spPr>
            <a:xfrm>
              <a:off x="5004000" y="3448800"/>
              <a:ext cx="316800" cy="381600"/>
            </a:xfrm>
            <a:prstGeom prst="rect">
              <a:avLst/>
            </a:prstGeom>
            <a:noFill/>
            <a:ln w="10800" cap="flat">
              <a:solidFill>
                <a:srgbClr val="292929"/>
              </a:solidFill>
              <a:prstDash val="dash"/>
            </a:ln>
            <a:effectLst/>
          </p:spPr>
        </p:sp>
        <p:cxnSp>
          <p:nvCxnSpPr>
            <p:cNvPr id="86" name="SCHEM_line-0084"/>
            <p:cNvCxnSpPr/>
            <p:nvPr/>
          </p:nvCxnSpPr>
          <p:spPr>
            <a:xfrm flipV="1">
              <a:off x="5004000" y="597600"/>
              <a:ext cx="1461600" cy="2851200"/>
            </a:xfrm>
            <a:prstGeom prst="line">
              <a:avLst/>
            </a:prstGeom>
            <a:noFill/>
            <a:ln w="10080" cap="flat">
              <a:solidFill>
                <a:srgbClr val="292929"/>
              </a:solidFill>
              <a:prstDash val="dash"/>
            </a:ln>
            <a:effectLst/>
          </p:spPr>
        </p:cxnSp>
        <p:cxnSp>
          <p:nvCxnSpPr>
            <p:cNvPr id="87" name="SCHEM_line-0085"/>
            <p:cNvCxnSpPr/>
            <p:nvPr/>
          </p:nvCxnSpPr>
          <p:spPr>
            <a:xfrm>
              <a:off x="5320800" y="3830400"/>
              <a:ext cx="1144800" cy="1267200"/>
            </a:xfrm>
            <a:prstGeom prst="line">
              <a:avLst/>
            </a:prstGeom>
            <a:noFill/>
            <a:ln w="10080" cap="flat">
              <a:solidFill>
                <a:srgbClr val="292929"/>
              </a:solidFill>
              <a:prstDash val="dash"/>
            </a:ln>
            <a:effectLst/>
          </p:spPr>
        </p:cxnSp>
        <p:grpSp>
          <p:nvGrpSpPr>
            <p:cNvPr id="88" name="SCHEM_compound-meta-atom"/>
            <p:cNvGrpSpPr/>
            <p:nvPr/>
          </p:nvGrpSpPr>
          <p:grpSpPr>
            <a:xfrm>
              <a:off x="6465600" y="597600"/>
              <a:ext cx="4910400" cy="4500000"/>
              <a:chOff x="6465600" y="597600"/>
              <a:chExt cx="4910400" cy="4500000"/>
            </a:xfrm>
          </p:grpSpPr>
          <p:sp>
            <p:nvSpPr>
              <p:cNvPr id="89" name="SCHEM_rect-0087"/>
              <p:cNvSpPr/>
              <p:nvPr/>
            </p:nvSpPr>
            <p:spPr>
              <a:xfrm>
                <a:off x="6465600" y="597600"/>
                <a:ext cx="4910400" cy="4500000"/>
              </a:xfrm>
              <a:prstGeom prst="rect">
                <a:avLst/>
              </a:prstGeom>
              <a:noFill/>
              <a:ln w="10080" cap="flat">
                <a:solidFill>
                  <a:srgbClr val="292929"/>
                </a:solidFill>
                <a:prstDash val="dash"/>
              </a:ln>
              <a:effectLst/>
            </p:spPr>
          </p:sp>
          <p:sp>
            <p:nvSpPr>
              <p:cNvPr id="90" name="SCHEM_rect-0088"/>
              <p:cNvSpPr/>
              <p:nvPr/>
            </p:nvSpPr>
            <p:spPr>
              <a:xfrm>
                <a:off x="7884000" y="3621600"/>
                <a:ext cx="1900800" cy="864000"/>
              </a:xfrm>
              <a:prstGeom prst="rect">
                <a:avLst/>
              </a:prstGeom>
              <a:gradFill rotWithShape="1">
                <a:gsLst>
                  <a:gs pos="0">
                    <a:srgbClr val="E4E4E4"/>
                  </a:gs>
                  <a:gs pos="100000">
                    <a:srgbClr val="C9C9C9"/>
                  </a:gs>
                </a:gsLst>
                <a:lin ang="5400000" scaled="1"/>
              </a:gra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1" name="SCHEM_rect-0089"/>
              <p:cNvSpPr/>
              <p:nvPr/>
            </p:nvSpPr>
            <p:spPr>
              <a:xfrm>
                <a:off x="7884000" y="2462400"/>
                <a:ext cx="1900800" cy="1159200"/>
              </a:xfrm>
              <a:prstGeom prst="rect">
                <a:avLst/>
              </a:prstGeom>
              <a:solidFill>
                <a:srgbClr val="ECB3B5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2" name="SCHEM_polygon-0090"/>
              <p:cNvSpPr/>
              <p:nvPr/>
            </p:nvSpPr>
            <p:spPr>
              <a:xfrm>
                <a:off x="7884000" y="2865600"/>
                <a:ext cx="1116000" cy="756000"/>
              </a:xfrm>
              <a:custGeom>
                <a:avLst/>
                <a:gdLst/>
                <a:ahLst/>
                <a:cxnLst/>
                <a:rect l="0" t="0" r="r" b="b"/>
                <a:pathLst>
                  <a:path w="1116000" h="756000">
                    <a:moveTo>
                      <a:pt x="0" y="424800"/>
                    </a:moveTo>
                    <a:lnTo>
                      <a:pt x="252000" y="424800"/>
                    </a:lnTo>
                    <a:lnTo>
                      <a:pt x="252000" y="288000"/>
                    </a:lnTo>
                    <a:lnTo>
                      <a:pt x="532800" y="288000"/>
                    </a:lnTo>
                    <a:lnTo>
                      <a:pt x="532800" y="129600"/>
                    </a:lnTo>
                    <a:lnTo>
                      <a:pt x="835200" y="129600"/>
                    </a:lnTo>
                    <a:lnTo>
                      <a:pt x="835200" y="0"/>
                    </a:lnTo>
                    <a:lnTo>
                      <a:pt x="1116000" y="0"/>
                    </a:lnTo>
                    <a:lnTo>
                      <a:pt x="1116000" y="756000"/>
                    </a:lnTo>
                    <a:lnTo>
                      <a:pt x="0" y="756000"/>
                    </a:lnTo>
                    <a:close/>
                  </a:path>
                </a:pathLst>
              </a:custGeom>
              <a:solidFill>
                <a:srgbClr val="B3C79D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3" name="SCHEM_rect-0091"/>
              <p:cNvSpPr/>
              <p:nvPr/>
            </p:nvSpPr>
            <p:spPr>
              <a:xfrm>
                <a:off x="7999200" y="1872000"/>
                <a:ext cx="180000" cy="590400"/>
              </a:xfrm>
              <a:prstGeom prst="rect">
                <a:avLst/>
              </a:prstGeom>
              <a:solidFill>
                <a:srgbClr val="96BEDD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4" name="SCHEM_rect-0092"/>
              <p:cNvSpPr/>
              <p:nvPr/>
            </p:nvSpPr>
            <p:spPr>
              <a:xfrm>
                <a:off x="8330400" y="1872000"/>
                <a:ext cx="237600" cy="590400"/>
              </a:xfrm>
              <a:prstGeom prst="rect">
                <a:avLst/>
              </a:prstGeom>
              <a:solidFill>
                <a:srgbClr val="96BEDD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5" name="SCHEM_rect-0093"/>
              <p:cNvSpPr/>
              <p:nvPr/>
            </p:nvSpPr>
            <p:spPr>
              <a:xfrm>
                <a:off x="8719200" y="1886400"/>
                <a:ext cx="208800" cy="576000"/>
              </a:xfrm>
              <a:prstGeom prst="rect">
                <a:avLst/>
              </a:prstGeom>
              <a:solidFill>
                <a:srgbClr val="96BEDD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6" name="SCHEM_rect-0094"/>
              <p:cNvSpPr/>
              <p:nvPr/>
            </p:nvSpPr>
            <p:spPr>
              <a:xfrm>
                <a:off x="9079200" y="1900800"/>
                <a:ext cx="194400" cy="561600"/>
              </a:xfrm>
              <a:prstGeom prst="rect">
                <a:avLst/>
              </a:prstGeom>
              <a:solidFill>
                <a:srgbClr val="96BEDD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7" name="SCHEM_rect-0095"/>
              <p:cNvSpPr/>
              <p:nvPr/>
            </p:nvSpPr>
            <p:spPr>
              <a:xfrm>
                <a:off x="9439200" y="1843200"/>
                <a:ext cx="259200" cy="619200"/>
              </a:xfrm>
              <a:prstGeom prst="rect">
                <a:avLst/>
              </a:prstGeom>
              <a:solidFill>
                <a:srgbClr val="96BEDD"/>
              </a:solidFill>
              <a:ln w="10800" cap="flat">
                <a:solidFill>
                  <a:srgbClr val="292929"/>
                </a:solidFill>
              </a:ln>
              <a:effectLst/>
            </p:spPr>
          </p:sp>
        </p:grpSp>
        <p:sp>
          <p:nvSpPr>
            <p:cNvPr id="98" name="SCHEM_text-0096"/>
            <p:cNvSpPr txBox="1"/>
            <p:nvPr/>
          </p:nvSpPr>
          <p:spPr>
            <a:xfrm>
              <a:off x="6652800" y="720000"/>
              <a:ext cx="4680000" cy="3178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64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Compound meta-atom (enlarged section)</a:t>
              </a:r>
              <a:endParaRPr lang="en-US" sz="1644"/>
            </a:p>
          </p:txBody>
        </p:sp>
        <p:sp>
          <p:nvSpPr>
            <p:cNvPr id="99" name="SCHEM_text-0097"/>
            <p:cNvSpPr txBox="1"/>
            <p:nvPr/>
          </p:nvSpPr>
          <p:spPr>
            <a:xfrm>
              <a:off x="9201600" y="1137600"/>
              <a:ext cx="2016000" cy="483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C4 symmetry</a:t>
              </a:r>
              <a:endParaRPr lang="en-US" sz="1304"/>
            </a:p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(antenna families)</a:t>
              </a:r>
              <a:endParaRPr lang="en-US" sz="1304"/>
            </a:p>
          </p:txBody>
        </p:sp>
        <p:sp>
          <p:nvSpPr>
            <p:cNvPr id="100" name="SCHEM_path-0098"/>
            <p:cNvSpPr/>
            <p:nvPr/>
          </p:nvSpPr>
          <p:spPr>
            <a:xfrm>
              <a:off x="8618400" y="1238400"/>
              <a:ext cx="496800" cy="518400"/>
            </a:xfrm>
            <a:custGeom>
              <a:avLst/>
              <a:gdLst/>
              <a:ahLst/>
              <a:cxnLst/>
              <a:rect l="0" t="0" r="r" b="b"/>
              <a:pathLst>
                <a:path w="496800" h="518400">
                  <a:moveTo>
                    <a:pt x="496800" y="0"/>
                  </a:moveTo>
                  <a:lnTo>
                    <a:pt x="338400" y="0"/>
                  </a:lnTo>
                  <a:lnTo>
                    <a:pt x="0" y="518400"/>
                  </a:lnTo>
                </a:path>
              </a:pathLst>
            </a:custGeom>
            <a:noFill/>
            <a:ln w="12240" cap="flat">
              <a:solidFill>
                <a:srgbClr val="292929"/>
              </a:solidFill>
            </a:ln>
            <a:effectLst/>
          </p:spPr>
        </p:sp>
        <p:cxnSp>
          <p:nvCxnSpPr>
            <p:cNvPr id="101" name="SCHEM_line-0099"/>
            <p:cNvCxnSpPr/>
            <p:nvPr/>
          </p:nvCxnSpPr>
          <p:spPr>
            <a:xfrm flipH="1">
              <a:off x="8618400" y="1713600"/>
              <a:ext cx="28800" cy="43200"/>
            </a:xfrm>
            <a:prstGeom prst="line">
              <a:avLst/>
            </a:prstGeom>
            <a:noFill/>
            <a:ln w="14400" cap="flat">
              <a:solidFill>
                <a:srgbClr val="292929"/>
              </a:solidFill>
              <a:tailEnd type="triangle" w="med" len="med"/>
            </a:ln>
            <a:effectLst/>
          </p:spPr>
        </p:cxnSp>
        <p:sp>
          <p:nvSpPr>
            <p:cNvPr id="102" name="SCHEM_text-0100"/>
            <p:cNvSpPr txBox="1"/>
            <p:nvPr/>
          </p:nvSpPr>
          <p:spPr>
            <a:xfrm>
              <a:off x="6595200" y="1900800"/>
              <a:ext cx="1584000" cy="483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High-index</a:t>
              </a:r>
              <a:endParaRPr lang="en-US" sz="1304"/>
            </a:p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SiN nanoantennas</a:t>
              </a:r>
              <a:endParaRPr lang="en-US" sz="1304"/>
            </a:p>
          </p:txBody>
        </p:sp>
        <p:cxnSp>
          <p:nvCxnSpPr>
            <p:cNvPr id="103" name="SCHEM_line-0101"/>
            <p:cNvCxnSpPr/>
            <p:nvPr/>
          </p:nvCxnSpPr>
          <p:spPr>
            <a:xfrm>
              <a:off x="7761600" y="2196000"/>
              <a:ext cx="295200" cy="1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04" name="SCHEM_ellipse-0102"/>
            <p:cNvSpPr/>
            <p:nvPr/>
          </p:nvSpPr>
          <p:spPr>
            <a:xfrm>
              <a:off x="8035200" y="21744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105" name="SCHEM_text-0103"/>
            <p:cNvSpPr txBox="1"/>
            <p:nvPr/>
          </p:nvSpPr>
          <p:spPr>
            <a:xfrm>
              <a:off x="6595200" y="2750400"/>
              <a:ext cx="1476000" cy="259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SU8 spacer</a:t>
              </a:r>
              <a:endParaRPr lang="en-US" sz="1304"/>
            </a:p>
          </p:txBody>
        </p:sp>
        <p:cxnSp>
          <p:nvCxnSpPr>
            <p:cNvPr id="106" name="SCHEM_line-0104"/>
            <p:cNvCxnSpPr/>
            <p:nvPr/>
          </p:nvCxnSpPr>
          <p:spPr>
            <a:xfrm>
              <a:off x="7423200" y="2851200"/>
              <a:ext cx="576000" cy="1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07" name="SCHEM_ellipse-0105"/>
            <p:cNvSpPr/>
            <p:nvPr/>
          </p:nvSpPr>
          <p:spPr>
            <a:xfrm>
              <a:off x="7977600" y="28296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108" name="SCHEM_text-0106"/>
            <p:cNvSpPr txBox="1"/>
            <p:nvPr/>
          </p:nvSpPr>
          <p:spPr>
            <a:xfrm>
              <a:off x="6595200" y="3268800"/>
              <a:ext cx="1368000" cy="483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Low-dispersion</a:t>
              </a:r>
              <a:endParaRPr lang="en-US" sz="1304"/>
            </a:p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SiN</a:t>
              </a:r>
              <a:endParaRPr lang="en-US" sz="1304"/>
            </a:p>
          </p:txBody>
        </p:sp>
        <p:cxnSp>
          <p:nvCxnSpPr>
            <p:cNvPr id="109" name="SCHEM_line-0107"/>
            <p:cNvCxnSpPr/>
            <p:nvPr/>
          </p:nvCxnSpPr>
          <p:spPr>
            <a:xfrm>
              <a:off x="7588800" y="3427200"/>
              <a:ext cx="396000" cy="1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10" name="SCHEM_ellipse-0108"/>
            <p:cNvSpPr/>
            <p:nvPr/>
          </p:nvSpPr>
          <p:spPr>
            <a:xfrm>
              <a:off x="7963200" y="34056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111" name="SCHEM_text-0109"/>
            <p:cNvSpPr txBox="1"/>
            <p:nvPr/>
          </p:nvSpPr>
          <p:spPr>
            <a:xfrm>
              <a:off x="6595200" y="4010400"/>
              <a:ext cx="1368000" cy="259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Fused silica</a:t>
              </a:r>
              <a:endParaRPr lang="en-US" sz="1304"/>
            </a:p>
          </p:txBody>
        </p:sp>
        <p:cxnSp>
          <p:nvCxnSpPr>
            <p:cNvPr id="112" name="SCHEM_line-0110"/>
            <p:cNvCxnSpPr/>
            <p:nvPr/>
          </p:nvCxnSpPr>
          <p:spPr>
            <a:xfrm>
              <a:off x="7423200" y="4104000"/>
              <a:ext cx="568800" cy="1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13" name="SCHEM_ellipse-0111"/>
            <p:cNvSpPr/>
            <p:nvPr/>
          </p:nvSpPr>
          <p:spPr>
            <a:xfrm>
              <a:off x="7970400" y="40824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114" name="SCHEM_path-0112"/>
            <p:cNvSpPr/>
            <p:nvPr/>
          </p:nvSpPr>
          <p:spPr>
            <a:xfrm>
              <a:off x="9900000" y="1792800"/>
              <a:ext cx="108000" cy="576000"/>
            </a:xfrm>
            <a:custGeom>
              <a:avLst/>
              <a:gdLst/>
              <a:ahLst/>
              <a:cxnLst/>
              <a:rect l="0" t="0" r="r" b="b"/>
              <a:pathLst>
                <a:path w="108000" h="576000">
                  <a:moveTo>
                    <a:pt x="0" y="0"/>
                  </a:moveTo>
                  <a:cubicBezTo>
                    <a:pt x="57600" y="0"/>
                    <a:pt x="57600" y="36000"/>
                    <a:pt x="57600" y="93600"/>
                  </a:cubicBezTo>
                  <a:lnTo>
                    <a:pt x="57600" y="216000"/>
                  </a:lnTo>
                  <a:cubicBezTo>
                    <a:pt x="57600" y="252000"/>
                    <a:pt x="72000" y="280800"/>
                    <a:pt x="108000" y="280800"/>
                  </a:cubicBezTo>
                  <a:cubicBezTo>
                    <a:pt x="72000" y="280800"/>
                    <a:pt x="57600" y="316800"/>
                    <a:pt x="57600" y="352800"/>
                  </a:cubicBezTo>
                  <a:lnTo>
                    <a:pt x="57600" y="496800"/>
                  </a:lnTo>
                  <a:cubicBezTo>
                    <a:pt x="57600" y="554400"/>
                    <a:pt x="57600" y="576000"/>
                    <a:pt x="0" y="576000"/>
                  </a:cubicBezTo>
                </a:path>
              </a:pathLst>
            </a:custGeom>
            <a:noFill/>
            <a:ln w="10800" cap="flat">
              <a:solidFill>
                <a:srgbClr val="292929"/>
              </a:solidFill>
            </a:ln>
            <a:effectLst/>
          </p:spPr>
        </p:sp>
        <p:sp>
          <p:nvSpPr>
            <p:cNvPr id="115" name="SCHEM_text-0113"/>
            <p:cNvSpPr txBox="1"/>
            <p:nvPr/>
          </p:nvSpPr>
          <p:spPr>
            <a:xfrm>
              <a:off x="10123200" y="1850400"/>
              <a:ext cx="1195200" cy="483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Fine group delay</a:t>
              </a:r>
              <a:endParaRPr lang="en-US" sz="1304"/>
            </a:p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and Phase control</a:t>
              </a:r>
              <a:endParaRPr lang="en-US" sz="1304"/>
            </a:p>
          </p:txBody>
        </p:sp>
        <p:sp>
          <p:nvSpPr>
            <p:cNvPr id="116" name="SCHEM_text-0114"/>
            <p:cNvSpPr txBox="1"/>
            <p:nvPr/>
          </p:nvSpPr>
          <p:spPr>
            <a:xfrm>
              <a:off x="10101600" y="2872800"/>
              <a:ext cx="1267200" cy="5900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07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Dispersion-matched</a:t>
              </a:r>
              <a:endParaRPr lang="en-US" sz="1077"/>
            </a:p>
            <a:p>
              <a:pPr algn="l">
                <a:buNone/>
              </a:pPr>
              <a:r>
                <a:rPr lang="en-US" sz="107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pair</a:t>
              </a:r>
              <a:endParaRPr lang="en-US" sz="1077"/>
            </a:p>
            <a:p>
              <a:pPr algn="l">
                <a:buNone/>
              </a:pPr>
              <a:r>
                <a:rPr lang="en-US" sz="107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(Coarse group delay)</a:t>
              </a:r>
              <a:endParaRPr lang="en-US" sz="1077"/>
            </a:p>
          </p:txBody>
        </p:sp>
        <p:cxnSp>
          <p:nvCxnSpPr>
            <p:cNvPr id="117" name="SCHEM_line-0115"/>
            <p:cNvCxnSpPr/>
            <p:nvPr/>
          </p:nvCxnSpPr>
          <p:spPr>
            <a:xfrm flipH="1" flipV="1">
              <a:off x="9424800" y="2700000"/>
              <a:ext cx="612000" cy="2376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18" name="SCHEM_ellipse-0116"/>
            <p:cNvSpPr/>
            <p:nvPr/>
          </p:nvSpPr>
          <p:spPr>
            <a:xfrm>
              <a:off x="9403200" y="26784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cxnSp>
          <p:nvCxnSpPr>
            <p:cNvPr id="119" name="SCHEM_line-0117"/>
            <p:cNvCxnSpPr/>
            <p:nvPr/>
          </p:nvCxnSpPr>
          <p:spPr>
            <a:xfrm flipH="1">
              <a:off x="8424000" y="3096000"/>
              <a:ext cx="1612800" cy="2448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20" name="SCHEM_ellipse-0118"/>
            <p:cNvSpPr/>
            <p:nvPr/>
          </p:nvSpPr>
          <p:spPr>
            <a:xfrm>
              <a:off x="8402400" y="33192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121" name="SCHEM_text-0119"/>
            <p:cNvSpPr txBox="1"/>
            <p:nvPr/>
          </p:nvSpPr>
          <p:spPr>
            <a:xfrm>
              <a:off x="8748000" y="4737600"/>
              <a:ext cx="2160000" cy="259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Designed stair levels</a:t>
              </a:r>
              <a:endParaRPr lang="en-US" sz="1304"/>
            </a:p>
          </p:txBody>
        </p:sp>
        <p:cxnSp>
          <p:nvCxnSpPr>
            <p:cNvPr id="122" name="SCHEM_line-0120"/>
            <p:cNvCxnSpPr/>
            <p:nvPr/>
          </p:nvCxnSpPr>
          <p:spPr>
            <a:xfrm flipH="1" flipV="1">
              <a:off x="8445600" y="3448800"/>
              <a:ext cx="410400" cy="1231200"/>
            </a:xfrm>
            <a:prstGeom prst="line">
              <a:avLst/>
            </a:prstGeom>
            <a:noFill/>
            <a:ln w="10800" cap="flat">
              <a:solidFill>
                <a:srgbClr val="292929"/>
              </a:solidFill>
              <a:prstDash val="dash"/>
              <a:tailEnd type="triangle" w="med" len="med"/>
            </a:ln>
            <a:effectLst/>
          </p:spPr>
        </p:cxnSp>
        <p:sp>
          <p:nvSpPr>
            <p:cNvPr id="123" name="SCHEM_text-0121"/>
            <p:cNvSpPr txBox="1"/>
            <p:nvPr/>
          </p:nvSpPr>
          <p:spPr>
            <a:xfrm>
              <a:off x="10519200" y="4370400"/>
              <a:ext cx="828000" cy="2498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Not to scale</a:t>
              </a:r>
              <a:endParaRPr lang="en-US" sz="1247"/>
            </a:p>
          </p:txBody>
        </p:sp>
        <p:sp>
          <p:nvSpPr>
            <p:cNvPr id="124" name="SCHEM_text-0122"/>
            <p:cNvSpPr txBox="1"/>
            <p:nvPr/>
          </p:nvSpPr>
          <p:spPr>
            <a:xfrm>
              <a:off x="2570400" y="6148800"/>
              <a:ext cx="8784000" cy="2498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Nature Communications (2024) | doi:10.1038/s41467-024-53701-8 | Conceptual; not to scale</a:t>
              </a:r>
              <a:endParaRPr lang="en-US" sz="1247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  <p:grpSp>
        <p:nvGrpSpPr>
          <p:cNvPr id="2" name="SCHEM_figure"/>
          <p:cNvGrpSpPr/>
          <p:nvPr/>
        </p:nvGrpSpPr>
        <p:grpSpPr>
          <a:xfrm>
            <a:off x="72000" y="100800"/>
            <a:ext cx="11433600" cy="6367320"/>
            <a:chOff x="72000" y="100800"/>
            <a:chExt cx="11433600" cy="6367320"/>
          </a:xfrm>
        </p:grpSpPr>
        <p:sp>
          <p:nvSpPr>
            <p:cNvPr id="3" name="SCHEM_text-0001"/>
            <p:cNvSpPr txBox="1"/>
            <p:nvPr/>
          </p:nvSpPr>
          <p:spPr>
            <a:xfrm>
              <a:off x="2894400" y="100800"/>
              <a:ext cx="8496000" cy="4150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2211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Sequential snap-back in viscoelastic kirigami</a:t>
              </a:r>
              <a:endParaRPr lang="en-US" sz="2211"/>
            </a:p>
          </p:txBody>
        </p:sp>
        <p:grpSp>
          <p:nvGrpSpPr>
            <p:cNvPr id="4" name="SCHEM_slotted-sheet"/>
            <p:cNvGrpSpPr/>
            <p:nvPr/>
          </p:nvGrpSpPr>
          <p:grpSpPr>
            <a:xfrm>
              <a:off x="208800" y="813600"/>
              <a:ext cx="4312800" cy="1087200"/>
              <a:chOff x="208800" y="813600"/>
              <a:chExt cx="4312800" cy="1087200"/>
            </a:xfrm>
          </p:grpSpPr>
          <p:sp>
            <p:nvSpPr>
              <p:cNvPr id="5" name="SCHEM_polygon-0003"/>
              <p:cNvSpPr/>
              <p:nvPr/>
            </p:nvSpPr>
            <p:spPr>
              <a:xfrm>
                <a:off x="669600" y="813600"/>
                <a:ext cx="3420000" cy="1087200"/>
              </a:xfrm>
              <a:custGeom>
                <a:avLst/>
                <a:gdLst/>
                <a:ahLst/>
                <a:cxnLst/>
                <a:rect l="0" t="0" r="r" b="b"/>
                <a:pathLst>
                  <a:path w="3420000" h="1087200">
                    <a:moveTo>
                      <a:pt x="288000" y="0"/>
                    </a:moveTo>
                    <a:lnTo>
                      <a:pt x="3117600" y="0"/>
                    </a:lnTo>
                    <a:lnTo>
                      <a:pt x="3420000" y="1087200"/>
                    </a:lnTo>
                    <a:lnTo>
                      <a:pt x="0" y="1087200"/>
                    </a:lnTo>
                    <a:close/>
                  </a:path>
                </a:pathLst>
              </a:custGeom>
              <a:solidFill>
                <a:srgbClr val="E2E2DE"/>
              </a:solidFill>
              <a:ln w="12240" cap="flat">
                <a:solidFill>
                  <a:srgbClr val="292929"/>
                </a:solidFill>
              </a:ln>
              <a:effectLst/>
            </p:spPr>
          </p:sp>
          <p:sp>
            <p:nvSpPr>
              <p:cNvPr id="6" name="SCHEM_polygon-0004"/>
              <p:cNvSpPr/>
              <p:nvPr/>
            </p:nvSpPr>
            <p:spPr>
              <a:xfrm>
                <a:off x="972000" y="878400"/>
                <a:ext cx="4608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460800" h="72000">
                    <a:moveTo>
                      <a:pt x="21600" y="0"/>
                    </a:moveTo>
                    <a:lnTo>
                      <a:pt x="453600" y="0"/>
                    </a:lnTo>
                    <a:lnTo>
                      <a:pt x="4608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7" name="SCHEM_line-0005"/>
              <p:cNvCxnSpPr/>
              <p:nvPr/>
            </p:nvCxnSpPr>
            <p:spPr>
              <a:xfrm>
                <a:off x="993600" y="892800"/>
                <a:ext cx="4320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8" name="SCHEM_polygon-0006"/>
              <p:cNvSpPr/>
              <p:nvPr/>
            </p:nvSpPr>
            <p:spPr>
              <a:xfrm>
                <a:off x="1749600" y="878400"/>
                <a:ext cx="4608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460800" h="72000">
                    <a:moveTo>
                      <a:pt x="21600" y="0"/>
                    </a:moveTo>
                    <a:lnTo>
                      <a:pt x="453600" y="0"/>
                    </a:lnTo>
                    <a:lnTo>
                      <a:pt x="4608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9" name="SCHEM_line-0007"/>
              <p:cNvCxnSpPr/>
              <p:nvPr/>
            </p:nvCxnSpPr>
            <p:spPr>
              <a:xfrm>
                <a:off x="1771200" y="892800"/>
                <a:ext cx="4320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10" name="SCHEM_polygon-0008"/>
              <p:cNvSpPr/>
              <p:nvPr/>
            </p:nvSpPr>
            <p:spPr>
              <a:xfrm>
                <a:off x="2527200" y="878400"/>
                <a:ext cx="4608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460800" h="72000">
                    <a:moveTo>
                      <a:pt x="21600" y="0"/>
                    </a:moveTo>
                    <a:lnTo>
                      <a:pt x="453600" y="0"/>
                    </a:lnTo>
                    <a:lnTo>
                      <a:pt x="4608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1" name="SCHEM_line-0009"/>
              <p:cNvCxnSpPr/>
              <p:nvPr/>
            </p:nvCxnSpPr>
            <p:spPr>
              <a:xfrm>
                <a:off x="2548800" y="892800"/>
                <a:ext cx="4320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12" name="SCHEM_polygon-0010"/>
              <p:cNvSpPr/>
              <p:nvPr/>
            </p:nvSpPr>
            <p:spPr>
              <a:xfrm>
                <a:off x="3304800" y="878400"/>
                <a:ext cx="4608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460800" h="72000">
                    <a:moveTo>
                      <a:pt x="21600" y="0"/>
                    </a:moveTo>
                    <a:lnTo>
                      <a:pt x="453600" y="0"/>
                    </a:lnTo>
                    <a:lnTo>
                      <a:pt x="4608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3" name="SCHEM_line-0011"/>
              <p:cNvCxnSpPr/>
              <p:nvPr/>
            </p:nvCxnSpPr>
            <p:spPr>
              <a:xfrm>
                <a:off x="3326400" y="892800"/>
                <a:ext cx="4320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14" name="SCHEM_polygon-0012"/>
              <p:cNvSpPr/>
              <p:nvPr/>
            </p:nvSpPr>
            <p:spPr>
              <a:xfrm>
                <a:off x="937200" y="1022400"/>
                <a:ext cx="4716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471600" h="72000">
                    <a:moveTo>
                      <a:pt x="21600" y="0"/>
                    </a:moveTo>
                    <a:lnTo>
                      <a:pt x="464400" y="0"/>
                    </a:lnTo>
                    <a:lnTo>
                      <a:pt x="4716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5" name="SCHEM_line-0013"/>
              <p:cNvCxnSpPr/>
              <p:nvPr/>
            </p:nvCxnSpPr>
            <p:spPr>
              <a:xfrm>
                <a:off x="958800" y="1036800"/>
                <a:ext cx="4428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16" name="SCHEM_polygon-0014"/>
              <p:cNvSpPr/>
              <p:nvPr/>
            </p:nvSpPr>
            <p:spPr>
              <a:xfrm>
                <a:off x="1719600" y="1022400"/>
                <a:ext cx="4716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471600" h="72000">
                    <a:moveTo>
                      <a:pt x="21600" y="0"/>
                    </a:moveTo>
                    <a:lnTo>
                      <a:pt x="464400" y="0"/>
                    </a:lnTo>
                    <a:lnTo>
                      <a:pt x="4716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7" name="SCHEM_line-0015"/>
              <p:cNvCxnSpPr/>
              <p:nvPr/>
            </p:nvCxnSpPr>
            <p:spPr>
              <a:xfrm>
                <a:off x="1741200" y="1036800"/>
                <a:ext cx="4428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18" name="SCHEM_polygon-0016"/>
              <p:cNvSpPr/>
              <p:nvPr/>
            </p:nvSpPr>
            <p:spPr>
              <a:xfrm>
                <a:off x="2502000" y="1022400"/>
                <a:ext cx="4716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471600" h="72000">
                    <a:moveTo>
                      <a:pt x="21600" y="0"/>
                    </a:moveTo>
                    <a:lnTo>
                      <a:pt x="464400" y="0"/>
                    </a:lnTo>
                    <a:lnTo>
                      <a:pt x="4716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9" name="SCHEM_line-0017"/>
              <p:cNvCxnSpPr/>
              <p:nvPr/>
            </p:nvCxnSpPr>
            <p:spPr>
              <a:xfrm>
                <a:off x="2523600" y="1036800"/>
                <a:ext cx="4428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20" name="SCHEM_polygon-0018"/>
              <p:cNvSpPr/>
              <p:nvPr/>
            </p:nvSpPr>
            <p:spPr>
              <a:xfrm>
                <a:off x="3284400" y="1022400"/>
                <a:ext cx="4716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471600" h="72000">
                    <a:moveTo>
                      <a:pt x="21600" y="0"/>
                    </a:moveTo>
                    <a:lnTo>
                      <a:pt x="464400" y="0"/>
                    </a:lnTo>
                    <a:lnTo>
                      <a:pt x="4716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21" name="SCHEM_line-0019"/>
              <p:cNvCxnSpPr/>
              <p:nvPr/>
            </p:nvCxnSpPr>
            <p:spPr>
              <a:xfrm>
                <a:off x="3306000" y="1036800"/>
                <a:ext cx="4428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22" name="SCHEM_polygon-0020"/>
              <p:cNvSpPr/>
              <p:nvPr/>
            </p:nvSpPr>
            <p:spPr>
              <a:xfrm>
                <a:off x="902400" y="1166400"/>
                <a:ext cx="4824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482400" h="72000">
                    <a:moveTo>
                      <a:pt x="21600" y="0"/>
                    </a:moveTo>
                    <a:lnTo>
                      <a:pt x="475200" y="0"/>
                    </a:lnTo>
                    <a:lnTo>
                      <a:pt x="4824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23" name="SCHEM_line-0021"/>
              <p:cNvCxnSpPr/>
              <p:nvPr/>
            </p:nvCxnSpPr>
            <p:spPr>
              <a:xfrm>
                <a:off x="924000" y="1180800"/>
                <a:ext cx="4536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24" name="SCHEM_polygon-0022"/>
              <p:cNvSpPr/>
              <p:nvPr/>
            </p:nvSpPr>
            <p:spPr>
              <a:xfrm>
                <a:off x="1689600" y="1166400"/>
                <a:ext cx="4824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482400" h="72000">
                    <a:moveTo>
                      <a:pt x="21600" y="0"/>
                    </a:moveTo>
                    <a:lnTo>
                      <a:pt x="475200" y="0"/>
                    </a:lnTo>
                    <a:lnTo>
                      <a:pt x="4824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25" name="SCHEM_line-0023"/>
              <p:cNvCxnSpPr/>
              <p:nvPr/>
            </p:nvCxnSpPr>
            <p:spPr>
              <a:xfrm>
                <a:off x="1711200" y="1180800"/>
                <a:ext cx="4536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26" name="SCHEM_polygon-0024"/>
              <p:cNvSpPr/>
              <p:nvPr/>
            </p:nvSpPr>
            <p:spPr>
              <a:xfrm>
                <a:off x="2476800" y="1166400"/>
                <a:ext cx="4824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482400" h="72000">
                    <a:moveTo>
                      <a:pt x="21600" y="0"/>
                    </a:moveTo>
                    <a:lnTo>
                      <a:pt x="475200" y="0"/>
                    </a:lnTo>
                    <a:lnTo>
                      <a:pt x="4824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27" name="SCHEM_line-0025"/>
              <p:cNvCxnSpPr/>
              <p:nvPr/>
            </p:nvCxnSpPr>
            <p:spPr>
              <a:xfrm>
                <a:off x="2498400" y="1180800"/>
                <a:ext cx="4536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28" name="SCHEM_polygon-0026"/>
              <p:cNvSpPr/>
              <p:nvPr/>
            </p:nvSpPr>
            <p:spPr>
              <a:xfrm>
                <a:off x="3264000" y="1166400"/>
                <a:ext cx="4824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482400" h="72000">
                    <a:moveTo>
                      <a:pt x="21600" y="0"/>
                    </a:moveTo>
                    <a:lnTo>
                      <a:pt x="475200" y="0"/>
                    </a:lnTo>
                    <a:lnTo>
                      <a:pt x="4824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29" name="SCHEM_line-0027"/>
              <p:cNvCxnSpPr/>
              <p:nvPr/>
            </p:nvCxnSpPr>
            <p:spPr>
              <a:xfrm>
                <a:off x="3285600" y="1180800"/>
                <a:ext cx="4536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30" name="SCHEM_polygon-0028"/>
              <p:cNvSpPr/>
              <p:nvPr/>
            </p:nvSpPr>
            <p:spPr>
              <a:xfrm>
                <a:off x="867600" y="1310400"/>
                <a:ext cx="4932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493200" h="72000">
                    <a:moveTo>
                      <a:pt x="21600" y="0"/>
                    </a:moveTo>
                    <a:lnTo>
                      <a:pt x="486000" y="0"/>
                    </a:lnTo>
                    <a:lnTo>
                      <a:pt x="4932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31" name="SCHEM_line-0029"/>
              <p:cNvCxnSpPr/>
              <p:nvPr/>
            </p:nvCxnSpPr>
            <p:spPr>
              <a:xfrm>
                <a:off x="889200" y="1324800"/>
                <a:ext cx="4644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32" name="SCHEM_polygon-0030"/>
              <p:cNvSpPr/>
              <p:nvPr/>
            </p:nvSpPr>
            <p:spPr>
              <a:xfrm>
                <a:off x="1659600" y="1310400"/>
                <a:ext cx="4932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493200" h="72000">
                    <a:moveTo>
                      <a:pt x="21600" y="0"/>
                    </a:moveTo>
                    <a:lnTo>
                      <a:pt x="486000" y="0"/>
                    </a:lnTo>
                    <a:lnTo>
                      <a:pt x="4932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33" name="SCHEM_line-0031"/>
              <p:cNvCxnSpPr/>
              <p:nvPr/>
            </p:nvCxnSpPr>
            <p:spPr>
              <a:xfrm>
                <a:off x="1681200" y="1324800"/>
                <a:ext cx="4644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34" name="SCHEM_polygon-0032"/>
              <p:cNvSpPr/>
              <p:nvPr/>
            </p:nvSpPr>
            <p:spPr>
              <a:xfrm>
                <a:off x="2451600" y="1310400"/>
                <a:ext cx="4932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493200" h="72000">
                    <a:moveTo>
                      <a:pt x="21600" y="0"/>
                    </a:moveTo>
                    <a:lnTo>
                      <a:pt x="486000" y="0"/>
                    </a:lnTo>
                    <a:lnTo>
                      <a:pt x="4932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35" name="SCHEM_line-0033"/>
              <p:cNvCxnSpPr/>
              <p:nvPr/>
            </p:nvCxnSpPr>
            <p:spPr>
              <a:xfrm>
                <a:off x="2473200" y="1324800"/>
                <a:ext cx="4644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36" name="SCHEM_polygon-0034"/>
              <p:cNvSpPr/>
              <p:nvPr/>
            </p:nvSpPr>
            <p:spPr>
              <a:xfrm>
                <a:off x="3243600" y="1310400"/>
                <a:ext cx="4932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493200" h="72000">
                    <a:moveTo>
                      <a:pt x="21600" y="0"/>
                    </a:moveTo>
                    <a:lnTo>
                      <a:pt x="486000" y="0"/>
                    </a:lnTo>
                    <a:lnTo>
                      <a:pt x="4932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37" name="SCHEM_line-0035"/>
              <p:cNvCxnSpPr/>
              <p:nvPr/>
            </p:nvCxnSpPr>
            <p:spPr>
              <a:xfrm>
                <a:off x="3265200" y="1324800"/>
                <a:ext cx="4644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38" name="SCHEM_polygon-0036"/>
              <p:cNvSpPr/>
              <p:nvPr/>
            </p:nvSpPr>
            <p:spPr>
              <a:xfrm>
                <a:off x="832800" y="1454400"/>
                <a:ext cx="5040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504000" h="72000">
                    <a:moveTo>
                      <a:pt x="21600" y="0"/>
                    </a:moveTo>
                    <a:lnTo>
                      <a:pt x="496800" y="0"/>
                    </a:lnTo>
                    <a:lnTo>
                      <a:pt x="5040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39" name="SCHEM_line-0037"/>
              <p:cNvCxnSpPr/>
              <p:nvPr/>
            </p:nvCxnSpPr>
            <p:spPr>
              <a:xfrm>
                <a:off x="854400" y="1468800"/>
                <a:ext cx="4752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40" name="SCHEM_polygon-0038"/>
              <p:cNvSpPr/>
              <p:nvPr/>
            </p:nvSpPr>
            <p:spPr>
              <a:xfrm>
                <a:off x="1629600" y="1454400"/>
                <a:ext cx="5040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504000" h="72000">
                    <a:moveTo>
                      <a:pt x="21600" y="0"/>
                    </a:moveTo>
                    <a:lnTo>
                      <a:pt x="496800" y="0"/>
                    </a:lnTo>
                    <a:lnTo>
                      <a:pt x="5040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41" name="SCHEM_line-0039"/>
              <p:cNvCxnSpPr/>
              <p:nvPr/>
            </p:nvCxnSpPr>
            <p:spPr>
              <a:xfrm>
                <a:off x="1651200" y="1468800"/>
                <a:ext cx="4752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42" name="SCHEM_polygon-0040"/>
              <p:cNvSpPr/>
              <p:nvPr/>
            </p:nvSpPr>
            <p:spPr>
              <a:xfrm>
                <a:off x="2426400" y="1454400"/>
                <a:ext cx="5040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504000" h="72000">
                    <a:moveTo>
                      <a:pt x="21600" y="0"/>
                    </a:moveTo>
                    <a:lnTo>
                      <a:pt x="496800" y="0"/>
                    </a:lnTo>
                    <a:lnTo>
                      <a:pt x="5040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43" name="SCHEM_line-0041"/>
              <p:cNvCxnSpPr/>
              <p:nvPr/>
            </p:nvCxnSpPr>
            <p:spPr>
              <a:xfrm>
                <a:off x="2448000" y="1468800"/>
                <a:ext cx="4752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44" name="SCHEM_polygon-0042"/>
              <p:cNvSpPr/>
              <p:nvPr/>
            </p:nvSpPr>
            <p:spPr>
              <a:xfrm>
                <a:off x="3223200" y="1454400"/>
                <a:ext cx="5040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504000" h="72000">
                    <a:moveTo>
                      <a:pt x="21600" y="0"/>
                    </a:moveTo>
                    <a:lnTo>
                      <a:pt x="496800" y="0"/>
                    </a:lnTo>
                    <a:lnTo>
                      <a:pt x="5040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45" name="SCHEM_line-0043"/>
              <p:cNvCxnSpPr/>
              <p:nvPr/>
            </p:nvCxnSpPr>
            <p:spPr>
              <a:xfrm>
                <a:off x="3244800" y="1468800"/>
                <a:ext cx="4752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46" name="SCHEM_polygon-0044"/>
              <p:cNvSpPr/>
              <p:nvPr/>
            </p:nvSpPr>
            <p:spPr>
              <a:xfrm>
                <a:off x="798000" y="1598400"/>
                <a:ext cx="5148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514800" h="72000">
                    <a:moveTo>
                      <a:pt x="21600" y="0"/>
                    </a:moveTo>
                    <a:lnTo>
                      <a:pt x="507600" y="0"/>
                    </a:lnTo>
                    <a:lnTo>
                      <a:pt x="5148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47" name="SCHEM_line-0045"/>
              <p:cNvCxnSpPr/>
              <p:nvPr/>
            </p:nvCxnSpPr>
            <p:spPr>
              <a:xfrm>
                <a:off x="819600" y="1612800"/>
                <a:ext cx="4860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48" name="SCHEM_polygon-0046"/>
              <p:cNvSpPr/>
              <p:nvPr/>
            </p:nvSpPr>
            <p:spPr>
              <a:xfrm>
                <a:off x="1599600" y="1598400"/>
                <a:ext cx="5148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514800" h="72000">
                    <a:moveTo>
                      <a:pt x="21600" y="0"/>
                    </a:moveTo>
                    <a:lnTo>
                      <a:pt x="507600" y="0"/>
                    </a:lnTo>
                    <a:lnTo>
                      <a:pt x="5148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49" name="SCHEM_line-0047"/>
              <p:cNvCxnSpPr/>
              <p:nvPr/>
            </p:nvCxnSpPr>
            <p:spPr>
              <a:xfrm>
                <a:off x="1621200" y="1612800"/>
                <a:ext cx="4860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50" name="SCHEM_polygon-0048"/>
              <p:cNvSpPr/>
              <p:nvPr/>
            </p:nvSpPr>
            <p:spPr>
              <a:xfrm>
                <a:off x="2401200" y="1598400"/>
                <a:ext cx="5148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514800" h="72000">
                    <a:moveTo>
                      <a:pt x="21600" y="0"/>
                    </a:moveTo>
                    <a:lnTo>
                      <a:pt x="507600" y="0"/>
                    </a:lnTo>
                    <a:lnTo>
                      <a:pt x="5148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51" name="SCHEM_line-0049"/>
              <p:cNvCxnSpPr/>
              <p:nvPr/>
            </p:nvCxnSpPr>
            <p:spPr>
              <a:xfrm>
                <a:off x="2422800" y="1612800"/>
                <a:ext cx="4860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52" name="SCHEM_polygon-0050"/>
              <p:cNvSpPr/>
              <p:nvPr/>
            </p:nvSpPr>
            <p:spPr>
              <a:xfrm>
                <a:off x="3202800" y="1598400"/>
                <a:ext cx="5148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514800" h="72000">
                    <a:moveTo>
                      <a:pt x="21600" y="0"/>
                    </a:moveTo>
                    <a:lnTo>
                      <a:pt x="507600" y="0"/>
                    </a:lnTo>
                    <a:lnTo>
                      <a:pt x="5148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53" name="SCHEM_line-0051"/>
              <p:cNvCxnSpPr/>
              <p:nvPr/>
            </p:nvCxnSpPr>
            <p:spPr>
              <a:xfrm>
                <a:off x="3224400" y="1612800"/>
                <a:ext cx="4860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54" name="SCHEM_polygon-0052"/>
              <p:cNvSpPr/>
              <p:nvPr/>
            </p:nvSpPr>
            <p:spPr>
              <a:xfrm>
                <a:off x="763200" y="1742400"/>
                <a:ext cx="5256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525600" h="72000">
                    <a:moveTo>
                      <a:pt x="21600" y="0"/>
                    </a:moveTo>
                    <a:lnTo>
                      <a:pt x="518400" y="0"/>
                    </a:lnTo>
                    <a:lnTo>
                      <a:pt x="5256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55" name="SCHEM_line-0053"/>
              <p:cNvCxnSpPr/>
              <p:nvPr/>
            </p:nvCxnSpPr>
            <p:spPr>
              <a:xfrm>
                <a:off x="784800" y="1756800"/>
                <a:ext cx="4968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56" name="SCHEM_polygon-0054"/>
              <p:cNvSpPr/>
              <p:nvPr/>
            </p:nvSpPr>
            <p:spPr>
              <a:xfrm>
                <a:off x="1569600" y="1742400"/>
                <a:ext cx="5256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525600" h="72000">
                    <a:moveTo>
                      <a:pt x="21600" y="0"/>
                    </a:moveTo>
                    <a:lnTo>
                      <a:pt x="518400" y="0"/>
                    </a:lnTo>
                    <a:lnTo>
                      <a:pt x="5256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57" name="SCHEM_line-0055"/>
              <p:cNvCxnSpPr/>
              <p:nvPr/>
            </p:nvCxnSpPr>
            <p:spPr>
              <a:xfrm>
                <a:off x="1591200" y="1756800"/>
                <a:ext cx="4968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58" name="SCHEM_polygon-0056"/>
              <p:cNvSpPr/>
              <p:nvPr/>
            </p:nvSpPr>
            <p:spPr>
              <a:xfrm>
                <a:off x="2376000" y="1742400"/>
                <a:ext cx="5256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525600" h="72000">
                    <a:moveTo>
                      <a:pt x="21600" y="0"/>
                    </a:moveTo>
                    <a:lnTo>
                      <a:pt x="518400" y="0"/>
                    </a:lnTo>
                    <a:lnTo>
                      <a:pt x="5256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59" name="SCHEM_line-0057"/>
              <p:cNvCxnSpPr/>
              <p:nvPr/>
            </p:nvCxnSpPr>
            <p:spPr>
              <a:xfrm>
                <a:off x="2397600" y="1756800"/>
                <a:ext cx="4968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60" name="SCHEM_polygon-0058"/>
              <p:cNvSpPr/>
              <p:nvPr/>
            </p:nvSpPr>
            <p:spPr>
              <a:xfrm>
                <a:off x="3182400" y="1742400"/>
                <a:ext cx="525600" cy="72000"/>
              </a:xfrm>
              <a:custGeom>
                <a:avLst/>
                <a:gdLst/>
                <a:ahLst/>
                <a:cxnLst/>
                <a:rect l="0" t="0" r="r" b="b"/>
                <a:pathLst>
                  <a:path w="525600" h="72000">
                    <a:moveTo>
                      <a:pt x="21600" y="0"/>
                    </a:moveTo>
                    <a:lnTo>
                      <a:pt x="518400" y="0"/>
                    </a:lnTo>
                    <a:lnTo>
                      <a:pt x="525600" y="72000"/>
                    </a:lnTo>
                    <a:lnTo>
                      <a:pt x="0" y="72000"/>
                    </a:lnTo>
                    <a:close/>
                  </a:path>
                </a:pathLst>
              </a:custGeom>
              <a:solidFill>
                <a:srgbClr val="B6B6B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61" name="SCHEM_line-0059"/>
              <p:cNvCxnSpPr/>
              <p:nvPr/>
            </p:nvCxnSpPr>
            <p:spPr>
              <a:xfrm>
                <a:off x="3204000" y="1756800"/>
                <a:ext cx="496800" cy="1"/>
              </a:xfrm>
              <a:prstGeom prst="line">
                <a:avLst/>
              </a:prstGeom>
              <a:noFill/>
              <a:ln w="7200" cap="flat">
                <a:solidFill>
                  <a:srgbClr val="EEEEEA"/>
                </a:solidFill>
              </a:ln>
              <a:effectLst/>
            </p:spPr>
          </p:cxnSp>
          <p:sp>
            <p:nvSpPr>
              <p:cNvPr id="62" name="SCHEM_polygon-0060"/>
              <p:cNvSpPr/>
              <p:nvPr/>
            </p:nvSpPr>
            <p:spPr>
              <a:xfrm>
                <a:off x="208800" y="1008000"/>
                <a:ext cx="504000" cy="259200"/>
              </a:xfrm>
              <a:custGeom>
                <a:avLst/>
                <a:gdLst/>
                <a:ahLst/>
                <a:cxnLst/>
                <a:rect l="0" t="0" r="r" b="b"/>
                <a:pathLst>
                  <a:path w="504000" h="259200">
                    <a:moveTo>
                      <a:pt x="0" y="122400"/>
                    </a:moveTo>
                    <a:lnTo>
                      <a:pt x="172800" y="0"/>
                    </a:lnTo>
                    <a:lnTo>
                      <a:pt x="172800" y="64800"/>
                    </a:lnTo>
                    <a:lnTo>
                      <a:pt x="504000" y="64800"/>
                    </a:lnTo>
                    <a:lnTo>
                      <a:pt x="504000" y="194400"/>
                    </a:lnTo>
                    <a:lnTo>
                      <a:pt x="172800" y="194400"/>
                    </a:lnTo>
                    <a:lnTo>
                      <a:pt x="172800" y="259200"/>
                    </a:lnTo>
                    <a:close/>
                  </a:path>
                </a:pathLst>
              </a:custGeom>
              <a:solidFill>
                <a:srgbClr val="EAC4BF"/>
              </a:solidFill>
              <a:ln w="10080" cap="flat">
                <a:solidFill>
                  <a:srgbClr val="B66F6C"/>
                </a:solidFill>
              </a:ln>
              <a:effectLst/>
            </p:spPr>
          </p:sp>
          <p:sp>
            <p:nvSpPr>
              <p:cNvPr id="63" name="SCHEM_polygon-0061"/>
              <p:cNvSpPr/>
              <p:nvPr/>
            </p:nvSpPr>
            <p:spPr>
              <a:xfrm>
                <a:off x="4032000" y="1008000"/>
                <a:ext cx="489600" cy="266400"/>
              </a:xfrm>
              <a:custGeom>
                <a:avLst/>
                <a:gdLst/>
                <a:ahLst/>
                <a:cxnLst/>
                <a:rect l="0" t="0" r="r" b="b"/>
                <a:pathLst>
                  <a:path w="489600" h="266400">
                    <a:moveTo>
                      <a:pt x="0" y="64800"/>
                    </a:moveTo>
                    <a:lnTo>
                      <a:pt x="309600" y="64800"/>
                    </a:lnTo>
                    <a:lnTo>
                      <a:pt x="309600" y="0"/>
                    </a:lnTo>
                    <a:lnTo>
                      <a:pt x="489600" y="129600"/>
                    </a:lnTo>
                    <a:lnTo>
                      <a:pt x="309600" y="266400"/>
                    </a:lnTo>
                    <a:lnTo>
                      <a:pt x="309600" y="194400"/>
                    </a:lnTo>
                    <a:lnTo>
                      <a:pt x="0" y="194400"/>
                    </a:lnTo>
                    <a:close/>
                  </a:path>
                </a:pathLst>
              </a:custGeom>
              <a:solidFill>
                <a:srgbClr val="EAC4BF"/>
              </a:solidFill>
              <a:ln w="10080" cap="flat">
                <a:solidFill>
                  <a:srgbClr val="B66F6C"/>
                </a:solidFill>
              </a:ln>
              <a:effectLst/>
            </p:spPr>
          </p:sp>
        </p:grpSp>
        <p:sp>
          <p:nvSpPr>
            <p:cNvPr id="64" name="SCHEM_text-0062"/>
            <p:cNvSpPr txBox="1"/>
            <p:nvPr/>
          </p:nvSpPr>
          <p:spPr>
            <a:xfrm>
              <a:off x="151200" y="1353600"/>
              <a:ext cx="756000" cy="541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Rapid</a:t>
              </a:r>
              <a:endParaRPr lang="en-US" sz="1474"/>
            </a:p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stretch</a:t>
              </a:r>
              <a:endParaRPr lang="en-US" sz="1474"/>
            </a:p>
          </p:txBody>
        </p:sp>
        <p:sp>
          <p:nvSpPr>
            <p:cNvPr id="65" name="SCHEM_text-0063"/>
            <p:cNvSpPr txBox="1"/>
            <p:nvPr/>
          </p:nvSpPr>
          <p:spPr>
            <a:xfrm>
              <a:off x="4147200" y="1353600"/>
              <a:ext cx="792000" cy="541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Rapid</a:t>
              </a:r>
              <a:endParaRPr lang="en-US" sz="1474"/>
            </a:p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stretch</a:t>
              </a:r>
              <a:endParaRPr lang="en-US" sz="1474"/>
            </a:p>
          </p:txBody>
        </p:sp>
        <p:sp>
          <p:nvSpPr>
            <p:cNvPr id="66" name="SCHEM_text-0064"/>
            <p:cNvSpPr txBox="1"/>
            <p:nvPr/>
          </p:nvSpPr>
          <p:spPr>
            <a:xfrm>
              <a:off x="756000" y="1994400"/>
              <a:ext cx="4320000" cy="2887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Viscoelastic kirigami (Agilus / TangoPlus)</a:t>
              </a:r>
              <a:endParaRPr lang="en-US" sz="1474"/>
            </a:p>
          </p:txBody>
        </p:sp>
        <p:sp>
          <p:nvSpPr>
            <p:cNvPr id="67" name="SCHEM_text-0065"/>
            <p:cNvSpPr txBox="1"/>
            <p:nvPr/>
          </p:nvSpPr>
          <p:spPr>
            <a:xfrm>
              <a:off x="5342400" y="640800"/>
              <a:ext cx="4680000" cy="3470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81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Conceptual mode profiles</a:t>
              </a:r>
              <a:endParaRPr lang="en-US" sz="1814"/>
            </a:p>
          </p:txBody>
        </p:sp>
        <p:grpSp>
          <p:nvGrpSpPr>
            <p:cNvPr id="68" name="SCHEM_mode-profiles"/>
            <p:cNvGrpSpPr/>
            <p:nvPr/>
          </p:nvGrpSpPr>
          <p:grpSpPr>
            <a:xfrm>
              <a:off x="5306400" y="972000"/>
              <a:ext cx="2944800" cy="792000"/>
              <a:chOff x="5306400" y="972000"/>
              <a:chExt cx="2944800" cy="792000"/>
            </a:xfrm>
          </p:grpSpPr>
          <p:sp>
            <p:nvSpPr>
              <p:cNvPr id="69" name="SCHEM_path-0067"/>
              <p:cNvSpPr/>
              <p:nvPr/>
            </p:nvSpPr>
            <p:spPr>
              <a:xfrm>
                <a:off x="5306400" y="993600"/>
                <a:ext cx="1144800" cy="324000"/>
              </a:xfrm>
              <a:custGeom>
                <a:avLst/>
                <a:gdLst/>
                <a:ahLst/>
                <a:cxnLst/>
                <a:rect l="0" t="0" r="r" b="b"/>
                <a:pathLst>
                  <a:path w="1144800" h="324000">
                    <a:moveTo>
                      <a:pt x="0" y="324000"/>
                    </a:moveTo>
                    <a:cubicBezTo>
                      <a:pt x="410400" y="0"/>
                      <a:pt x="763200" y="0"/>
                      <a:pt x="1144800" y="324000"/>
                    </a:cubicBezTo>
                  </a:path>
                </a:pathLst>
              </a:custGeom>
              <a:noFill/>
              <a:ln w="43200" cap="flat">
                <a:solidFill>
                  <a:srgbClr val="4599C1"/>
                </a:solidFill>
              </a:ln>
              <a:effectLst/>
            </p:spPr>
          </p:sp>
          <p:sp>
            <p:nvSpPr>
              <p:cNvPr id="70" name="SCHEM_path-0068"/>
              <p:cNvSpPr/>
              <p:nvPr/>
            </p:nvSpPr>
            <p:spPr>
              <a:xfrm>
                <a:off x="5306400" y="1224000"/>
                <a:ext cx="1144800" cy="324000"/>
              </a:xfrm>
              <a:custGeom>
                <a:avLst/>
                <a:gdLst/>
                <a:ahLst/>
                <a:cxnLst/>
                <a:rect l="0" t="0" r="r" b="b"/>
                <a:pathLst>
                  <a:path w="1144800" h="324000">
                    <a:moveTo>
                      <a:pt x="0" y="324000"/>
                    </a:moveTo>
                    <a:cubicBezTo>
                      <a:pt x="410400" y="0"/>
                      <a:pt x="763200" y="0"/>
                      <a:pt x="1144800" y="324000"/>
                    </a:cubicBezTo>
                  </a:path>
                </a:pathLst>
              </a:custGeom>
              <a:noFill/>
              <a:ln w="43200" cap="flat">
                <a:solidFill>
                  <a:srgbClr val="4599C1"/>
                </a:solidFill>
              </a:ln>
              <a:effectLst/>
            </p:spPr>
          </p:sp>
          <p:sp>
            <p:nvSpPr>
              <p:cNvPr id="71" name="SCHEM_path-0069"/>
              <p:cNvSpPr/>
              <p:nvPr/>
            </p:nvSpPr>
            <p:spPr>
              <a:xfrm>
                <a:off x="7164000" y="972000"/>
                <a:ext cx="1087200" cy="338400"/>
              </a:xfrm>
              <a:custGeom>
                <a:avLst/>
                <a:gdLst/>
                <a:ahLst/>
                <a:cxnLst/>
                <a:rect l="0" t="0" r="r" b="b"/>
                <a:pathLst>
                  <a:path w="1087200" h="338400">
                    <a:moveTo>
                      <a:pt x="0" y="324000"/>
                    </a:moveTo>
                    <a:cubicBezTo>
                      <a:pt x="396000" y="0"/>
                      <a:pt x="698400" y="14400"/>
                      <a:pt x="1087200" y="338400"/>
                    </a:cubicBezTo>
                  </a:path>
                </a:pathLst>
              </a:custGeom>
              <a:noFill/>
              <a:ln w="43200" cap="flat">
                <a:solidFill>
                  <a:srgbClr val="89A775"/>
                </a:solidFill>
              </a:ln>
              <a:effectLst/>
            </p:spPr>
          </p:sp>
          <p:sp>
            <p:nvSpPr>
              <p:cNvPr id="72" name="SCHEM_path-0070"/>
              <p:cNvSpPr/>
              <p:nvPr/>
            </p:nvSpPr>
            <p:spPr>
              <a:xfrm>
                <a:off x="7164000" y="1440000"/>
                <a:ext cx="1087200" cy="324000"/>
              </a:xfrm>
              <a:custGeom>
                <a:avLst/>
                <a:gdLst/>
                <a:ahLst/>
                <a:cxnLst/>
                <a:rect l="0" t="0" r="r" b="b"/>
                <a:pathLst>
                  <a:path w="1087200" h="324000">
                    <a:moveTo>
                      <a:pt x="0" y="0"/>
                    </a:moveTo>
                    <a:cubicBezTo>
                      <a:pt x="396000" y="324000"/>
                      <a:pt x="698400" y="309600"/>
                      <a:pt x="1087200" y="7200"/>
                    </a:cubicBezTo>
                  </a:path>
                </a:pathLst>
              </a:custGeom>
              <a:noFill/>
              <a:ln w="43200" cap="flat">
                <a:solidFill>
                  <a:srgbClr val="89A775"/>
                </a:solidFill>
              </a:ln>
              <a:effectLst/>
            </p:spPr>
          </p:sp>
        </p:grpSp>
        <p:sp>
          <p:nvSpPr>
            <p:cNvPr id="73" name="SCHEM_text-0071"/>
            <p:cNvSpPr txBox="1"/>
            <p:nvPr/>
          </p:nvSpPr>
          <p:spPr>
            <a:xfrm>
              <a:off x="5234400" y="1792800"/>
              <a:ext cx="1656000" cy="5803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58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Anti-symmetric</a:t>
              </a:r>
              <a:endParaRPr lang="en-US" sz="1587"/>
            </a:p>
            <a:p>
              <a:pPr algn="ctr">
                <a:buNone/>
              </a:pPr>
              <a:r>
                <a:rPr lang="en-US" sz="158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mode</a:t>
              </a:r>
              <a:endParaRPr lang="en-US" sz="1587"/>
            </a:p>
          </p:txBody>
        </p:sp>
        <p:sp>
          <p:nvSpPr>
            <p:cNvPr id="74" name="SCHEM_text-0072"/>
            <p:cNvSpPr txBox="1"/>
            <p:nvPr/>
          </p:nvSpPr>
          <p:spPr>
            <a:xfrm>
              <a:off x="7228800" y="1792800"/>
              <a:ext cx="1368000" cy="5803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58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Symmetric</a:t>
              </a:r>
              <a:endParaRPr lang="en-US" sz="1587"/>
            </a:p>
            <a:p>
              <a:pPr algn="ctr">
                <a:buNone/>
              </a:pPr>
              <a:r>
                <a:rPr lang="en-US" sz="158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mode</a:t>
              </a:r>
              <a:endParaRPr lang="en-US" sz="1587"/>
            </a:p>
          </p:txBody>
        </p:sp>
        <p:sp>
          <p:nvSpPr>
            <p:cNvPr id="75" name="SCHEM_text-0073"/>
            <p:cNvSpPr txBox="1"/>
            <p:nvPr/>
          </p:nvSpPr>
          <p:spPr>
            <a:xfrm>
              <a:off x="316800" y="2577600"/>
              <a:ext cx="4680000" cy="3470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81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Schematic state progression</a:t>
              </a:r>
              <a:endParaRPr lang="en-US" sz="1814"/>
            </a:p>
          </p:txBody>
        </p:sp>
        <p:sp>
          <p:nvSpPr>
            <p:cNvPr id="76" name="SCHEM_text-0074"/>
            <p:cNvSpPr txBox="1"/>
            <p:nvPr/>
          </p:nvSpPr>
          <p:spPr>
            <a:xfrm>
              <a:off x="3643200" y="2822400"/>
              <a:ext cx="3312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Propagation direction</a:t>
              </a:r>
              <a:endParaRPr lang="en-US" sz="1531"/>
            </a:p>
          </p:txBody>
        </p:sp>
        <p:cxnSp>
          <p:nvCxnSpPr>
            <p:cNvPr id="77" name="SCHEM_line-0075"/>
            <p:cNvCxnSpPr/>
            <p:nvPr/>
          </p:nvCxnSpPr>
          <p:spPr>
            <a:xfrm>
              <a:off x="1958400" y="3074400"/>
              <a:ext cx="4593600" cy="1"/>
            </a:xfrm>
            <a:prstGeom prst="line">
              <a:avLst/>
            </a:prstGeom>
            <a:noFill/>
            <a:ln w="14400" cap="flat">
              <a:solidFill>
                <a:srgbClr val="292929"/>
              </a:solidFill>
              <a:tailEnd type="triangle" w="med" len="med"/>
            </a:ln>
            <a:effectLst/>
          </p:spPr>
        </p:cxnSp>
        <p:sp>
          <p:nvSpPr>
            <p:cNvPr id="78" name="SCHEM_text-0076"/>
            <p:cNvSpPr txBox="1"/>
            <p:nvPr/>
          </p:nvSpPr>
          <p:spPr>
            <a:xfrm>
              <a:off x="2872800" y="3247200"/>
              <a:ext cx="2592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Diffusive kink</a:t>
              </a:r>
              <a:endParaRPr lang="en-US" sz="1531"/>
            </a:p>
          </p:txBody>
        </p:sp>
        <p:cxnSp>
          <p:nvCxnSpPr>
            <p:cNvPr id="79" name="SCHEM_line-0077"/>
            <p:cNvCxnSpPr/>
            <p:nvPr/>
          </p:nvCxnSpPr>
          <p:spPr>
            <a:xfrm flipH="1">
              <a:off x="2635200" y="3348000"/>
              <a:ext cx="187200" cy="1872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80" name="SCHEM_ellipse-0078"/>
            <p:cNvSpPr/>
            <p:nvPr/>
          </p:nvSpPr>
          <p:spPr>
            <a:xfrm>
              <a:off x="2613600" y="35136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grpSp>
          <p:nvGrpSpPr>
            <p:cNvPr id="81" name="SCHEM_state-strips"/>
            <p:cNvGrpSpPr/>
            <p:nvPr/>
          </p:nvGrpSpPr>
          <p:grpSpPr>
            <a:xfrm>
              <a:off x="1310400" y="3528000"/>
              <a:ext cx="5299200" cy="2260800"/>
              <a:chOff x="1310400" y="3528000"/>
              <a:chExt cx="5299200" cy="2260800"/>
            </a:xfrm>
          </p:grpSpPr>
          <p:sp>
            <p:nvSpPr>
              <p:cNvPr id="82" name="SCHEM_rect-0080"/>
              <p:cNvSpPr/>
              <p:nvPr/>
            </p:nvSpPr>
            <p:spPr>
              <a:xfrm>
                <a:off x="1310400" y="3528000"/>
                <a:ext cx="662400" cy="561600"/>
              </a:xfrm>
              <a:prstGeom prst="rect">
                <a:avLst/>
              </a:prstGeom>
              <a:solidFill>
                <a:srgbClr val="B8CA9C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83" name="SCHEM_rect-0081"/>
              <p:cNvSpPr/>
              <p:nvPr/>
            </p:nvSpPr>
            <p:spPr>
              <a:xfrm>
                <a:off x="1972800" y="3528000"/>
                <a:ext cx="662400" cy="561600"/>
              </a:xfrm>
              <a:prstGeom prst="rect">
                <a:avLst/>
              </a:prstGeom>
              <a:solidFill>
                <a:srgbClr val="B8CA9C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84" name="SCHEM_rect-0082"/>
              <p:cNvSpPr/>
              <p:nvPr/>
            </p:nvSpPr>
            <p:spPr>
              <a:xfrm>
                <a:off x="2635200" y="3528000"/>
                <a:ext cx="662400" cy="561600"/>
              </a:xfrm>
              <a:prstGeom prst="rect">
                <a:avLst/>
              </a:prstGeom>
              <a:solidFill>
                <a:srgbClr val="75B1CB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85" name="SCHEM_rect-0083"/>
              <p:cNvSpPr/>
              <p:nvPr/>
            </p:nvSpPr>
            <p:spPr>
              <a:xfrm>
                <a:off x="3297600" y="3528000"/>
                <a:ext cx="662400" cy="561600"/>
              </a:xfrm>
              <a:prstGeom prst="rect">
                <a:avLst/>
              </a:prstGeom>
              <a:solidFill>
                <a:srgbClr val="75B1CB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86" name="SCHEM_rect-0084"/>
              <p:cNvSpPr/>
              <p:nvPr/>
            </p:nvSpPr>
            <p:spPr>
              <a:xfrm>
                <a:off x="3960000" y="3528000"/>
                <a:ext cx="662400" cy="561600"/>
              </a:xfrm>
              <a:prstGeom prst="rect">
                <a:avLst/>
              </a:prstGeom>
              <a:solidFill>
                <a:srgbClr val="75B1CB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87" name="SCHEM_rect-0085"/>
              <p:cNvSpPr/>
              <p:nvPr/>
            </p:nvSpPr>
            <p:spPr>
              <a:xfrm>
                <a:off x="4622400" y="3528000"/>
                <a:ext cx="662400" cy="561600"/>
              </a:xfrm>
              <a:prstGeom prst="rect">
                <a:avLst/>
              </a:prstGeom>
              <a:solidFill>
                <a:srgbClr val="75B1CB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88" name="SCHEM_rect-0086"/>
              <p:cNvSpPr/>
              <p:nvPr/>
            </p:nvSpPr>
            <p:spPr>
              <a:xfrm>
                <a:off x="5284800" y="3528000"/>
                <a:ext cx="662400" cy="561600"/>
              </a:xfrm>
              <a:prstGeom prst="rect">
                <a:avLst/>
              </a:prstGeom>
              <a:solidFill>
                <a:srgbClr val="75B1CB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89" name="SCHEM_rect-0087"/>
              <p:cNvSpPr/>
              <p:nvPr/>
            </p:nvSpPr>
            <p:spPr>
              <a:xfrm>
                <a:off x="5947200" y="3528000"/>
                <a:ext cx="662400" cy="561600"/>
              </a:xfrm>
              <a:prstGeom prst="rect">
                <a:avLst/>
              </a:prstGeom>
              <a:solidFill>
                <a:srgbClr val="75B1CB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90" name="SCHEM_rect-0088"/>
              <p:cNvSpPr/>
              <p:nvPr/>
            </p:nvSpPr>
            <p:spPr>
              <a:xfrm>
                <a:off x="2584800" y="3528000"/>
                <a:ext cx="100800" cy="561600"/>
              </a:xfrm>
              <a:prstGeom prst="rect">
                <a:avLst/>
              </a:prstGeom>
              <a:solidFill>
                <a:srgbClr val="E7AAA1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1" name="SCHEM_rect-0089"/>
              <p:cNvSpPr/>
              <p:nvPr/>
            </p:nvSpPr>
            <p:spPr>
              <a:xfrm>
                <a:off x="1310400" y="4377600"/>
                <a:ext cx="662400" cy="561600"/>
              </a:xfrm>
              <a:prstGeom prst="rect">
                <a:avLst/>
              </a:prstGeom>
              <a:solidFill>
                <a:srgbClr val="B8CA9C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92" name="SCHEM_rect-0090"/>
              <p:cNvSpPr/>
              <p:nvPr/>
            </p:nvSpPr>
            <p:spPr>
              <a:xfrm>
                <a:off x="1972800" y="4377600"/>
                <a:ext cx="662400" cy="561600"/>
              </a:xfrm>
              <a:prstGeom prst="rect">
                <a:avLst/>
              </a:prstGeom>
              <a:solidFill>
                <a:srgbClr val="B8CA9C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93" name="SCHEM_rect-0091"/>
              <p:cNvSpPr/>
              <p:nvPr/>
            </p:nvSpPr>
            <p:spPr>
              <a:xfrm>
                <a:off x="2635200" y="4377600"/>
                <a:ext cx="662400" cy="561600"/>
              </a:xfrm>
              <a:prstGeom prst="rect">
                <a:avLst/>
              </a:prstGeom>
              <a:solidFill>
                <a:srgbClr val="B8CA9C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94" name="SCHEM_rect-0092"/>
              <p:cNvSpPr/>
              <p:nvPr/>
            </p:nvSpPr>
            <p:spPr>
              <a:xfrm>
                <a:off x="3297600" y="4377600"/>
                <a:ext cx="662400" cy="561600"/>
              </a:xfrm>
              <a:prstGeom prst="rect">
                <a:avLst/>
              </a:prstGeom>
              <a:solidFill>
                <a:srgbClr val="B8CA9C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95" name="SCHEM_rect-0093"/>
              <p:cNvSpPr/>
              <p:nvPr/>
            </p:nvSpPr>
            <p:spPr>
              <a:xfrm>
                <a:off x="3960000" y="4377600"/>
                <a:ext cx="662400" cy="561600"/>
              </a:xfrm>
              <a:prstGeom prst="rect">
                <a:avLst/>
              </a:prstGeom>
              <a:solidFill>
                <a:srgbClr val="75B1CB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96" name="SCHEM_rect-0094"/>
              <p:cNvSpPr/>
              <p:nvPr/>
            </p:nvSpPr>
            <p:spPr>
              <a:xfrm>
                <a:off x="4622400" y="4377600"/>
                <a:ext cx="662400" cy="561600"/>
              </a:xfrm>
              <a:prstGeom prst="rect">
                <a:avLst/>
              </a:prstGeom>
              <a:solidFill>
                <a:srgbClr val="75B1CB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97" name="SCHEM_rect-0095"/>
              <p:cNvSpPr/>
              <p:nvPr/>
            </p:nvSpPr>
            <p:spPr>
              <a:xfrm>
                <a:off x="5284800" y="4377600"/>
                <a:ext cx="662400" cy="561600"/>
              </a:xfrm>
              <a:prstGeom prst="rect">
                <a:avLst/>
              </a:prstGeom>
              <a:solidFill>
                <a:srgbClr val="75B1CB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98" name="SCHEM_rect-0096"/>
              <p:cNvSpPr/>
              <p:nvPr/>
            </p:nvSpPr>
            <p:spPr>
              <a:xfrm>
                <a:off x="5947200" y="4377600"/>
                <a:ext cx="662400" cy="561600"/>
              </a:xfrm>
              <a:prstGeom prst="rect">
                <a:avLst/>
              </a:prstGeom>
              <a:solidFill>
                <a:srgbClr val="75B1CB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99" name="SCHEM_rect-0097"/>
              <p:cNvSpPr/>
              <p:nvPr/>
            </p:nvSpPr>
            <p:spPr>
              <a:xfrm>
                <a:off x="3909600" y="4377600"/>
                <a:ext cx="100800" cy="561600"/>
              </a:xfrm>
              <a:prstGeom prst="rect">
                <a:avLst/>
              </a:prstGeom>
              <a:solidFill>
                <a:srgbClr val="E7AAA1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0" name="SCHEM_rect-0098"/>
              <p:cNvSpPr/>
              <p:nvPr/>
            </p:nvSpPr>
            <p:spPr>
              <a:xfrm>
                <a:off x="1310400" y="5227200"/>
                <a:ext cx="662400" cy="561600"/>
              </a:xfrm>
              <a:prstGeom prst="rect">
                <a:avLst/>
              </a:prstGeom>
              <a:solidFill>
                <a:srgbClr val="B8CA9C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1" name="SCHEM_rect-0099"/>
              <p:cNvSpPr/>
              <p:nvPr/>
            </p:nvSpPr>
            <p:spPr>
              <a:xfrm>
                <a:off x="1972800" y="5227200"/>
                <a:ext cx="662400" cy="561600"/>
              </a:xfrm>
              <a:prstGeom prst="rect">
                <a:avLst/>
              </a:prstGeom>
              <a:solidFill>
                <a:srgbClr val="B8CA9C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2" name="SCHEM_rect-0100"/>
              <p:cNvSpPr/>
              <p:nvPr/>
            </p:nvSpPr>
            <p:spPr>
              <a:xfrm>
                <a:off x="2635200" y="5227200"/>
                <a:ext cx="662400" cy="561600"/>
              </a:xfrm>
              <a:prstGeom prst="rect">
                <a:avLst/>
              </a:prstGeom>
              <a:solidFill>
                <a:srgbClr val="B8CA9C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3" name="SCHEM_rect-0101"/>
              <p:cNvSpPr/>
              <p:nvPr/>
            </p:nvSpPr>
            <p:spPr>
              <a:xfrm>
                <a:off x="3297600" y="5227200"/>
                <a:ext cx="662400" cy="561600"/>
              </a:xfrm>
              <a:prstGeom prst="rect">
                <a:avLst/>
              </a:prstGeom>
              <a:solidFill>
                <a:srgbClr val="B8CA9C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4" name="SCHEM_rect-0102"/>
              <p:cNvSpPr/>
              <p:nvPr/>
            </p:nvSpPr>
            <p:spPr>
              <a:xfrm>
                <a:off x="3960000" y="5227200"/>
                <a:ext cx="662400" cy="561600"/>
              </a:xfrm>
              <a:prstGeom prst="rect">
                <a:avLst/>
              </a:prstGeom>
              <a:solidFill>
                <a:srgbClr val="B8CA9C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5" name="SCHEM_rect-0103"/>
              <p:cNvSpPr/>
              <p:nvPr/>
            </p:nvSpPr>
            <p:spPr>
              <a:xfrm>
                <a:off x="4622400" y="5227200"/>
                <a:ext cx="662400" cy="561600"/>
              </a:xfrm>
              <a:prstGeom prst="rect">
                <a:avLst/>
              </a:prstGeom>
              <a:solidFill>
                <a:srgbClr val="B8CA9C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6" name="SCHEM_rect-0104"/>
              <p:cNvSpPr/>
              <p:nvPr/>
            </p:nvSpPr>
            <p:spPr>
              <a:xfrm>
                <a:off x="5284800" y="5227200"/>
                <a:ext cx="662400" cy="561600"/>
              </a:xfrm>
              <a:prstGeom prst="rect">
                <a:avLst/>
              </a:prstGeom>
              <a:solidFill>
                <a:srgbClr val="75B1CB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7" name="SCHEM_rect-0105"/>
              <p:cNvSpPr/>
              <p:nvPr/>
            </p:nvSpPr>
            <p:spPr>
              <a:xfrm>
                <a:off x="5947200" y="5227200"/>
                <a:ext cx="662400" cy="561600"/>
              </a:xfrm>
              <a:prstGeom prst="rect">
                <a:avLst/>
              </a:prstGeom>
              <a:solidFill>
                <a:srgbClr val="75B1CB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8" name="SCHEM_rect-0106"/>
              <p:cNvSpPr/>
              <p:nvPr/>
            </p:nvSpPr>
            <p:spPr>
              <a:xfrm>
                <a:off x="5234400" y="5227200"/>
                <a:ext cx="100800" cy="561600"/>
              </a:xfrm>
              <a:prstGeom prst="rect">
                <a:avLst/>
              </a:prstGeom>
              <a:solidFill>
                <a:srgbClr val="E7AAA1"/>
              </a:solidFill>
              <a:ln w="7200" cap="flat">
                <a:solidFill>
                  <a:srgbClr val="292929"/>
                </a:solidFill>
              </a:ln>
              <a:effectLst/>
            </p:spPr>
          </p:sp>
        </p:grpSp>
        <p:sp>
          <p:nvSpPr>
            <p:cNvPr id="109" name="SCHEM_text-0107"/>
            <p:cNvSpPr txBox="1"/>
            <p:nvPr/>
          </p:nvSpPr>
          <p:spPr>
            <a:xfrm>
              <a:off x="986400" y="3686400"/>
              <a:ext cx="504000" cy="3178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644" i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t₁</a:t>
              </a:r>
              <a:endParaRPr lang="en-US" sz="1644"/>
            </a:p>
          </p:txBody>
        </p:sp>
        <p:sp>
          <p:nvSpPr>
            <p:cNvPr id="110" name="SCHEM_text-0108"/>
            <p:cNvSpPr txBox="1"/>
            <p:nvPr/>
          </p:nvSpPr>
          <p:spPr>
            <a:xfrm>
              <a:off x="986400" y="4536000"/>
              <a:ext cx="504000" cy="3178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644" i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t₂</a:t>
              </a:r>
              <a:endParaRPr lang="en-US" sz="1644"/>
            </a:p>
          </p:txBody>
        </p:sp>
        <p:sp>
          <p:nvSpPr>
            <p:cNvPr id="111" name="SCHEM_text-0109"/>
            <p:cNvSpPr txBox="1"/>
            <p:nvPr/>
          </p:nvSpPr>
          <p:spPr>
            <a:xfrm>
              <a:off x="986400" y="5385600"/>
              <a:ext cx="504000" cy="3178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644" i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t₃</a:t>
              </a:r>
              <a:endParaRPr lang="en-US" sz="1644"/>
            </a:p>
          </p:txBody>
        </p:sp>
        <p:cxnSp>
          <p:nvCxnSpPr>
            <p:cNvPr id="112" name="SCHEM_line-0110"/>
            <p:cNvCxnSpPr/>
            <p:nvPr/>
          </p:nvCxnSpPr>
          <p:spPr>
            <a:xfrm>
              <a:off x="777600" y="3528000"/>
              <a:ext cx="1" cy="2325600"/>
            </a:xfrm>
            <a:prstGeom prst="line">
              <a:avLst/>
            </a:prstGeom>
            <a:noFill/>
            <a:ln w="14400" cap="flat">
              <a:solidFill>
                <a:srgbClr val="292929"/>
              </a:solidFill>
              <a:tailEnd type="triangle" w="med" len="med"/>
            </a:ln>
            <a:effectLst/>
          </p:spPr>
        </p:cxnSp>
        <p:sp>
          <p:nvSpPr>
            <p:cNvPr id="113" name="SCHEM_text-0111"/>
            <p:cNvSpPr txBox="1"/>
            <p:nvPr/>
          </p:nvSpPr>
          <p:spPr>
            <a:xfrm>
              <a:off x="72000" y="4363200"/>
              <a:ext cx="720000" cy="522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Elapsed</a:t>
              </a:r>
              <a:endParaRPr lang="en-US" sz="1417"/>
            </a:p>
            <a:p>
              <a:pPr algn="ctr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time</a:t>
              </a:r>
              <a:endParaRPr lang="en-US" sz="1417"/>
            </a:p>
          </p:txBody>
        </p:sp>
        <p:cxnSp>
          <p:nvCxnSpPr>
            <p:cNvPr id="114" name="SCHEM_line-0112"/>
            <p:cNvCxnSpPr/>
            <p:nvPr/>
          </p:nvCxnSpPr>
          <p:spPr>
            <a:xfrm>
              <a:off x="396000" y="4867200"/>
              <a:ext cx="1" cy="820800"/>
            </a:xfrm>
            <a:prstGeom prst="line">
              <a:avLst/>
            </a:prstGeom>
            <a:noFill/>
            <a:ln w="14400" cap="flat">
              <a:solidFill>
                <a:srgbClr val="292929"/>
              </a:solidFill>
              <a:tailEnd type="triangle" w="med" len="med"/>
            </a:ln>
            <a:effectLst/>
          </p:spPr>
        </p:cxnSp>
        <p:sp>
          <p:nvSpPr>
            <p:cNvPr id="115" name="SCHEM_text-0113"/>
            <p:cNvSpPr txBox="1"/>
            <p:nvPr/>
          </p:nvSpPr>
          <p:spPr>
            <a:xfrm>
              <a:off x="7444800" y="2577600"/>
              <a:ext cx="3960000" cy="3276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701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Local mechanism at a cell boundary</a:t>
              </a:r>
              <a:endParaRPr lang="en-US" sz="1701"/>
            </a:p>
          </p:txBody>
        </p:sp>
        <p:grpSp>
          <p:nvGrpSpPr>
            <p:cNvPr id="116" name="SCHEM_local-cell-interface"/>
            <p:cNvGrpSpPr/>
            <p:nvPr/>
          </p:nvGrpSpPr>
          <p:grpSpPr>
            <a:xfrm>
              <a:off x="6998400" y="3585600"/>
              <a:ext cx="4363200" cy="1569600"/>
              <a:chOff x="6998400" y="3585600"/>
              <a:chExt cx="4363200" cy="1569600"/>
            </a:xfrm>
          </p:grpSpPr>
          <p:sp>
            <p:nvSpPr>
              <p:cNvPr id="117" name="SCHEM_rect-0115"/>
              <p:cNvSpPr/>
              <p:nvPr/>
            </p:nvSpPr>
            <p:spPr>
              <a:xfrm>
                <a:off x="7070400" y="4010400"/>
                <a:ext cx="108000" cy="626400"/>
              </a:xfrm>
              <a:prstGeom prst="rect">
                <a:avLst/>
              </a:prstGeom>
              <a:solidFill>
                <a:srgbClr val="E5B1AF"/>
              </a:solidFill>
              <a:ln w="10080" cap="flat">
                <a:solidFill>
                  <a:srgbClr val="292929"/>
                </a:solidFill>
              </a:ln>
              <a:effectLst/>
            </p:spPr>
          </p:sp>
          <p:sp>
            <p:nvSpPr>
              <p:cNvPr id="118" name="SCHEM_rect-0116"/>
              <p:cNvSpPr/>
              <p:nvPr/>
            </p:nvSpPr>
            <p:spPr>
              <a:xfrm>
                <a:off x="8899200" y="4089600"/>
                <a:ext cx="129600" cy="878400"/>
              </a:xfrm>
              <a:prstGeom prst="rect">
                <a:avLst/>
              </a:prstGeom>
              <a:solidFill>
                <a:srgbClr val="E5B1AF"/>
              </a:solidFill>
              <a:ln w="10080" cap="flat">
                <a:solidFill>
                  <a:srgbClr val="292929"/>
                </a:solidFill>
              </a:ln>
              <a:effectLst/>
            </p:spPr>
          </p:sp>
          <p:sp>
            <p:nvSpPr>
              <p:cNvPr id="119" name="SCHEM_rect-0117"/>
              <p:cNvSpPr/>
              <p:nvPr/>
            </p:nvSpPr>
            <p:spPr>
              <a:xfrm>
                <a:off x="10872000" y="4327200"/>
                <a:ext cx="108000" cy="633600"/>
              </a:xfrm>
              <a:prstGeom prst="rect">
                <a:avLst/>
              </a:prstGeom>
              <a:solidFill>
                <a:srgbClr val="E5B1AF"/>
              </a:solidFill>
              <a:ln w="10080" cap="flat">
                <a:solidFill>
                  <a:srgbClr val="292929"/>
                </a:solidFill>
              </a:ln>
              <a:effectLst/>
            </p:spPr>
          </p:sp>
          <p:sp>
            <p:nvSpPr>
              <p:cNvPr id="120" name="SCHEM_path-0118"/>
              <p:cNvSpPr/>
              <p:nvPr/>
            </p:nvSpPr>
            <p:spPr>
              <a:xfrm>
                <a:off x="6998400" y="3585600"/>
                <a:ext cx="2037600" cy="583200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583200">
                    <a:moveTo>
                      <a:pt x="0" y="331200"/>
                    </a:moveTo>
                    <a:cubicBezTo>
                      <a:pt x="417600" y="374400"/>
                      <a:pt x="590400" y="0"/>
                      <a:pt x="993600" y="0"/>
                    </a:cubicBezTo>
                    <a:cubicBezTo>
                      <a:pt x="1432800" y="0"/>
                      <a:pt x="1670400" y="388800"/>
                      <a:pt x="2037600" y="439200"/>
                    </a:cubicBezTo>
                    <a:lnTo>
                      <a:pt x="2037600" y="583200"/>
                    </a:lnTo>
                    <a:cubicBezTo>
                      <a:pt x="1670400" y="532800"/>
                      <a:pt x="1432800" y="136800"/>
                      <a:pt x="993600" y="136800"/>
                    </a:cubicBezTo>
                    <a:cubicBezTo>
                      <a:pt x="590400" y="136800"/>
                      <a:pt x="417600" y="511200"/>
                      <a:pt x="0" y="475200"/>
                    </a:cubicBezTo>
                    <a:close/>
                  </a:path>
                </a:pathLst>
              </a:custGeom>
              <a:solidFill>
                <a:srgbClr val="B8CA9C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21" name="SCHEM_path-0119"/>
              <p:cNvSpPr/>
              <p:nvPr/>
            </p:nvSpPr>
            <p:spPr>
              <a:xfrm>
                <a:off x="6998400" y="4600800"/>
                <a:ext cx="2037600" cy="554400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554400">
                    <a:moveTo>
                      <a:pt x="0" y="36000"/>
                    </a:moveTo>
                    <a:cubicBezTo>
                      <a:pt x="417600" y="0"/>
                      <a:pt x="619200" y="417600"/>
                      <a:pt x="993600" y="417600"/>
                    </a:cubicBezTo>
                    <a:cubicBezTo>
                      <a:pt x="1432800" y="417600"/>
                      <a:pt x="1684800" y="79200"/>
                      <a:pt x="2037600" y="108000"/>
                    </a:cubicBezTo>
                    <a:lnTo>
                      <a:pt x="2037600" y="252000"/>
                    </a:lnTo>
                    <a:cubicBezTo>
                      <a:pt x="1684800" y="223200"/>
                      <a:pt x="1432800" y="554400"/>
                      <a:pt x="993600" y="554400"/>
                    </a:cubicBezTo>
                    <a:cubicBezTo>
                      <a:pt x="619200" y="554400"/>
                      <a:pt x="417600" y="144000"/>
                      <a:pt x="0" y="172800"/>
                    </a:cubicBezTo>
                    <a:close/>
                  </a:path>
                </a:pathLst>
              </a:custGeom>
              <a:solidFill>
                <a:srgbClr val="B8CA9C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22" name="SCHEM_path-0120"/>
              <p:cNvSpPr/>
              <p:nvPr/>
            </p:nvSpPr>
            <p:spPr>
              <a:xfrm>
                <a:off x="9036000" y="3859200"/>
                <a:ext cx="1980000" cy="576000"/>
              </a:xfrm>
              <a:custGeom>
                <a:avLst/>
                <a:gdLst/>
                <a:ahLst/>
                <a:cxnLst/>
                <a:rect l="0" t="0" r="r" b="b"/>
                <a:pathLst>
                  <a:path w="1980000" h="576000">
                    <a:moveTo>
                      <a:pt x="0" y="324000"/>
                    </a:moveTo>
                    <a:cubicBezTo>
                      <a:pt x="338400" y="302400"/>
                      <a:pt x="511200" y="0"/>
                      <a:pt x="900000" y="0"/>
                    </a:cubicBezTo>
                    <a:cubicBezTo>
                      <a:pt x="1332000" y="0"/>
                      <a:pt x="1670400" y="432000"/>
                      <a:pt x="1980000" y="374400"/>
                    </a:cubicBezTo>
                    <a:lnTo>
                      <a:pt x="1980000" y="518400"/>
                    </a:lnTo>
                    <a:cubicBezTo>
                      <a:pt x="1670400" y="576000"/>
                      <a:pt x="1332000" y="136800"/>
                      <a:pt x="900000" y="136800"/>
                    </a:cubicBezTo>
                    <a:cubicBezTo>
                      <a:pt x="511200" y="136800"/>
                      <a:pt x="338400" y="439200"/>
                      <a:pt x="0" y="460800"/>
                    </a:cubicBezTo>
                    <a:close/>
                  </a:path>
                </a:pathLst>
              </a:custGeom>
              <a:solidFill>
                <a:srgbClr val="86BDD3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23" name="SCHEM_path-0121"/>
              <p:cNvSpPr/>
              <p:nvPr/>
            </p:nvSpPr>
            <p:spPr>
              <a:xfrm>
                <a:off x="8899200" y="4579200"/>
                <a:ext cx="2116800" cy="576000"/>
              </a:xfrm>
              <a:custGeom>
                <a:avLst/>
                <a:gdLst/>
                <a:ahLst/>
                <a:cxnLst/>
                <a:rect l="0" t="0" r="r" b="b"/>
                <a:pathLst>
                  <a:path w="2116800" h="576000">
                    <a:moveTo>
                      <a:pt x="0" y="367200"/>
                    </a:moveTo>
                    <a:cubicBezTo>
                      <a:pt x="453600" y="345600"/>
                      <a:pt x="648000" y="0"/>
                      <a:pt x="1036800" y="0"/>
                    </a:cubicBezTo>
                    <a:cubicBezTo>
                      <a:pt x="1468800" y="0"/>
                      <a:pt x="1807200" y="432000"/>
                      <a:pt x="2116800" y="374400"/>
                    </a:cubicBezTo>
                    <a:lnTo>
                      <a:pt x="2116800" y="518400"/>
                    </a:lnTo>
                    <a:cubicBezTo>
                      <a:pt x="1807200" y="576000"/>
                      <a:pt x="1468800" y="136800"/>
                      <a:pt x="1036800" y="136800"/>
                    </a:cubicBezTo>
                    <a:cubicBezTo>
                      <a:pt x="648000" y="136800"/>
                      <a:pt x="453600" y="489600"/>
                      <a:pt x="0" y="511200"/>
                    </a:cubicBezTo>
                    <a:close/>
                  </a:path>
                </a:pathLst>
              </a:custGeom>
              <a:solidFill>
                <a:srgbClr val="86BDD3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24" name="SCHEM_path-0122"/>
              <p:cNvSpPr/>
              <p:nvPr/>
            </p:nvSpPr>
            <p:spPr>
              <a:xfrm>
                <a:off x="8892000" y="3787200"/>
                <a:ext cx="496800" cy="590400"/>
              </a:xfrm>
              <a:custGeom>
                <a:avLst/>
                <a:gdLst/>
                <a:ahLst/>
                <a:cxnLst/>
                <a:rect l="0" t="0" r="r" b="b"/>
                <a:pathLst>
                  <a:path w="496800" h="590400">
                    <a:moveTo>
                      <a:pt x="0" y="129600"/>
                    </a:moveTo>
                    <a:cubicBezTo>
                      <a:pt x="309600" y="0"/>
                      <a:pt x="496800" y="432000"/>
                      <a:pt x="252000" y="590400"/>
                    </a:cubicBezTo>
                  </a:path>
                </a:pathLst>
              </a:custGeom>
              <a:noFill/>
              <a:ln w="216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25" name="SCHEM_line-0123"/>
              <p:cNvCxnSpPr/>
              <p:nvPr/>
            </p:nvCxnSpPr>
            <p:spPr>
              <a:xfrm flipV="1">
                <a:off x="9122400" y="3729600"/>
                <a:ext cx="194400" cy="223200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cxnSp>
            <p:nvCxnSpPr>
              <p:cNvPr id="126" name="SCHEM_line-0124"/>
              <p:cNvCxnSpPr/>
              <p:nvPr/>
            </p:nvCxnSpPr>
            <p:spPr>
              <a:xfrm>
                <a:off x="10800000" y="4060800"/>
                <a:ext cx="561600" cy="1"/>
              </a:xfrm>
              <a:prstGeom prst="line">
                <a:avLst/>
              </a:prstGeom>
              <a:noFill/>
              <a:ln w="1872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</p:grpSp>
        <p:sp>
          <p:nvSpPr>
            <p:cNvPr id="127" name="SCHEM_text-0125"/>
            <p:cNvSpPr txBox="1"/>
            <p:nvPr/>
          </p:nvSpPr>
          <p:spPr>
            <a:xfrm>
              <a:off x="8222400" y="3002400"/>
              <a:ext cx="2808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Geometric imperfection</a:t>
              </a:r>
              <a:endParaRPr lang="en-US" sz="1531"/>
            </a:p>
          </p:txBody>
        </p:sp>
        <p:cxnSp>
          <p:nvCxnSpPr>
            <p:cNvPr id="128" name="SCHEM_line-0126"/>
            <p:cNvCxnSpPr/>
            <p:nvPr/>
          </p:nvCxnSpPr>
          <p:spPr>
            <a:xfrm flipH="1">
              <a:off x="8308800" y="3261600"/>
              <a:ext cx="345600" cy="3528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29" name="SCHEM_ellipse-0127"/>
            <p:cNvSpPr/>
            <p:nvPr/>
          </p:nvSpPr>
          <p:spPr>
            <a:xfrm>
              <a:off x="8287200" y="35928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130" name="SCHEM_text-0128"/>
            <p:cNvSpPr txBox="1"/>
            <p:nvPr/>
          </p:nvSpPr>
          <p:spPr>
            <a:xfrm>
              <a:off x="8856000" y="3477600"/>
              <a:ext cx="2160000" cy="2887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Boundary rotation</a:t>
              </a:r>
              <a:endParaRPr lang="en-US" sz="1474"/>
            </a:p>
          </p:txBody>
        </p:sp>
        <p:sp>
          <p:nvSpPr>
            <p:cNvPr id="131" name="SCHEM_text-0129"/>
            <p:cNvSpPr txBox="1"/>
            <p:nvPr/>
          </p:nvSpPr>
          <p:spPr>
            <a:xfrm>
              <a:off x="10569600" y="3520800"/>
              <a:ext cx="936000" cy="522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Neighbor</a:t>
              </a:r>
              <a:endParaRPr lang="en-US" sz="1417"/>
            </a:p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snap-back</a:t>
              </a:r>
              <a:endParaRPr lang="en-US" sz="1417"/>
            </a:p>
          </p:txBody>
        </p:sp>
        <p:sp>
          <p:nvSpPr>
            <p:cNvPr id="132" name="SCHEM_text-0130"/>
            <p:cNvSpPr txBox="1"/>
            <p:nvPr/>
          </p:nvSpPr>
          <p:spPr>
            <a:xfrm>
              <a:off x="8064000" y="5544000"/>
              <a:ext cx="3384000" cy="3081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8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Viscoelastic relaxation</a:t>
              </a:r>
              <a:endParaRPr lang="en-US" sz="1587"/>
            </a:p>
          </p:txBody>
        </p:sp>
        <p:sp>
          <p:nvSpPr>
            <p:cNvPr id="133" name="SCHEM_text-0131"/>
            <p:cNvSpPr txBox="1"/>
            <p:nvPr/>
          </p:nvSpPr>
          <p:spPr>
            <a:xfrm>
              <a:off x="7876800" y="5810400"/>
              <a:ext cx="3528000" cy="3081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8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Creep followed by snap-back</a:t>
              </a:r>
              <a:endParaRPr lang="en-US" sz="1587"/>
            </a:p>
          </p:txBody>
        </p:sp>
        <p:sp>
          <p:nvSpPr>
            <p:cNvPr id="134" name="SCHEM_text-0132"/>
            <p:cNvSpPr txBox="1"/>
            <p:nvPr/>
          </p:nvSpPr>
          <p:spPr>
            <a:xfrm>
              <a:off x="129600" y="6228000"/>
              <a:ext cx="112320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Nature Communications (2024) | doi:10.1038/s41467-024-45602-7 | Conceptual states; not to scale</a:t>
              </a:r>
              <a:endParaRPr lang="en-US" sz="1191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  <p:grpSp>
        <p:nvGrpSpPr>
          <p:cNvPr id="2" name="SCHEM_figure"/>
          <p:cNvGrpSpPr/>
          <p:nvPr/>
        </p:nvGrpSpPr>
        <p:grpSpPr>
          <a:xfrm>
            <a:off x="165600" y="64800"/>
            <a:ext cx="11268000" cy="6360120"/>
            <a:chOff x="165600" y="64800"/>
            <a:chExt cx="11268000" cy="6360120"/>
          </a:xfrm>
        </p:grpSpPr>
        <p:sp>
          <p:nvSpPr>
            <p:cNvPr id="3" name="SCHEM_text-0001"/>
            <p:cNvSpPr txBox="1"/>
            <p:nvPr/>
          </p:nvSpPr>
          <p:spPr>
            <a:xfrm>
              <a:off x="2865600" y="64800"/>
              <a:ext cx="8568000" cy="4150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2211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Complementary passivation in tandem solar cells</a:t>
              </a:r>
              <a:endParaRPr lang="en-US" sz="2211"/>
            </a:p>
          </p:txBody>
        </p:sp>
        <p:sp>
          <p:nvSpPr>
            <p:cNvPr id="4" name="SCHEM_text-0002"/>
            <p:cNvSpPr txBox="1"/>
            <p:nvPr/>
          </p:nvSpPr>
          <p:spPr>
            <a:xfrm>
              <a:off x="4154400" y="583200"/>
              <a:ext cx="2520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Incident light</a:t>
              </a:r>
              <a:endParaRPr lang="en-US" sz="1531"/>
            </a:p>
          </p:txBody>
        </p:sp>
        <p:cxnSp>
          <p:nvCxnSpPr>
            <p:cNvPr id="5" name="SCHEM_line-0003"/>
            <p:cNvCxnSpPr/>
            <p:nvPr/>
          </p:nvCxnSpPr>
          <p:spPr>
            <a:xfrm>
              <a:off x="3938400" y="842400"/>
              <a:ext cx="1" cy="352800"/>
            </a:xfrm>
            <a:prstGeom prst="line">
              <a:avLst/>
            </a:prstGeom>
            <a:noFill/>
            <a:ln w="25200" cap="flat">
              <a:solidFill>
                <a:srgbClr val="619DC2"/>
              </a:solidFill>
              <a:tailEnd type="triangle" w="med" len="med"/>
            </a:ln>
            <a:effectLst/>
          </p:spPr>
        </p:cxnSp>
        <p:cxnSp>
          <p:nvCxnSpPr>
            <p:cNvPr id="6" name="SCHEM_line-0004"/>
            <p:cNvCxnSpPr/>
            <p:nvPr/>
          </p:nvCxnSpPr>
          <p:spPr>
            <a:xfrm>
              <a:off x="4428000" y="842400"/>
              <a:ext cx="1" cy="352800"/>
            </a:xfrm>
            <a:prstGeom prst="line">
              <a:avLst/>
            </a:prstGeom>
            <a:noFill/>
            <a:ln w="25200" cap="flat">
              <a:solidFill>
                <a:srgbClr val="619DC2"/>
              </a:solidFill>
              <a:tailEnd type="triangle" w="med" len="med"/>
            </a:ln>
            <a:effectLst/>
          </p:spPr>
        </p:cxnSp>
        <p:cxnSp>
          <p:nvCxnSpPr>
            <p:cNvPr id="7" name="SCHEM_line-0005"/>
            <p:cNvCxnSpPr/>
            <p:nvPr/>
          </p:nvCxnSpPr>
          <p:spPr>
            <a:xfrm>
              <a:off x="4917600" y="842400"/>
              <a:ext cx="1" cy="352800"/>
            </a:xfrm>
            <a:prstGeom prst="line">
              <a:avLst/>
            </a:prstGeom>
            <a:noFill/>
            <a:ln w="25200" cap="flat">
              <a:solidFill>
                <a:srgbClr val="619DC2"/>
              </a:solidFill>
              <a:tailEnd type="triangle" w="med" len="med"/>
            </a:ln>
            <a:effectLst/>
          </p:spPr>
        </p:cxnSp>
        <p:cxnSp>
          <p:nvCxnSpPr>
            <p:cNvPr id="8" name="SCHEM_line-0006"/>
            <p:cNvCxnSpPr/>
            <p:nvPr/>
          </p:nvCxnSpPr>
          <p:spPr>
            <a:xfrm>
              <a:off x="5407200" y="842400"/>
              <a:ext cx="1" cy="352800"/>
            </a:xfrm>
            <a:prstGeom prst="line">
              <a:avLst/>
            </a:prstGeom>
            <a:noFill/>
            <a:ln w="25200" cap="flat">
              <a:solidFill>
                <a:srgbClr val="619DC2"/>
              </a:solidFill>
              <a:tailEnd type="triangle" w="med" len="med"/>
            </a:ln>
            <a:effectLst/>
          </p:spPr>
        </p:cxnSp>
        <p:sp>
          <p:nvSpPr>
            <p:cNvPr id="9" name="SCHEM_text-0007"/>
            <p:cNvSpPr txBox="1"/>
            <p:nvPr/>
          </p:nvSpPr>
          <p:spPr>
            <a:xfrm>
              <a:off x="2340000" y="986400"/>
              <a:ext cx="1728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Ag fingers</a:t>
              </a:r>
              <a:endParaRPr lang="en-US" sz="1531"/>
            </a:p>
          </p:txBody>
        </p:sp>
        <p:cxnSp>
          <p:nvCxnSpPr>
            <p:cNvPr id="10" name="SCHEM_line-0008"/>
            <p:cNvCxnSpPr/>
            <p:nvPr/>
          </p:nvCxnSpPr>
          <p:spPr>
            <a:xfrm>
              <a:off x="2772000" y="1216800"/>
              <a:ext cx="115200" cy="2520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  <a:tailEnd type="triangle" w="med" len="med"/>
            </a:ln>
            <a:effectLst/>
          </p:spPr>
        </p:cxnSp>
        <p:grpSp>
          <p:nvGrpSpPr>
            <p:cNvPr id="11" name="SCHEM_tandem-layer-stack"/>
            <p:cNvGrpSpPr/>
            <p:nvPr/>
          </p:nvGrpSpPr>
          <p:grpSpPr>
            <a:xfrm>
              <a:off x="2095200" y="1425600"/>
              <a:ext cx="4824000" cy="4392000"/>
              <a:chOff x="2095200" y="1425600"/>
              <a:chExt cx="4824000" cy="4392000"/>
            </a:xfrm>
          </p:grpSpPr>
          <p:sp>
            <p:nvSpPr>
              <p:cNvPr id="12" name="SCHEM_rect-0010"/>
              <p:cNvSpPr/>
              <p:nvPr/>
            </p:nvSpPr>
            <p:spPr>
              <a:xfrm>
                <a:off x="2095200" y="5421600"/>
                <a:ext cx="4687200" cy="396000"/>
              </a:xfrm>
              <a:prstGeom prst="rect">
                <a:avLst/>
              </a:prstGeom>
              <a:solidFill>
                <a:srgbClr val="B8B8B4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3" name="SCHEM_polygon-0011"/>
              <p:cNvSpPr/>
              <p:nvPr/>
            </p:nvSpPr>
            <p:spPr>
              <a:xfrm>
                <a:off x="6782400" y="5292000"/>
                <a:ext cx="136800" cy="525600"/>
              </a:xfrm>
              <a:custGeom>
                <a:avLst/>
                <a:gdLst/>
                <a:ahLst/>
                <a:cxnLst/>
                <a:rect l="0" t="0" r="r" b="b"/>
                <a:pathLst>
                  <a:path w="136800" h="525600">
                    <a:moveTo>
                      <a:pt x="0" y="129600"/>
                    </a:moveTo>
                    <a:lnTo>
                      <a:pt x="136800" y="0"/>
                    </a:lnTo>
                    <a:lnTo>
                      <a:pt x="136800" y="324000"/>
                    </a:lnTo>
                    <a:lnTo>
                      <a:pt x="0" y="525600"/>
                    </a:lnTo>
                    <a:close/>
                  </a:path>
                </a:pathLst>
              </a:custGeom>
              <a:solidFill>
                <a:srgbClr val="9E9F9A"/>
              </a:soli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14" name="SCHEM_polygon-0012"/>
              <p:cNvSpPr/>
              <p:nvPr/>
            </p:nvSpPr>
            <p:spPr>
              <a:xfrm>
                <a:off x="2095200" y="4406400"/>
                <a:ext cx="4687200" cy="1022400"/>
              </a:xfrm>
              <a:custGeom>
                <a:avLst/>
                <a:gdLst/>
                <a:ahLst/>
                <a:cxnLst/>
                <a:rect l="0" t="0" r="r" b="b"/>
                <a:pathLst>
                  <a:path w="4687200" h="1022400">
                    <a:moveTo>
                      <a:pt x="0" y="0"/>
                    </a:moveTo>
                    <a:lnTo>
                      <a:pt x="146475" y="136800"/>
                    </a:lnTo>
                    <a:lnTo>
                      <a:pt x="292950" y="0"/>
                    </a:lnTo>
                    <a:lnTo>
                      <a:pt x="439425" y="136800"/>
                    </a:lnTo>
                    <a:lnTo>
                      <a:pt x="585900" y="0"/>
                    </a:lnTo>
                    <a:lnTo>
                      <a:pt x="732375" y="136800"/>
                    </a:lnTo>
                    <a:lnTo>
                      <a:pt x="878850" y="0"/>
                    </a:lnTo>
                    <a:lnTo>
                      <a:pt x="1025325" y="136800"/>
                    </a:lnTo>
                    <a:lnTo>
                      <a:pt x="1171800" y="0"/>
                    </a:lnTo>
                    <a:lnTo>
                      <a:pt x="1318275" y="136800"/>
                    </a:lnTo>
                    <a:lnTo>
                      <a:pt x="1464750" y="0"/>
                    </a:lnTo>
                    <a:lnTo>
                      <a:pt x="1611225" y="136800"/>
                    </a:lnTo>
                    <a:lnTo>
                      <a:pt x="1757700" y="0"/>
                    </a:lnTo>
                    <a:lnTo>
                      <a:pt x="1904175" y="136800"/>
                    </a:lnTo>
                    <a:lnTo>
                      <a:pt x="2050650" y="0"/>
                    </a:lnTo>
                    <a:lnTo>
                      <a:pt x="2197125" y="136800"/>
                    </a:lnTo>
                    <a:lnTo>
                      <a:pt x="2343600" y="0"/>
                    </a:lnTo>
                    <a:lnTo>
                      <a:pt x="2490075" y="136800"/>
                    </a:lnTo>
                    <a:lnTo>
                      <a:pt x="2636550" y="0"/>
                    </a:lnTo>
                    <a:lnTo>
                      <a:pt x="2783025" y="136800"/>
                    </a:lnTo>
                    <a:lnTo>
                      <a:pt x="2929500" y="0"/>
                    </a:lnTo>
                    <a:lnTo>
                      <a:pt x="3075975" y="136800"/>
                    </a:lnTo>
                    <a:lnTo>
                      <a:pt x="3222450" y="0"/>
                    </a:lnTo>
                    <a:lnTo>
                      <a:pt x="3368925" y="136800"/>
                    </a:lnTo>
                    <a:lnTo>
                      <a:pt x="3515400" y="0"/>
                    </a:lnTo>
                    <a:lnTo>
                      <a:pt x="3661875" y="136800"/>
                    </a:lnTo>
                    <a:lnTo>
                      <a:pt x="3808350" y="0"/>
                    </a:lnTo>
                    <a:lnTo>
                      <a:pt x="3954825" y="136800"/>
                    </a:lnTo>
                    <a:lnTo>
                      <a:pt x="4101300" y="0"/>
                    </a:lnTo>
                    <a:lnTo>
                      <a:pt x="4247775" y="136800"/>
                    </a:lnTo>
                    <a:lnTo>
                      <a:pt x="4394250" y="0"/>
                    </a:lnTo>
                    <a:lnTo>
                      <a:pt x="4540725" y="136800"/>
                    </a:lnTo>
                    <a:lnTo>
                      <a:pt x="4687200" y="0"/>
                    </a:lnTo>
                    <a:lnTo>
                      <a:pt x="4687200" y="885600"/>
                    </a:lnTo>
                    <a:lnTo>
                      <a:pt x="4540725" y="1022400"/>
                    </a:lnTo>
                    <a:lnTo>
                      <a:pt x="4394250" y="885600"/>
                    </a:lnTo>
                    <a:lnTo>
                      <a:pt x="4247775" y="1022400"/>
                    </a:lnTo>
                    <a:lnTo>
                      <a:pt x="4101300" y="885600"/>
                    </a:lnTo>
                    <a:lnTo>
                      <a:pt x="3954825" y="1022400"/>
                    </a:lnTo>
                    <a:lnTo>
                      <a:pt x="3808350" y="885600"/>
                    </a:lnTo>
                    <a:lnTo>
                      <a:pt x="3661875" y="1022400"/>
                    </a:lnTo>
                    <a:lnTo>
                      <a:pt x="3515400" y="885600"/>
                    </a:lnTo>
                    <a:lnTo>
                      <a:pt x="3368925" y="1022400"/>
                    </a:lnTo>
                    <a:lnTo>
                      <a:pt x="3222450" y="885600"/>
                    </a:lnTo>
                    <a:lnTo>
                      <a:pt x="3075975" y="1022400"/>
                    </a:lnTo>
                    <a:lnTo>
                      <a:pt x="2929500" y="885600"/>
                    </a:lnTo>
                    <a:lnTo>
                      <a:pt x="2783025" y="1022400"/>
                    </a:lnTo>
                    <a:lnTo>
                      <a:pt x="2636550" y="885600"/>
                    </a:lnTo>
                    <a:lnTo>
                      <a:pt x="2490075" y="1022400"/>
                    </a:lnTo>
                    <a:lnTo>
                      <a:pt x="2343600" y="885600"/>
                    </a:lnTo>
                    <a:lnTo>
                      <a:pt x="2197125" y="1022400"/>
                    </a:lnTo>
                    <a:lnTo>
                      <a:pt x="2050650" y="885600"/>
                    </a:lnTo>
                    <a:lnTo>
                      <a:pt x="1904175" y="1022400"/>
                    </a:lnTo>
                    <a:lnTo>
                      <a:pt x="1757700" y="885600"/>
                    </a:lnTo>
                    <a:lnTo>
                      <a:pt x="1611225" y="1022400"/>
                    </a:lnTo>
                    <a:lnTo>
                      <a:pt x="1464750" y="885600"/>
                    </a:lnTo>
                    <a:lnTo>
                      <a:pt x="1318275" y="1022400"/>
                    </a:lnTo>
                    <a:lnTo>
                      <a:pt x="1171800" y="885600"/>
                    </a:lnTo>
                    <a:lnTo>
                      <a:pt x="1025325" y="1022400"/>
                    </a:lnTo>
                    <a:lnTo>
                      <a:pt x="878850" y="885600"/>
                    </a:lnTo>
                    <a:lnTo>
                      <a:pt x="732375" y="1022400"/>
                    </a:lnTo>
                    <a:lnTo>
                      <a:pt x="585900" y="885600"/>
                    </a:lnTo>
                    <a:lnTo>
                      <a:pt x="439425" y="1022400"/>
                    </a:lnTo>
                    <a:lnTo>
                      <a:pt x="292950" y="885600"/>
                    </a:lnTo>
                    <a:lnTo>
                      <a:pt x="146475" y="1022400"/>
                    </a:lnTo>
                    <a:lnTo>
                      <a:pt x="0" y="885600"/>
                    </a:lnTo>
                    <a:close/>
                  </a:path>
                </a:pathLst>
              </a:custGeom>
              <a:solidFill>
                <a:srgbClr val="85B3CE"/>
              </a:solidFill>
              <a:ln w="8640" cap="flat">
                <a:solidFill>
                  <a:srgbClr val="285F7D"/>
                </a:solidFill>
              </a:ln>
              <a:effectLst/>
            </p:spPr>
          </p:sp>
          <p:sp>
            <p:nvSpPr>
              <p:cNvPr id="15" name="SCHEM_polygon-0013"/>
              <p:cNvSpPr/>
              <p:nvPr/>
            </p:nvSpPr>
            <p:spPr>
              <a:xfrm>
                <a:off x="6782400" y="4298400"/>
                <a:ext cx="115200" cy="1123200"/>
              </a:xfrm>
              <a:custGeom>
                <a:avLst/>
                <a:gdLst/>
                <a:ahLst/>
                <a:cxnLst/>
                <a:rect l="0" t="0" r="r" b="b"/>
                <a:pathLst>
                  <a:path w="115200" h="1123200">
                    <a:moveTo>
                      <a:pt x="0" y="108000"/>
                    </a:moveTo>
                    <a:lnTo>
                      <a:pt x="115200" y="0"/>
                    </a:lnTo>
                    <a:lnTo>
                      <a:pt x="115200" y="993600"/>
                    </a:lnTo>
                    <a:lnTo>
                      <a:pt x="0" y="1123200"/>
                    </a:lnTo>
                    <a:close/>
                  </a:path>
                </a:pathLst>
              </a:custGeom>
              <a:solidFill>
                <a:srgbClr val="669DC0"/>
              </a:solidFill>
              <a:ln w="7200" cap="flat">
                <a:solidFill>
                  <a:srgbClr val="285F7D"/>
                </a:solidFill>
              </a:ln>
              <a:effectLst/>
            </p:spPr>
          </p:sp>
          <p:sp>
            <p:nvSpPr>
              <p:cNvPr id="16" name="SCHEM_rect-0014"/>
              <p:cNvSpPr/>
              <p:nvPr/>
            </p:nvSpPr>
            <p:spPr>
              <a:xfrm>
                <a:off x="2095200" y="4024800"/>
                <a:ext cx="4687200" cy="381600"/>
              </a:xfrm>
              <a:prstGeom prst="rect">
                <a:avLst/>
              </a:prstGeom>
              <a:solidFill>
                <a:srgbClr val="F2DEC3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7" name="SCHEM_polygon-0015"/>
              <p:cNvSpPr/>
              <p:nvPr/>
            </p:nvSpPr>
            <p:spPr>
              <a:xfrm>
                <a:off x="6782400" y="3888000"/>
                <a:ext cx="115200" cy="518400"/>
              </a:xfrm>
              <a:custGeom>
                <a:avLst/>
                <a:gdLst/>
                <a:ahLst/>
                <a:cxnLst/>
                <a:rect l="0" t="0" r="r" b="b"/>
                <a:pathLst>
                  <a:path w="115200" h="518400">
                    <a:moveTo>
                      <a:pt x="0" y="136800"/>
                    </a:moveTo>
                    <a:lnTo>
                      <a:pt x="115200" y="0"/>
                    </a:lnTo>
                    <a:lnTo>
                      <a:pt x="115200" y="410400"/>
                    </a:lnTo>
                    <a:lnTo>
                      <a:pt x="0" y="518400"/>
                    </a:lnTo>
                    <a:close/>
                  </a:path>
                </a:pathLst>
              </a:custGeom>
              <a:solidFill>
                <a:srgbClr val="D1BEA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8" name="SCHEM_polygon-0016"/>
              <p:cNvSpPr/>
              <p:nvPr/>
            </p:nvSpPr>
            <p:spPr>
              <a:xfrm>
                <a:off x="2095200" y="2721600"/>
                <a:ext cx="4687200" cy="1353600"/>
              </a:xfrm>
              <a:custGeom>
                <a:avLst/>
                <a:gdLst/>
                <a:ahLst/>
                <a:cxnLst/>
                <a:rect l="0" t="0" r="r" b="b"/>
                <a:pathLst>
                  <a:path w="4687200" h="1353600">
                    <a:moveTo>
                      <a:pt x="0" y="0"/>
                    </a:moveTo>
                    <a:lnTo>
                      <a:pt x="203791" y="86400"/>
                    </a:lnTo>
                    <a:lnTo>
                      <a:pt x="407583" y="0"/>
                    </a:lnTo>
                    <a:lnTo>
                      <a:pt x="611374" y="86400"/>
                    </a:lnTo>
                    <a:lnTo>
                      <a:pt x="815165" y="0"/>
                    </a:lnTo>
                    <a:lnTo>
                      <a:pt x="1018957" y="86400"/>
                    </a:lnTo>
                    <a:lnTo>
                      <a:pt x="1222748" y="0"/>
                    </a:lnTo>
                    <a:lnTo>
                      <a:pt x="1426539" y="86400"/>
                    </a:lnTo>
                    <a:lnTo>
                      <a:pt x="1630330" y="0"/>
                    </a:lnTo>
                    <a:lnTo>
                      <a:pt x="1834122" y="86400"/>
                    </a:lnTo>
                    <a:lnTo>
                      <a:pt x="2037913" y="0"/>
                    </a:lnTo>
                    <a:lnTo>
                      <a:pt x="2241704" y="86400"/>
                    </a:lnTo>
                    <a:lnTo>
                      <a:pt x="2445496" y="0"/>
                    </a:lnTo>
                    <a:lnTo>
                      <a:pt x="2649287" y="86400"/>
                    </a:lnTo>
                    <a:lnTo>
                      <a:pt x="2853078" y="0"/>
                    </a:lnTo>
                    <a:lnTo>
                      <a:pt x="3056870" y="86400"/>
                    </a:lnTo>
                    <a:lnTo>
                      <a:pt x="3260661" y="0"/>
                    </a:lnTo>
                    <a:lnTo>
                      <a:pt x="3464452" y="86400"/>
                    </a:lnTo>
                    <a:lnTo>
                      <a:pt x="3668243" y="0"/>
                    </a:lnTo>
                    <a:lnTo>
                      <a:pt x="3872035" y="86400"/>
                    </a:lnTo>
                    <a:lnTo>
                      <a:pt x="4075826" y="0"/>
                    </a:lnTo>
                    <a:lnTo>
                      <a:pt x="4279617" y="86400"/>
                    </a:lnTo>
                    <a:lnTo>
                      <a:pt x="4483409" y="0"/>
                    </a:lnTo>
                    <a:lnTo>
                      <a:pt x="4687200" y="0"/>
                    </a:lnTo>
                    <a:lnTo>
                      <a:pt x="4687200" y="1303200"/>
                    </a:lnTo>
                    <a:lnTo>
                      <a:pt x="4528800" y="1353600"/>
                    </a:lnTo>
                    <a:lnTo>
                      <a:pt x="4125600" y="1303200"/>
                    </a:lnTo>
                    <a:lnTo>
                      <a:pt x="3744000" y="1353600"/>
                    </a:lnTo>
                    <a:lnTo>
                      <a:pt x="3304800" y="1310400"/>
                    </a:lnTo>
                    <a:lnTo>
                      <a:pt x="2930400" y="1346400"/>
                    </a:lnTo>
                    <a:lnTo>
                      <a:pt x="2541600" y="1303200"/>
                    </a:lnTo>
                    <a:lnTo>
                      <a:pt x="2109600" y="1346400"/>
                    </a:lnTo>
                    <a:lnTo>
                      <a:pt x="1720800" y="1303200"/>
                    </a:lnTo>
                    <a:lnTo>
                      <a:pt x="1360800" y="1339200"/>
                    </a:lnTo>
                    <a:lnTo>
                      <a:pt x="1000800" y="1310400"/>
                    </a:lnTo>
                    <a:lnTo>
                      <a:pt x="648000" y="1346400"/>
                    </a:lnTo>
                    <a:lnTo>
                      <a:pt x="345600" y="1310400"/>
                    </a:lnTo>
                    <a:lnTo>
                      <a:pt x="136800" y="1353600"/>
                    </a:lnTo>
                    <a:lnTo>
                      <a:pt x="0" y="1303200"/>
                    </a:lnTo>
                    <a:close/>
                  </a:path>
                </a:pathLst>
              </a:custGeom>
              <a:solidFill>
                <a:srgbClr val="E9B5A6"/>
              </a:solidFill>
              <a:ln w="8640" cap="flat">
                <a:solidFill>
                  <a:srgbClr val="756A60"/>
                </a:solidFill>
              </a:ln>
              <a:effectLst/>
            </p:spPr>
          </p:sp>
          <p:sp>
            <p:nvSpPr>
              <p:cNvPr id="19" name="SCHEM_polygon-0017"/>
              <p:cNvSpPr/>
              <p:nvPr/>
            </p:nvSpPr>
            <p:spPr>
              <a:xfrm>
                <a:off x="6782400" y="2592000"/>
                <a:ext cx="115200" cy="1432800"/>
              </a:xfrm>
              <a:custGeom>
                <a:avLst/>
                <a:gdLst/>
                <a:ahLst/>
                <a:cxnLst/>
                <a:rect l="0" t="0" r="r" b="b"/>
                <a:pathLst>
                  <a:path w="115200" h="1432800">
                    <a:moveTo>
                      <a:pt x="0" y="129600"/>
                    </a:moveTo>
                    <a:lnTo>
                      <a:pt x="115200" y="0"/>
                    </a:lnTo>
                    <a:lnTo>
                      <a:pt x="115200" y="1296000"/>
                    </a:lnTo>
                    <a:lnTo>
                      <a:pt x="0" y="1432800"/>
                    </a:lnTo>
                    <a:close/>
                  </a:path>
                </a:pathLst>
              </a:custGeom>
              <a:solidFill>
                <a:srgbClr val="D59E90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0" name="SCHEM_polygon-0018"/>
              <p:cNvSpPr/>
              <p:nvPr/>
            </p:nvSpPr>
            <p:spPr>
              <a:xfrm>
                <a:off x="2095200" y="2340000"/>
                <a:ext cx="4687200" cy="468000"/>
              </a:xfrm>
              <a:custGeom>
                <a:avLst/>
                <a:gdLst/>
                <a:ahLst/>
                <a:cxnLst/>
                <a:rect l="0" t="0" r="r" b="b"/>
                <a:pathLst>
                  <a:path w="4687200" h="468000">
                    <a:moveTo>
                      <a:pt x="0" y="0"/>
                    </a:moveTo>
                    <a:lnTo>
                      <a:pt x="4687200" y="0"/>
                    </a:lnTo>
                    <a:lnTo>
                      <a:pt x="4687200" y="381600"/>
                    </a:lnTo>
                    <a:lnTo>
                      <a:pt x="4483409" y="381600"/>
                    </a:lnTo>
                    <a:lnTo>
                      <a:pt x="4279617" y="468000"/>
                    </a:lnTo>
                    <a:lnTo>
                      <a:pt x="4075826" y="381600"/>
                    </a:lnTo>
                    <a:lnTo>
                      <a:pt x="3872035" y="468000"/>
                    </a:lnTo>
                    <a:lnTo>
                      <a:pt x="3668243" y="381600"/>
                    </a:lnTo>
                    <a:lnTo>
                      <a:pt x="3464452" y="468000"/>
                    </a:lnTo>
                    <a:lnTo>
                      <a:pt x="3260661" y="381600"/>
                    </a:lnTo>
                    <a:lnTo>
                      <a:pt x="3056870" y="468000"/>
                    </a:lnTo>
                    <a:lnTo>
                      <a:pt x="2853078" y="381600"/>
                    </a:lnTo>
                    <a:lnTo>
                      <a:pt x="2649287" y="468000"/>
                    </a:lnTo>
                    <a:lnTo>
                      <a:pt x="2445496" y="381600"/>
                    </a:lnTo>
                    <a:lnTo>
                      <a:pt x="2241704" y="468000"/>
                    </a:lnTo>
                    <a:lnTo>
                      <a:pt x="2037913" y="381600"/>
                    </a:lnTo>
                    <a:lnTo>
                      <a:pt x="1834122" y="468000"/>
                    </a:lnTo>
                    <a:lnTo>
                      <a:pt x="1630330" y="381600"/>
                    </a:lnTo>
                    <a:lnTo>
                      <a:pt x="1426539" y="468000"/>
                    </a:lnTo>
                    <a:lnTo>
                      <a:pt x="1222748" y="381600"/>
                    </a:lnTo>
                    <a:lnTo>
                      <a:pt x="1018957" y="468000"/>
                    </a:lnTo>
                    <a:lnTo>
                      <a:pt x="815165" y="381600"/>
                    </a:lnTo>
                    <a:lnTo>
                      <a:pt x="611374" y="468000"/>
                    </a:lnTo>
                    <a:lnTo>
                      <a:pt x="407583" y="381600"/>
                    </a:lnTo>
                    <a:lnTo>
                      <a:pt x="203791" y="468000"/>
                    </a:lnTo>
                    <a:lnTo>
                      <a:pt x="0" y="381600"/>
                    </a:lnTo>
                    <a:close/>
                  </a:path>
                </a:pathLst>
              </a:custGeom>
              <a:solidFill>
                <a:srgbClr val="C5D6AD"/>
              </a:solidFill>
              <a:ln w="7920" cap="flat">
                <a:solidFill>
                  <a:srgbClr val="758660"/>
                </a:solidFill>
              </a:ln>
              <a:effectLst/>
            </p:spPr>
          </p:sp>
          <p:sp>
            <p:nvSpPr>
              <p:cNvPr id="21" name="SCHEM_polygon-0019"/>
              <p:cNvSpPr/>
              <p:nvPr/>
            </p:nvSpPr>
            <p:spPr>
              <a:xfrm>
                <a:off x="6782400" y="2224800"/>
                <a:ext cx="115200" cy="496800"/>
              </a:xfrm>
              <a:custGeom>
                <a:avLst/>
                <a:gdLst/>
                <a:ahLst/>
                <a:cxnLst/>
                <a:rect l="0" t="0" r="r" b="b"/>
                <a:pathLst>
                  <a:path w="115200" h="496800">
                    <a:moveTo>
                      <a:pt x="0" y="115200"/>
                    </a:moveTo>
                    <a:lnTo>
                      <a:pt x="115200" y="0"/>
                    </a:lnTo>
                    <a:lnTo>
                      <a:pt x="115200" y="367200"/>
                    </a:lnTo>
                    <a:lnTo>
                      <a:pt x="0" y="496800"/>
                    </a:lnTo>
                    <a:close/>
                  </a:path>
                </a:pathLst>
              </a:custGeom>
              <a:solidFill>
                <a:srgbClr val="9DAF87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2" name="SCHEM_rect-0020"/>
              <p:cNvSpPr/>
              <p:nvPr/>
            </p:nvSpPr>
            <p:spPr>
              <a:xfrm>
                <a:off x="2095200" y="2030400"/>
                <a:ext cx="4687200" cy="309600"/>
              </a:xfrm>
              <a:prstGeom prst="rect">
                <a:avLst/>
              </a:prstGeom>
              <a:solidFill>
                <a:srgbClr val="D8D8D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3" name="SCHEM_polygon-0021"/>
              <p:cNvSpPr/>
              <p:nvPr/>
            </p:nvSpPr>
            <p:spPr>
              <a:xfrm>
                <a:off x="6782400" y="1915200"/>
                <a:ext cx="115200" cy="424800"/>
              </a:xfrm>
              <a:custGeom>
                <a:avLst/>
                <a:gdLst/>
                <a:ahLst/>
                <a:cxnLst/>
                <a:rect l="0" t="0" r="r" b="b"/>
                <a:pathLst>
                  <a:path w="115200" h="424800">
                    <a:moveTo>
                      <a:pt x="0" y="115200"/>
                    </a:moveTo>
                    <a:lnTo>
                      <a:pt x="115200" y="0"/>
                    </a:lnTo>
                    <a:lnTo>
                      <a:pt x="115200" y="309600"/>
                    </a:lnTo>
                    <a:lnTo>
                      <a:pt x="0" y="424800"/>
                    </a:lnTo>
                    <a:close/>
                  </a:path>
                </a:pathLst>
              </a:custGeom>
              <a:solidFill>
                <a:srgbClr val="B6B7AF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4" name="SCHEM_rect-0022"/>
              <p:cNvSpPr/>
              <p:nvPr/>
            </p:nvSpPr>
            <p:spPr>
              <a:xfrm>
                <a:off x="2095200" y="1720800"/>
                <a:ext cx="4687200" cy="309600"/>
              </a:xfrm>
              <a:prstGeom prst="rect">
                <a:avLst/>
              </a:prstGeom>
              <a:solidFill>
                <a:srgbClr val="B2D3E6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5" name="SCHEM_polygon-0023"/>
              <p:cNvSpPr/>
              <p:nvPr/>
            </p:nvSpPr>
            <p:spPr>
              <a:xfrm>
                <a:off x="2095200" y="1605600"/>
                <a:ext cx="4802400" cy="115200"/>
              </a:xfrm>
              <a:custGeom>
                <a:avLst/>
                <a:gdLst/>
                <a:ahLst/>
                <a:cxnLst/>
                <a:rect l="0" t="0" r="r" b="b"/>
                <a:pathLst>
                  <a:path w="4802400" h="115200">
                    <a:moveTo>
                      <a:pt x="0" y="115200"/>
                    </a:moveTo>
                    <a:lnTo>
                      <a:pt x="115200" y="0"/>
                    </a:lnTo>
                    <a:lnTo>
                      <a:pt x="4802400" y="0"/>
                    </a:lnTo>
                    <a:lnTo>
                      <a:pt x="4687200" y="115200"/>
                    </a:lnTo>
                    <a:close/>
                  </a:path>
                </a:pathLst>
              </a:custGeom>
              <a:solidFill>
                <a:srgbClr val="C7DFEB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6" name="SCHEM_polygon-0024"/>
              <p:cNvSpPr/>
              <p:nvPr/>
            </p:nvSpPr>
            <p:spPr>
              <a:xfrm>
                <a:off x="6782400" y="1605600"/>
                <a:ext cx="115200" cy="424800"/>
              </a:xfrm>
              <a:custGeom>
                <a:avLst/>
                <a:gdLst/>
                <a:ahLst/>
                <a:cxnLst/>
                <a:rect l="0" t="0" r="r" b="b"/>
                <a:pathLst>
                  <a:path w="115200" h="424800">
                    <a:moveTo>
                      <a:pt x="0" y="115200"/>
                    </a:moveTo>
                    <a:lnTo>
                      <a:pt x="115200" y="0"/>
                    </a:lnTo>
                    <a:lnTo>
                      <a:pt x="115200" y="309600"/>
                    </a:lnTo>
                    <a:lnTo>
                      <a:pt x="0" y="424800"/>
                    </a:lnTo>
                    <a:close/>
                  </a:path>
                </a:pathLst>
              </a:custGeom>
              <a:solidFill>
                <a:srgbClr val="96B9CD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7" name="SCHEM_rect-0025"/>
              <p:cNvSpPr/>
              <p:nvPr/>
            </p:nvSpPr>
            <p:spPr>
              <a:xfrm>
                <a:off x="2599200" y="1476000"/>
                <a:ext cx="489600" cy="244800"/>
              </a:xfrm>
              <a:prstGeom prst="rect">
                <a:avLst/>
              </a:prstGeom>
              <a:solidFill>
                <a:srgbClr val="B7B8B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8" name="SCHEM_polygon-0026"/>
              <p:cNvSpPr/>
              <p:nvPr/>
            </p:nvSpPr>
            <p:spPr>
              <a:xfrm>
                <a:off x="2599200" y="1425600"/>
                <a:ext cx="547200" cy="50400"/>
              </a:xfrm>
              <a:custGeom>
                <a:avLst/>
                <a:gdLst/>
                <a:ahLst/>
                <a:cxnLst/>
                <a:rect l="0" t="0" r="r" b="b"/>
                <a:pathLst>
                  <a:path w="547200" h="50400">
                    <a:moveTo>
                      <a:pt x="0" y="50400"/>
                    </a:moveTo>
                    <a:lnTo>
                      <a:pt x="57600" y="0"/>
                    </a:lnTo>
                    <a:lnTo>
                      <a:pt x="547200" y="0"/>
                    </a:lnTo>
                    <a:lnTo>
                      <a:pt x="489600" y="50400"/>
                    </a:lnTo>
                    <a:close/>
                  </a:path>
                </a:pathLst>
              </a:custGeom>
              <a:solidFill>
                <a:srgbClr val="D5D6D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9" name="SCHEM_polygon-0027"/>
              <p:cNvSpPr/>
              <p:nvPr/>
            </p:nvSpPr>
            <p:spPr>
              <a:xfrm>
                <a:off x="3088800" y="1425600"/>
                <a:ext cx="57600" cy="295200"/>
              </a:xfrm>
              <a:custGeom>
                <a:avLst/>
                <a:gdLst/>
                <a:ahLst/>
                <a:cxnLst/>
                <a:rect l="0" t="0" r="r" b="b"/>
                <a:pathLst>
                  <a:path w="57600" h="295200">
                    <a:moveTo>
                      <a:pt x="0" y="50400"/>
                    </a:moveTo>
                    <a:lnTo>
                      <a:pt x="57600" y="0"/>
                    </a:lnTo>
                    <a:lnTo>
                      <a:pt x="57600" y="244800"/>
                    </a:lnTo>
                    <a:lnTo>
                      <a:pt x="0" y="295200"/>
                    </a:lnTo>
                    <a:close/>
                  </a:path>
                </a:pathLst>
              </a:custGeom>
              <a:solidFill>
                <a:srgbClr val="939590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30" name="SCHEM_rect-0028"/>
              <p:cNvSpPr/>
              <p:nvPr/>
            </p:nvSpPr>
            <p:spPr>
              <a:xfrm>
                <a:off x="3780000" y="1476000"/>
                <a:ext cx="280800" cy="244800"/>
              </a:xfrm>
              <a:prstGeom prst="rect">
                <a:avLst/>
              </a:prstGeom>
              <a:solidFill>
                <a:srgbClr val="B7B8B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31" name="SCHEM_polygon-0029"/>
              <p:cNvSpPr/>
              <p:nvPr/>
            </p:nvSpPr>
            <p:spPr>
              <a:xfrm>
                <a:off x="3780000" y="1425600"/>
                <a:ext cx="338400" cy="50400"/>
              </a:xfrm>
              <a:custGeom>
                <a:avLst/>
                <a:gdLst/>
                <a:ahLst/>
                <a:cxnLst/>
                <a:rect l="0" t="0" r="r" b="b"/>
                <a:pathLst>
                  <a:path w="338400" h="50400">
                    <a:moveTo>
                      <a:pt x="0" y="50400"/>
                    </a:moveTo>
                    <a:lnTo>
                      <a:pt x="57600" y="0"/>
                    </a:lnTo>
                    <a:lnTo>
                      <a:pt x="338400" y="0"/>
                    </a:lnTo>
                    <a:lnTo>
                      <a:pt x="280800" y="50400"/>
                    </a:lnTo>
                    <a:close/>
                  </a:path>
                </a:pathLst>
              </a:custGeom>
              <a:solidFill>
                <a:srgbClr val="D5D6D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32" name="SCHEM_polygon-0030"/>
              <p:cNvSpPr/>
              <p:nvPr/>
            </p:nvSpPr>
            <p:spPr>
              <a:xfrm>
                <a:off x="4060800" y="1425600"/>
                <a:ext cx="57600" cy="295200"/>
              </a:xfrm>
              <a:custGeom>
                <a:avLst/>
                <a:gdLst/>
                <a:ahLst/>
                <a:cxnLst/>
                <a:rect l="0" t="0" r="r" b="b"/>
                <a:pathLst>
                  <a:path w="57600" h="295200">
                    <a:moveTo>
                      <a:pt x="0" y="50400"/>
                    </a:moveTo>
                    <a:lnTo>
                      <a:pt x="57600" y="0"/>
                    </a:lnTo>
                    <a:lnTo>
                      <a:pt x="57600" y="244800"/>
                    </a:lnTo>
                    <a:lnTo>
                      <a:pt x="0" y="295200"/>
                    </a:lnTo>
                    <a:close/>
                  </a:path>
                </a:pathLst>
              </a:custGeom>
              <a:solidFill>
                <a:srgbClr val="939590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33" name="SCHEM_rect-0031"/>
              <p:cNvSpPr/>
              <p:nvPr/>
            </p:nvSpPr>
            <p:spPr>
              <a:xfrm>
                <a:off x="4816800" y="1476000"/>
                <a:ext cx="280800" cy="244800"/>
              </a:xfrm>
              <a:prstGeom prst="rect">
                <a:avLst/>
              </a:prstGeom>
              <a:solidFill>
                <a:srgbClr val="B7B8B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34" name="SCHEM_polygon-0032"/>
              <p:cNvSpPr/>
              <p:nvPr/>
            </p:nvSpPr>
            <p:spPr>
              <a:xfrm>
                <a:off x="4816800" y="1425600"/>
                <a:ext cx="338400" cy="50400"/>
              </a:xfrm>
              <a:custGeom>
                <a:avLst/>
                <a:gdLst/>
                <a:ahLst/>
                <a:cxnLst/>
                <a:rect l="0" t="0" r="r" b="b"/>
                <a:pathLst>
                  <a:path w="338400" h="50400">
                    <a:moveTo>
                      <a:pt x="0" y="50400"/>
                    </a:moveTo>
                    <a:lnTo>
                      <a:pt x="57600" y="0"/>
                    </a:lnTo>
                    <a:lnTo>
                      <a:pt x="338400" y="0"/>
                    </a:lnTo>
                    <a:lnTo>
                      <a:pt x="280800" y="50400"/>
                    </a:lnTo>
                    <a:close/>
                  </a:path>
                </a:pathLst>
              </a:custGeom>
              <a:solidFill>
                <a:srgbClr val="D5D6D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35" name="SCHEM_polygon-0033"/>
              <p:cNvSpPr/>
              <p:nvPr/>
            </p:nvSpPr>
            <p:spPr>
              <a:xfrm>
                <a:off x="5097600" y="1425600"/>
                <a:ext cx="57600" cy="295200"/>
              </a:xfrm>
              <a:custGeom>
                <a:avLst/>
                <a:gdLst/>
                <a:ahLst/>
                <a:cxnLst/>
                <a:rect l="0" t="0" r="r" b="b"/>
                <a:pathLst>
                  <a:path w="57600" h="295200">
                    <a:moveTo>
                      <a:pt x="0" y="50400"/>
                    </a:moveTo>
                    <a:lnTo>
                      <a:pt x="57600" y="0"/>
                    </a:lnTo>
                    <a:lnTo>
                      <a:pt x="57600" y="244800"/>
                    </a:lnTo>
                    <a:lnTo>
                      <a:pt x="0" y="295200"/>
                    </a:lnTo>
                    <a:close/>
                  </a:path>
                </a:pathLst>
              </a:custGeom>
              <a:solidFill>
                <a:srgbClr val="939590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36" name="SCHEM_rect-0034"/>
              <p:cNvSpPr/>
              <p:nvPr/>
            </p:nvSpPr>
            <p:spPr>
              <a:xfrm>
                <a:off x="5824800" y="1476000"/>
                <a:ext cx="504000" cy="244800"/>
              </a:xfrm>
              <a:prstGeom prst="rect">
                <a:avLst/>
              </a:prstGeom>
              <a:solidFill>
                <a:srgbClr val="B7B8B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37" name="SCHEM_polygon-0035"/>
              <p:cNvSpPr/>
              <p:nvPr/>
            </p:nvSpPr>
            <p:spPr>
              <a:xfrm>
                <a:off x="5824800" y="1425600"/>
                <a:ext cx="561600" cy="50400"/>
              </a:xfrm>
              <a:custGeom>
                <a:avLst/>
                <a:gdLst/>
                <a:ahLst/>
                <a:cxnLst/>
                <a:rect l="0" t="0" r="r" b="b"/>
                <a:pathLst>
                  <a:path w="561600" h="50400">
                    <a:moveTo>
                      <a:pt x="0" y="50400"/>
                    </a:moveTo>
                    <a:lnTo>
                      <a:pt x="57600" y="0"/>
                    </a:lnTo>
                    <a:lnTo>
                      <a:pt x="561600" y="0"/>
                    </a:lnTo>
                    <a:lnTo>
                      <a:pt x="504000" y="50400"/>
                    </a:lnTo>
                    <a:close/>
                  </a:path>
                </a:pathLst>
              </a:custGeom>
              <a:solidFill>
                <a:srgbClr val="D5D6D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38" name="SCHEM_polygon-0036"/>
              <p:cNvSpPr/>
              <p:nvPr/>
            </p:nvSpPr>
            <p:spPr>
              <a:xfrm>
                <a:off x="6328800" y="1425600"/>
                <a:ext cx="57600" cy="295200"/>
              </a:xfrm>
              <a:custGeom>
                <a:avLst/>
                <a:gdLst/>
                <a:ahLst/>
                <a:cxnLst/>
                <a:rect l="0" t="0" r="r" b="b"/>
                <a:pathLst>
                  <a:path w="57600" h="295200">
                    <a:moveTo>
                      <a:pt x="0" y="50400"/>
                    </a:moveTo>
                    <a:lnTo>
                      <a:pt x="57600" y="0"/>
                    </a:lnTo>
                    <a:lnTo>
                      <a:pt x="57600" y="244800"/>
                    </a:lnTo>
                    <a:lnTo>
                      <a:pt x="0" y="295200"/>
                    </a:lnTo>
                    <a:close/>
                  </a:path>
                </a:pathLst>
              </a:custGeom>
              <a:solidFill>
                <a:srgbClr val="939590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39" name="SCHEM_polygon-0037"/>
              <p:cNvSpPr/>
              <p:nvPr/>
            </p:nvSpPr>
            <p:spPr>
              <a:xfrm>
                <a:off x="2361600" y="3055246"/>
                <a:ext cx="144000" cy="124708"/>
              </a:xfrm>
              <a:custGeom>
                <a:avLst/>
                <a:gdLst/>
                <a:ahLst/>
                <a:cxnLst/>
                <a:rect l="0" t="0" r="r" b="b"/>
                <a:pathLst>
                  <a:path w="144000" h="124708">
                    <a:moveTo>
                      <a:pt x="144000" y="62354"/>
                    </a:moveTo>
                    <a:lnTo>
                      <a:pt x="85718" y="70274"/>
                    </a:lnTo>
                    <a:lnTo>
                      <a:pt x="108000" y="124708"/>
                    </a:lnTo>
                    <a:lnTo>
                      <a:pt x="72000" y="78194"/>
                    </a:lnTo>
                    <a:lnTo>
                      <a:pt x="36000" y="124708"/>
                    </a:lnTo>
                    <a:lnTo>
                      <a:pt x="58282" y="70274"/>
                    </a:lnTo>
                    <a:lnTo>
                      <a:pt x="0" y="62354"/>
                    </a:lnTo>
                    <a:lnTo>
                      <a:pt x="58282" y="54434"/>
                    </a:lnTo>
                    <a:lnTo>
                      <a:pt x="36000" y="0"/>
                    </a:lnTo>
                    <a:lnTo>
                      <a:pt x="72000" y="46514"/>
                    </a:lnTo>
                    <a:lnTo>
                      <a:pt x="108000" y="0"/>
                    </a:lnTo>
                    <a:lnTo>
                      <a:pt x="85718" y="54434"/>
                    </a:lnTo>
                    <a:close/>
                  </a:path>
                </a:pathLst>
              </a:custGeom>
              <a:solidFill>
                <a:srgbClr val="CE8179"/>
              </a:solidFill>
              <a:ln w="9360" cap="flat">
                <a:noFill/>
              </a:ln>
              <a:effectLst/>
            </p:spPr>
          </p:sp>
          <p:sp>
            <p:nvSpPr>
              <p:cNvPr id="40" name="SCHEM_polygon-0038"/>
              <p:cNvSpPr/>
              <p:nvPr/>
            </p:nvSpPr>
            <p:spPr>
              <a:xfrm>
                <a:off x="2556000" y="3451246"/>
                <a:ext cx="144000" cy="124708"/>
              </a:xfrm>
              <a:custGeom>
                <a:avLst/>
                <a:gdLst/>
                <a:ahLst/>
                <a:cxnLst/>
                <a:rect l="0" t="0" r="r" b="b"/>
                <a:pathLst>
                  <a:path w="144000" h="124708">
                    <a:moveTo>
                      <a:pt x="144000" y="62354"/>
                    </a:moveTo>
                    <a:lnTo>
                      <a:pt x="85718" y="70274"/>
                    </a:lnTo>
                    <a:lnTo>
                      <a:pt x="108000" y="124708"/>
                    </a:lnTo>
                    <a:lnTo>
                      <a:pt x="72000" y="78194"/>
                    </a:lnTo>
                    <a:lnTo>
                      <a:pt x="36000" y="124708"/>
                    </a:lnTo>
                    <a:lnTo>
                      <a:pt x="58282" y="70274"/>
                    </a:lnTo>
                    <a:lnTo>
                      <a:pt x="0" y="62354"/>
                    </a:lnTo>
                    <a:lnTo>
                      <a:pt x="58282" y="54434"/>
                    </a:lnTo>
                    <a:lnTo>
                      <a:pt x="36000" y="0"/>
                    </a:lnTo>
                    <a:lnTo>
                      <a:pt x="72000" y="46514"/>
                    </a:lnTo>
                    <a:lnTo>
                      <a:pt x="108000" y="0"/>
                    </a:lnTo>
                    <a:lnTo>
                      <a:pt x="85718" y="54434"/>
                    </a:lnTo>
                    <a:close/>
                  </a:path>
                </a:pathLst>
              </a:custGeom>
              <a:solidFill>
                <a:srgbClr val="CE8179"/>
              </a:solidFill>
              <a:ln w="9360" cap="flat">
                <a:noFill/>
              </a:ln>
              <a:effectLst/>
            </p:spPr>
          </p:sp>
          <p:sp>
            <p:nvSpPr>
              <p:cNvPr id="41" name="SCHEM_polygon-0039"/>
              <p:cNvSpPr/>
              <p:nvPr/>
            </p:nvSpPr>
            <p:spPr>
              <a:xfrm>
                <a:off x="3319200" y="3285646"/>
                <a:ext cx="144000" cy="124708"/>
              </a:xfrm>
              <a:custGeom>
                <a:avLst/>
                <a:gdLst/>
                <a:ahLst/>
                <a:cxnLst/>
                <a:rect l="0" t="0" r="r" b="b"/>
                <a:pathLst>
                  <a:path w="144000" h="124708">
                    <a:moveTo>
                      <a:pt x="144000" y="62354"/>
                    </a:moveTo>
                    <a:lnTo>
                      <a:pt x="85718" y="70274"/>
                    </a:lnTo>
                    <a:lnTo>
                      <a:pt x="108000" y="124708"/>
                    </a:lnTo>
                    <a:lnTo>
                      <a:pt x="72000" y="78194"/>
                    </a:lnTo>
                    <a:lnTo>
                      <a:pt x="36000" y="124708"/>
                    </a:lnTo>
                    <a:lnTo>
                      <a:pt x="58282" y="70274"/>
                    </a:lnTo>
                    <a:lnTo>
                      <a:pt x="0" y="62354"/>
                    </a:lnTo>
                    <a:lnTo>
                      <a:pt x="58282" y="54434"/>
                    </a:lnTo>
                    <a:lnTo>
                      <a:pt x="36000" y="0"/>
                    </a:lnTo>
                    <a:lnTo>
                      <a:pt x="72000" y="46514"/>
                    </a:lnTo>
                    <a:lnTo>
                      <a:pt x="108000" y="0"/>
                    </a:lnTo>
                    <a:lnTo>
                      <a:pt x="85718" y="54434"/>
                    </a:lnTo>
                    <a:close/>
                  </a:path>
                </a:pathLst>
              </a:custGeom>
              <a:solidFill>
                <a:srgbClr val="CE8179"/>
              </a:solidFill>
              <a:ln w="9360" cap="flat">
                <a:noFill/>
              </a:ln>
              <a:effectLst/>
            </p:spPr>
          </p:sp>
          <p:sp>
            <p:nvSpPr>
              <p:cNvPr id="42" name="SCHEM_polygon-0040"/>
              <p:cNvSpPr/>
              <p:nvPr/>
            </p:nvSpPr>
            <p:spPr>
              <a:xfrm>
                <a:off x="4867200" y="3091246"/>
                <a:ext cx="144000" cy="124708"/>
              </a:xfrm>
              <a:custGeom>
                <a:avLst/>
                <a:gdLst/>
                <a:ahLst/>
                <a:cxnLst/>
                <a:rect l="0" t="0" r="r" b="b"/>
                <a:pathLst>
                  <a:path w="144000" h="124708">
                    <a:moveTo>
                      <a:pt x="144000" y="62354"/>
                    </a:moveTo>
                    <a:lnTo>
                      <a:pt x="85718" y="70274"/>
                    </a:lnTo>
                    <a:lnTo>
                      <a:pt x="108000" y="124708"/>
                    </a:lnTo>
                    <a:lnTo>
                      <a:pt x="72000" y="78194"/>
                    </a:lnTo>
                    <a:lnTo>
                      <a:pt x="36000" y="124708"/>
                    </a:lnTo>
                    <a:lnTo>
                      <a:pt x="58282" y="70274"/>
                    </a:lnTo>
                    <a:lnTo>
                      <a:pt x="0" y="62354"/>
                    </a:lnTo>
                    <a:lnTo>
                      <a:pt x="58282" y="54434"/>
                    </a:lnTo>
                    <a:lnTo>
                      <a:pt x="36000" y="0"/>
                    </a:lnTo>
                    <a:lnTo>
                      <a:pt x="72000" y="46514"/>
                    </a:lnTo>
                    <a:lnTo>
                      <a:pt x="108000" y="0"/>
                    </a:lnTo>
                    <a:lnTo>
                      <a:pt x="85718" y="54434"/>
                    </a:lnTo>
                    <a:close/>
                  </a:path>
                </a:pathLst>
              </a:custGeom>
              <a:solidFill>
                <a:srgbClr val="CE8179"/>
              </a:solidFill>
              <a:ln w="9360" cap="flat">
                <a:noFill/>
              </a:ln>
              <a:effectLst/>
            </p:spPr>
          </p:sp>
          <p:sp>
            <p:nvSpPr>
              <p:cNvPr id="43" name="SCHEM_polygon-0041"/>
              <p:cNvSpPr/>
              <p:nvPr/>
            </p:nvSpPr>
            <p:spPr>
              <a:xfrm>
                <a:off x="5630400" y="3652846"/>
                <a:ext cx="144000" cy="124708"/>
              </a:xfrm>
              <a:custGeom>
                <a:avLst/>
                <a:gdLst/>
                <a:ahLst/>
                <a:cxnLst/>
                <a:rect l="0" t="0" r="r" b="b"/>
                <a:pathLst>
                  <a:path w="144000" h="124708">
                    <a:moveTo>
                      <a:pt x="144000" y="62354"/>
                    </a:moveTo>
                    <a:lnTo>
                      <a:pt x="85718" y="70274"/>
                    </a:lnTo>
                    <a:lnTo>
                      <a:pt x="108000" y="124708"/>
                    </a:lnTo>
                    <a:lnTo>
                      <a:pt x="72000" y="78194"/>
                    </a:lnTo>
                    <a:lnTo>
                      <a:pt x="36000" y="124708"/>
                    </a:lnTo>
                    <a:lnTo>
                      <a:pt x="58282" y="70274"/>
                    </a:lnTo>
                    <a:lnTo>
                      <a:pt x="0" y="62354"/>
                    </a:lnTo>
                    <a:lnTo>
                      <a:pt x="58282" y="54434"/>
                    </a:lnTo>
                    <a:lnTo>
                      <a:pt x="36000" y="0"/>
                    </a:lnTo>
                    <a:lnTo>
                      <a:pt x="72000" y="46514"/>
                    </a:lnTo>
                    <a:lnTo>
                      <a:pt x="108000" y="0"/>
                    </a:lnTo>
                    <a:lnTo>
                      <a:pt x="85718" y="54434"/>
                    </a:lnTo>
                    <a:close/>
                  </a:path>
                </a:pathLst>
              </a:custGeom>
              <a:solidFill>
                <a:srgbClr val="CE8179"/>
              </a:solidFill>
              <a:ln w="9360" cap="flat">
                <a:noFill/>
              </a:ln>
              <a:effectLst/>
            </p:spPr>
          </p:sp>
          <p:sp>
            <p:nvSpPr>
              <p:cNvPr id="44" name="SCHEM_polygon-0042"/>
              <p:cNvSpPr/>
              <p:nvPr/>
            </p:nvSpPr>
            <p:spPr>
              <a:xfrm>
                <a:off x="6019200" y="3393646"/>
                <a:ext cx="144000" cy="124708"/>
              </a:xfrm>
              <a:custGeom>
                <a:avLst/>
                <a:gdLst/>
                <a:ahLst/>
                <a:cxnLst/>
                <a:rect l="0" t="0" r="r" b="b"/>
                <a:pathLst>
                  <a:path w="144000" h="124708">
                    <a:moveTo>
                      <a:pt x="144000" y="62354"/>
                    </a:moveTo>
                    <a:lnTo>
                      <a:pt x="85718" y="70274"/>
                    </a:lnTo>
                    <a:lnTo>
                      <a:pt x="108000" y="124708"/>
                    </a:lnTo>
                    <a:lnTo>
                      <a:pt x="72000" y="78194"/>
                    </a:lnTo>
                    <a:lnTo>
                      <a:pt x="36000" y="124708"/>
                    </a:lnTo>
                    <a:lnTo>
                      <a:pt x="58282" y="70274"/>
                    </a:lnTo>
                    <a:lnTo>
                      <a:pt x="0" y="62354"/>
                    </a:lnTo>
                    <a:lnTo>
                      <a:pt x="58282" y="54434"/>
                    </a:lnTo>
                    <a:lnTo>
                      <a:pt x="36000" y="0"/>
                    </a:lnTo>
                    <a:lnTo>
                      <a:pt x="72000" y="46514"/>
                    </a:lnTo>
                    <a:lnTo>
                      <a:pt x="108000" y="0"/>
                    </a:lnTo>
                    <a:lnTo>
                      <a:pt x="85718" y="54434"/>
                    </a:lnTo>
                    <a:close/>
                  </a:path>
                </a:pathLst>
              </a:custGeom>
              <a:solidFill>
                <a:srgbClr val="CE8179"/>
              </a:solidFill>
              <a:ln w="9360" cap="flat">
                <a:noFill/>
              </a:ln>
              <a:effectLst/>
            </p:spPr>
          </p:sp>
          <p:sp>
            <p:nvSpPr>
              <p:cNvPr id="45" name="SCHEM_ellipse-0043"/>
              <p:cNvSpPr/>
              <p:nvPr/>
            </p:nvSpPr>
            <p:spPr>
              <a:xfrm>
                <a:off x="2995200" y="3067200"/>
                <a:ext cx="57600" cy="57600"/>
              </a:xfrm>
              <a:prstGeom prst="ellipse">
                <a:avLst/>
              </a:prstGeom>
              <a:solidFill>
                <a:srgbClr val="A3A7A1"/>
              </a:solidFill>
              <a:ln w="7200" cap="flat">
                <a:solidFill>
                  <a:srgbClr val="5E625F"/>
                </a:solidFill>
              </a:ln>
              <a:effectLst/>
            </p:spPr>
          </p:sp>
          <p:sp>
            <p:nvSpPr>
              <p:cNvPr id="46" name="SCHEM_ellipse-0044"/>
              <p:cNvSpPr/>
              <p:nvPr/>
            </p:nvSpPr>
            <p:spPr>
              <a:xfrm>
                <a:off x="4176000" y="3096000"/>
                <a:ext cx="57600" cy="57600"/>
              </a:xfrm>
              <a:prstGeom prst="ellipse">
                <a:avLst/>
              </a:prstGeom>
              <a:solidFill>
                <a:srgbClr val="A3A7A1"/>
              </a:solidFill>
              <a:ln w="7200" cap="flat">
                <a:solidFill>
                  <a:srgbClr val="5E625F"/>
                </a:solidFill>
              </a:ln>
              <a:effectLst/>
            </p:spPr>
          </p:sp>
          <p:sp>
            <p:nvSpPr>
              <p:cNvPr id="47" name="SCHEM_ellipse-0045"/>
              <p:cNvSpPr/>
              <p:nvPr/>
            </p:nvSpPr>
            <p:spPr>
              <a:xfrm>
                <a:off x="5508000" y="3031200"/>
                <a:ext cx="57600" cy="57600"/>
              </a:xfrm>
              <a:prstGeom prst="ellipse">
                <a:avLst/>
              </a:prstGeom>
              <a:solidFill>
                <a:srgbClr val="A3A7A1"/>
              </a:solidFill>
              <a:ln w="7200" cap="flat">
                <a:solidFill>
                  <a:srgbClr val="5E625F"/>
                </a:solidFill>
              </a:ln>
              <a:effectLst/>
            </p:spPr>
          </p:sp>
          <p:sp>
            <p:nvSpPr>
              <p:cNvPr id="48" name="SCHEM_ellipse-0046"/>
              <p:cNvSpPr/>
              <p:nvPr/>
            </p:nvSpPr>
            <p:spPr>
              <a:xfrm>
                <a:off x="6379200" y="3585600"/>
                <a:ext cx="57600" cy="57600"/>
              </a:xfrm>
              <a:prstGeom prst="ellipse">
                <a:avLst/>
              </a:prstGeom>
              <a:solidFill>
                <a:srgbClr val="A3A7A1"/>
              </a:solidFill>
              <a:ln w="7200" cap="flat">
                <a:solidFill>
                  <a:srgbClr val="5E625F"/>
                </a:solidFill>
              </a:ln>
              <a:effectLst/>
            </p:spPr>
          </p:sp>
          <p:sp>
            <p:nvSpPr>
              <p:cNvPr id="49" name="SCHEM_ellipse-0047"/>
              <p:cNvSpPr/>
              <p:nvPr/>
            </p:nvSpPr>
            <p:spPr>
              <a:xfrm>
                <a:off x="3110400" y="3772800"/>
                <a:ext cx="57600" cy="57600"/>
              </a:xfrm>
              <a:prstGeom prst="ellipse">
                <a:avLst/>
              </a:prstGeom>
              <a:solidFill>
                <a:srgbClr val="A3A7A1"/>
              </a:solidFill>
              <a:ln w="7200" cap="flat">
                <a:solidFill>
                  <a:srgbClr val="5E625F"/>
                </a:solidFill>
              </a:ln>
              <a:effectLst/>
            </p:spPr>
          </p:sp>
          <p:sp>
            <p:nvSpPr>
              <p:cNvPr id="50" name="SCHEM_ellipse-0048"/>
              <p:cNvSpPr/>
              <p:nvPr/>
            </p:nvSpPr>
            <p:spPr>
              <a:xfrm>
                <a:off x="4140000" y="3765600"/>
                <a:ext cx="57600" cy="57600"/>
              </a:xfrm>
              <a:prstGeom prst="ellipse">
                <a:avLst/>
              </a:prstGeom>
              <a:solidFill>
                <a:srgbClr val="A3A7A1"/>
              </a:solidFill>
              <a:ln w="7200" cap="flat">
                <a:solidFill>
                  <a:srgbClr val="5E625F"/>
                </a:solidFill>
              </a:ln>
              <a:effectLst/>
            </p:spPr>
          </p:sp>
          <p:sp>
            <p:nvSpPr>
              <p:cNvPr id="51" name="SCHEM_ellipse-0049"/>
              <p:cNvSpPr/>
              <p:nvPr/>
            </p:nvSpPr>
            <p:spPr>
              <a:xfrm>
                <a:off x="2491200" y="3765600"/>
                <a:ext cx="57600" cy="57600"/>
              </a:xfrm>
              <a:prstGeom prst="ellipse">
                <a:avLst/>
              </a:prstGeom>
              <a:solidFill>
                <a:srgbClr val="A3A7A1"/>
              </a:solidFill>
              <a:ln w="7200" cap="flat">
                <a:solidFill>
                  <a:srgbClr val="5E625F"/>
                </a:solidFill>
              </a:ln>
              <a:effectLst/>
            </p:spPr>
          </p:sp>
          <p:sp>
            <p:nvSpPr>
              <p:cNvPr id="52" name="SCHEM_ellipse-0050"/>
              <p:cNvSpPr/>
              <p:nvPr/>
            </p:nvSpPr>
            <p:spPr>
              <a:xfrm>
                <a:off x="6163200" y="3909600"/>
                <a:ext cx="57600" cy="57600"/>
              </a:xfrm>
              <a:prstGeom prst="ellipse">
                <a:avLst/>
              </a:prstGeom>
              <a:solidFill>
                <a:srgbClr val="A3A7A1"/>
              </a:solidFill>
              <a:ln w="7200" cap="flat">
                <a:solidFill>
                  <a:srgbClr val="5E625F"/>
                </a:solidFill>
              </a:ln>
              <a:effectLst/>
            </p:spPr>
          </p:sp>
        </p:grpSp>
        <p:sp>
          <p:nvSpPr>
            <p:cNvPr id="53" name="SCHEM_text-0051"/>
            <p:cNvSpPr txBox="1"/>
            <p:nvPr/>
          </p:nvSpPr>
          <p:spPr>
            <a:xfrm>
              <a:off x="4327200" y="1778400"/>
              <a:ext cx="1224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ITO</a:t>
              </a:r>
              <a:endParaRPr lang="en-US" sz="1531"/>
            </a:p>
          </p:txBody>
        </p:sp>
        <p:sp>
          <p:nvSpPr>
            <p:cNvPr id="54" name="SCHEM_text-0052"/>
            <p:cNvSpPr txBox="1"/>
            <p:nvPr/>
          </p:nvSpPr>
          <p:spPr>
            <a:xfrm>
              <a:off x="4291200" y="2095200"/>
              <a:ext cx="1296000" cy="2887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SnOₓ</a:t>
              </a:r>
              <a:endParaRPr lang="en-US" sz="1474"/>
            </a:p>
          </p:txBody>
        </p:sp>
        <p:sp>
          <p:nvSpPr>
            <p:cNvPr id="55" name="SCHEM_text-0053"/>
            <p:cNvSpPr txBox="1"/>
            <p:nvPr/>
          </p:nvSpPr>
          <p:spPr>
            <a:xfrm>
              <a:off x="4305600" y="2433600"/>
              <a:ext cx="1224000" cy="2887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C₆₀</a:t>
              </a:r>
              <a:endParaRPr lang="en-US" sz="1474"/>
            </a:p>
          </p:txBody>
        </p:sp>
        <p:sp>
          <p:nvSpPr>
            <p:cNvPr id="56" name="SCHEM_text-0054"/>
            <p:cNvSpPr txBox="1"/>
            <p:nvPr/>
          </p:nvSpPr>
          <p:spPr>
            <a:xfrm>
              <a:off x="3816000" y="3355200"/>
              <a:ext cx="2880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Perovskite absorber</a:t>
              </a:r>
              <a:endParaRPr lang="en-US" sz="1531"/>
            </a:p>
          </p:txBody>
        </p:sp>
        <p:sp>
          <p:nvSpPr>
            <p:cNvPr id="57" name="SCHEM_text-0055"/>
            <p:cNvSpPr txBox="1"/>
            <p:nvPr/>
          </p:nvSpPr>
          <p:spPr>
            <a:xfrm>
              <a:off x="3470400" y="4140000"/>
              <a:ext cx="3204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Recombination / hole contact</a:t>
              </a:r>
              <a:endParaRPr lang="en-US" sz="1361"/>
            </a:p>
          </p:txBody>
        </p:sp>
        <p:sp>
          <p:nvSpPr>
            <p:cNvPr id="58" name="SCHEM_text-0056"/>
            <p:cNvSpPr txBox="1"/>
            <p:nvPr/>
          </p:nvSpPr>
          <p:spPr>
            <a:xfrm>
              <a:off x="3211200" y="4831200"/>
              <a:ext cx="3528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Silicon heterojunction bottom cell</a:t>
              </a:r>
              <a:endParaRPr lang="en-US" sz="1531"/>
            </a:p>
          </p:txBody>
        </p:sp>
        <p:sp>
          <p:nvSpPr>
            <p:cNvPr id="59" name="SCHEM_text-0057"/>
            <p:cNvSpPr txBox="1"/>
            <p:nvPr/>
          </p:nvSpPr>
          <p:spPr>
            <a:xfrm>
              <a:off x="3924000" y="5558400"/>
              <a:ext cx="2160000" cy="2887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Rear contact</a:t>
              </a:r>
              <a:endParaRPr lang="en-US" sz="1474"/>
            </a:p>
          </p:txBody>
        </p:sp>
        <p:sp>
          <p:nvSpPr>
            <p:cNvPr id="60" name="SCHEM_path-0058"/>
            <p:cNvSpPr/>
            <p:nvPr/>
          </p:nvSpPr>
          <p:spPr>
            <a:xfrm>
              <a:off x="1238400" y="1173600"/>
              <a:ext cx="187200" cy="1389600"/>
            </a:xfrm>
            <a:custGeom>
              <a:avLst/>
              <a:gdLst/>
              <a:ahLst/>
              <a:cxnLst/>
              <a:rect l="0" t="0" r="r" b="b"/>
              <a:pathLst>
                <a:path w="187200" h="1389600">
                  <a:moveTo>
                    <a:pt x="187200" y="0"/>
                  </a:moveTo>
                  <a:cubicBezTo>
                    <a:pt x="86400" y="0"/>
                    <a:pt x="86400" y="7200"/>
                    <a:pt x="86400" y="93600"/>
                  </a:cubicBezTo>
                  <a:lnTo>
                    <a:pt x="86400" y="604800"/>
                  </a:lnTo>
                  <a:cubicBezTo>
                    <a:pt x="86400" y="684000"/>
                    <a:pt x="57600" y="698400"/>
                    <a:pt x="0" y="698400"/>
                  </a:cubicBezTo>
                  <a:cubicBezTo>
                    <a:pt x="57600" y="698400"/>
                    <a:pt x="86400" y="712800"/>
                    <a:pt x="86400" y="792000"/>
                  </a:cubicBezTo>
                  <a:lnTo>
                    <a:pt x="86400" y="1310400"/>
                  </a:lnTo>
                  <a:cubicBezTo>
                    <a:pt x="86400" y="1389600"/>
                    <a:pt x="86400" y="1389600"/>
                    <a:pt x="187200" y="1389600"/>
                  </a:cubicBezTo>
                </a:path>
              </a:pathLst>
            </a:custGeom>
            <a:noFill/>
            <a:ln w="12240" cap="flat">
              <a:solidFill>
                <a:srgbClr val="292929"/>
              </a:solidFill>
            </a:ln>
            <a:effectLst/>
          </p:spPr>
        </p:sp>
        <p:sp>
          <p:nvSpPr>
            <p:cNvPr id="61" name="SCHEM_text-0059"/>
            <p:cNvSpPr txBox="1"/>
            <p:nvPr/>
          </p:nvSpPr>
          <p:spPr>
            <a:xfrm>
              <a:off x="252000" y="1627200"/>
              <a:ext cx="1044000" cy="765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Large-area</a:t>
              </a:r>
              <a:endParaRPr lang="en-US" sz="1417"/>
            </a:p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processing</a:t>
              </a:r>
              <a:endParaRPr lang="en-US" sz="1417"/>
            </a:p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route</a:t>
              </a:r>
              <a:endParaRPr lang="en-US" sz="1417"/>
            </a:p>
          </p:txBody>
        </p:sp>
        <p:sp>
          <p:nvSpPr>
            <p:cNvPr id="62" name="SCHEM_text-0060"/>
            <p:cNvSpPr txBox="1"/>
            <p:nvPr/>
          </p:nvSpPr>
          <p:spPr>
            <a:xfrm>
              <a:off x="223200" y="2757600"/>
              <a:ext cx="1872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PCl: post-treatment</a:t>
              </a:r>
              <a:endParaRPr lang="en-US" sz="1417"/>
            </a:p>
          </p:txBody>
        </p:sp>
        <p:cxnSp>
          <p:nvCxnSpPr>
            <p:cNvPr id="63" name="SCHEM_line-0061"/>
            <p:cNvCxnSpPr/>
            <p:nvPr/>
          </p:nvCxnSpPr>
          <p:spPr>
            <a:xfrm flipV="1">
              <a:off x="1735200" y="2800800"/>
              <a:ext cx="633600" cy="360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64" name="SCHEM_ellipse-0062"/>
            <p:cNvSpPr/>
            <p:nvPr/>
          </p:nvSpPr>
          <p:spPr>
            <a:xfrm>
              <a:off x="2347200" y="27792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65" name="SCHEM_text-0063"/>
            <p:cNvSpPr txBox="1"/>
            <p:nvPr/>
          </p:nvSpPr>
          <p:spPr>
            <a:xfrm>
              <a:off x="165600" y="3391200"/>
              <a:ext cx="2016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pFBPA: ink additive</a:t>
              </a:r>
              <a:endParaRPr lang="en-US" sz="1417"/>
            </a:p>
          </p:txBody>
        </p:sp>
        <p:cxnSp>
          <p:nvCxnSpPr>
            <p:cNvPr id="66" name="SCHEM_line-0064"/>
            <p:cNvCxnSpPr/>
            <p:nvPr/>
          </p:nvCxnSpPr>
          <p:spPr>
            <a:xfrm>
              <a:off x="1735200" y="3470400"/>
              <a:ext cx="640800" cy="1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67" name="SCHEM_ellipse-0065"/>
            <p:cNvSpPr/>
            <p:nvPr/>
          </p:nvSpPr>
          <p:spPr>
            <a:xfrm>
              <a:off x="2354400" y="34488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68" name="SCHEM_rect-0066"/>
            <p:cNvSpPr/>
            <p:nvPr/>
          </p:nvSpPr>
          <p:spPr>
            <a:xfrm>
              <a:off x="5983200" y="2606400"/>
              <a:ext cx="561600" cy="424800"/>
            </a:xfrm>
            <a:prstGeom prst="rect">
              <a:avLst/>
            </a:prstGeom>
            <a:noFill/>
            <a:ln w="10080" cap="flat">
              <a:solidFill>
                <a:srgbClr val="292929"/>
              </a:solidFill>
              <a:prstDash val="dash"/>
            </a:ln>
            <a:effectLst/>
          </p:spPr>
        </p:sp>
        <p:cxnSp>
          <p:nvCxnSpPr>
            <p:cNvPr id="69" name="SCHEM_line-0067"/>
            <p:cNvCxnSpPr/>
            <p:nvPr/>
          </p:nvCxnSpPr>
          <p:spPr>
            <a:xfrm flipV="1">
              <a:off x="6544800" y="1548000"/>
              <a:ext cx="957600" cy="1058400"/>
            </a:xfrm>
            <a:prstGeom prst="line">
              <a:avLst/>
            </a:prstGeom>
            <a:noFill/>
            <a:ln w="10800" cap="flat">
              <a:solidFill>
                <a:srgbClr val="292929"/>
              </a:solidFill>
              <a:prstDash val="dash"/>
            </a:ln>
            <a:effectLst/>
          </p:spPr>
        </p:cxnSp>
        <p:cxnSp>
          <p:nvCxnSpPr>
            <p:cNvPr id="70" name="SCHEM_line-0068"/>
            <p:cNvCxnSpPr/>
            <p:nvPr/>
          </p:nvCxnSpPr>
          <p:spPr>
            <a:xfrm>
              <a:off x="6544800" y="3031200"/>
              <a:ext cx="957600" cy="1800000"/>
            </a:xfrm>
            <a:prstGeom prst="line">
              <a:avLst/>
            </a:prstGeom>
            <a:noFill/>
            <a:ln w="10800" cap="flat">
              <a:solidFill>
                <a:srgbClr val="292929"/>
              </a:solidFill>
              <a:prstDash val="dash"/>
            </a:ln>
            <a:effectLst/>
          </p:spPr>
        </p:cxnSp>
        <p:sp>
          <p:nvSpPr>
            <p:cNvPr id="71" name="SCHEM_text-0069"/>
            <p:cNvSpPr txBox="1"/>
            <p:nvPr/>
          </p:nvSpPr>
          <p:spPr>
            <a:xfrm>
              <a:off x="8049600" y="1216800"/>
              <a:ext cx="3333600" cy="3178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64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Conceptual contact region</a:t>
              </a:r>
              <a:endParaRPr lang="en-US" sz="1644"/>
            </a:p>
          </p:txBody>
        </p:sp>
        <p:grpSp>
          <p:nvGrpSpPr>
            <p:cNvPr id="72" name="SCHEM_contact-interface"/>
            <p:cNvGrpSpPr/>
            <p:nvPr/>
          </p:nvGrpSpPr>
          <p:grpSpPr>
            <a:xfrm>
              <a:off x="7502400" y="1548000"/>
              <a:ext cx="3859200" cy="3283200"/>
              <a:chOff x="7502400" y="1548000"/>
              <a:chExt cx="3859200" cy="3283200"/>
            </a:xfrm>
          </p:grpSpPr>
          <p:sp>
            <p:nvSpPr>
              <p:cNvPr id="73" name="SCHEM_polygon-0071"/>
              <p:cNvSpPr/>
              <p:nvPr/>
            </p:nvSpPr>
            <p:spPr>
              <a:xfrm>
                <a:off x="7502400" y="1548000"/>
                <a:ext cx="3859200" cy="1483200"/>
              </a:xfrm>
              <a:custGeom>
                <a:avLst/>
                <a:gdLst/>
                <a:ahLst/>
                <a:cxnLst/>
                <a:rect l="0" t="0" r="r" b="b"/>
                <a:pathLst>
                  <a:path w="3859200" h="1483200">
                    <a:moveTo>
                      <a:pt x="0" y="0"/>
                    </a:moveTo>
                    <a:lnTo>
                      <a:pt x="3859200" y="0"/>
                    </a:lnTo>
                    <a:lnTo>
                      <a:pt x="3859200" y="1353600"/>
                    </a:lnTo>
                    <a:lnTo>
                      <a:pt x="3691409" y="1353600"/>
                    </a:lnTo>
                    <a:lnTo>
                      <a:pt x="3523617" y="1483200"/>
                    </a:lnTo>
                    <a:lnTo>
                      <a:pt x="3355826" y="1353600"/>
                    </a:lnTo>
                    <a:lnTo>
                      <a:pt x="3188035" y="1483200"/>
                    </a:lnTo>
                    <a:lnTo>
                      <a:pt x="3020243" y="1353600"/>
                    </a:lnTo>
                    <a:lnTo>
                      <a:pt x="2852452" y="1483200"/>
                    </a:lnTo>
                    <a:lnTo>
                      <a:pt x="2684661" y="1353600"/>
                    </a:lnTo>
                    <a:lnTo>
                      <a:pt x="2516870" y="1483200"/>
                    </a:lnTo>
                    <a:lnTo>
                      <a:pt x="2349078" y="1353600"/>
                    </a:lnTo>
                    <a:lnTo>
                      <a:pt x="2181287" y="1483200"/>
                    </a:lnTo>
                    <a:lnTo>
                      <a:pt x="2013496" y="1353600"/>
                    </a:lnTo>
                    <a:lnTo>
                      <a:pt x="1845704" y="1483200"/>
                    </a:lnTo>
                    <a:lnTo>
                      <a:pt x="1677913" y="1353600"/>
                    </a:lnTo>
                    <a:lnTo>
                      <a:pt x="1510122" y="1483200"/>
                    </a:lnTo>
                    <a:lnTo>
                      <a:pt x="1342330" y="1353600"/>
                    </a:lnTo>
                    <a:lnTo>
                      <a:pt x="1174539" y="1483200"/>
                    </a:lnTo>
                    <a:lnTo>
                      <a:pt x="1006748" y="1353600"/>
                    </a:lnTo>
                    <a:lnTo>
                      <a:pt x="838957" y="1483200"/>
                    </a:lnTo>
                    <a:lnTo>
                      <a:pt x="671165" y="1353600"/>
                    </a:lnTo>
                    <a:lnTo>
                      <a:pt x="503374" y="1483200"/>
                    </a:lnTo>
                    <a:lnTo>
                      <a:pt x="335583" y="1353600"/>
                    </a:lnTo>
                    <a:lnTo>
                      <a:pt x="167791" y="1483200"/>
                    </a:lnTo>
                    <a:lnTo>
                      <a:pt x="0" y="1353600"/>
                    </a:lnTo>
                    <a:close/>
                  </a:path>
                </a:pathLst>
              </a:custGeom>
              <a:solidFill>
                <a:srgbClr val="D2E0BE"/>
              </a:solidFill>
              <a:ln w="9360" cap="flat">
                <a:noFill/>
              </a:ln>
              <a:effectLst/>
            </p:spPr>
          </p:sp>
          <p:sp>
            <p:nvSpPr>
              <p:cNvPr id="74" name="SCHEM_polygon-0072"/>
              <p:cNvSpPr/>
              <p:nvPr/>
            </p:nvSpPr>
            <p:spPr>
              <a:xfrm>
                <a:off x="7502400" y="2901600"/>
                <a:ext cx="3859200" cy="1929600"/>
              </a:xfrm>
              <a:custGeom>
                <a:avLst/>
                <a:gdLst/>
                <a:ahLst/>
                <a:cxnLst/>
                <a:rect l="0" t="0" r="r" b="b"/>
                <a:pathLst>
                  <a:path w="3859200" h="1929600">
                    <a:moveTo>
                      <a:pt x="0" y="0"/>
                    </a:moveTo>
                    <a:lnTo>
                      <a:pt x="167791" y="129600"/>
                    </a:lnTo>
                    <a:lnTo>
                      <a:pt x="335583" y="0"/>
                    </a:lnTo>
                    <a:lnTo>
                      <a:pt x="503374" y="129600"/>
                    </a:lnTo>
                    <a:lnTo>
                      <a:pt x="671165" y="0"/>
                    </a:lnTo>
                    <a:lnTo>
                      <a:pt x="838957" y="129600"/>
                    </a:lnTo>
                    <a:lnTo>
                      <a:pt x="1006748" y="0"/>
                    </a:lnTo>
                    <a:lnTo>
                      <a:pt x="1174539" y="129600"/>
                    </a:lnTo>
                    <a:lnTo>
                      <a:pt x="1342330" y="0"/>
                    </a:lnTo>
                    <a:lnTo>
                      <a:pt x="1510122" y="129600"/>
                    </a:lnTo>
                    <a:lnTo>
                      <a:pt x="1677913" y="0"/>
                    </a:lnTo>
                    <a:lnTo>
                      <a:pt x="1845704" y="129600"/>
                    </a:lnTo>
                    <a:lnTo>
                      <a:pt x="2013496" y="0"/>
                    </a:lnTo>
                    <a:lnTo>
                      <a:pt x="2181287" y="129600"/>
                    </a:lnTo>
                    <a:lnTo>
                      <a:pt x="2349078" y="0"/>
                    </a:lnTo>
                    <a:lnTo>
                      <a:pt x="2516870" y="129600"/>
                    </a:lnTo>
                    <a:lnTo>
                      <a:pt x="2684661" y="0"/>
                    </a:lnTo>
                    <a:lnTo>
                      <a:pt x="2852452" y="129600"/>
                    </a:lnTo>
                    <a:lnTo>
                      <a:pt x="3020243" y="0"/>
                    </a:lnTo>
                    <a:lnTo>
                      <a:pt x="3188035" y="129600"/>
                    </a:lnTo>
                    <a:lnTo>
                      <a:pt x="3355826" y="0"/>
                    </a:lnTo>
                    <a:lnTo>
                      <a:pt x="3523617" y="129600"/>
                    </a:lnTo>
                    <a:lnTo>
                      <a:pt x="3691409" y="0"/>
                    </a:lnTo>
                    <a:lnTo>
                      <a:pt x="3859200" y="0"/>
                    </a:lnTo>
                    <a:lnTo>
                      <a:pt x="3859200" y="1929600"/>
                    </a:lnTo>
                    <a:lnTo>
                      <a:pt x="0" y="1929600"/>
                    </a:lnTo>
                    <a:close/>
                  </a:path>
                </a:pathLst>
              </a:custGeom>
              <a:solidFill>
                <a:srgbClr val="E9B8AC"/>
              </a:solidFill>
              <a:ln w="9360" cap="flat">
                <a:noFill/>
              </a:ln>
              <a:effectLst/>
            </p:spPr>
          </p:sp>
          <p:sp>
            <p:nvSpPr>
              <p:cNvPr id="75" name="SCHEM_path-0073"/>
              <p:cNvSpPr/>
              <p:nvPr/>
            </p:nvSpPr>
            <p:spPr>
              <a:xfrm>
                <a:off x="7502400" y="2901600"/>
                <a:ext cx="3859200" cy="129600"/>
              </a:xfrm>
              <a:custGeom>
                <a:avLst/>
                <a:gdLst/>
                <a:ahLst/>
                <a:cxnLst/>
                <a:rect l="0" t="0" r="r" b="b"/>
                <a:pathLst>
                  <a:path w="3859200" h="129600">
                    <a:moveTo>
                      <a:pt x="0" y="0"/>
                    </a:moveTo>
                    <a:lnTo>
                      <a:pt x="167791" y="129600"/>
                    </a:lnTo>
                    <a:lnTo>
                      <a:pt x="335583" y="0"/>
                    </a:lnTo>
                    <a:lnTo>
                      <a:pt x="503374" y="129600"/>
                    </a:lnTo>
                    <a:lnTo>
                      <a:pt x="671165" y="0"/>
                    </a:lnTo>
                    <a:lnTo>
                      <a:pt x="838957" y="129600"/>
                    </a:lnTo>
                    <a:lnTo>
                      <a:pt x="1006748" y="0"/>
                    </a:lnTo>
                    <a:lnTo>
                      <a:pt x="1174539" y="129600"/>
                    </a:lnTo>
                    <a:lnTo>
                      <a:pt x="1342330" y="0"/>
                    </a:lnTo>
                    <a:lnTo>
                      <a:pt x="1510122" y="129600"/>
                    </a:lnTo>
                    <a:lnTo>
                      <a:pt x="1677913" y="0"/>
                    </a:lnTo>
                    <a:lnTo>
                      <a:pt x="1845704" y="129600"/>
                    </a:lnTo>
                    <a:lnTo>
                      <a:pt x="2013496" y="0"/>
                    </a:lnTo>
                    <a:lnTo>
                      <a:pt x="2181287" y="129600"/>
                    </a:lnTo>
                    <a:lnTo>
                      <a:pt x="2349078" y="0"/>
                    </a:lnTo>
                    <a:lnTo>
                      <a:pt x="2516870" y="129600"/>
                    </a:lnTo>
                    <a:lnTo>
                      <a:pt x="2684661" y="0"/>
                    </a:lnTo>
                    <a:lnTo>
                      <a:pt x="2852452" y="129600"/>
                    </a:lnTo>
                    <a:lnTo>
                      <a:pt x="3020243" y="0"/>
                    </a:lnTo>
                    <a:lnTo>
                      <a:pt x="3188035" y="129600"/>
                    </a:lnTo>
                    <a:lnTo>
                      <a:pt x="3355826" y="0"/>
                    </a:lnTo>
                    <a:lnTo>
                      <a:pt x="3523617" y="129600"/>
                    </a:lnTo>
                    <a:lnTo>
                      <a:pt x="3691409" y="0"/>
                    </a:lnTo>
                    <a:lnTo>
                      <a:pt x="3859200" y="0"/>
                    </a:lnTo>
                  </a:path>
                </a:pathLst>
              </a:custGeom>
              <a:noFill/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76" name="SCHEM_rect-0074"/>
              <p:cNvSpPr/>
              <p:nvPr/>
            </p:nvSpPr>
            <p:spPr>
              <a:xfrm>
                <a:off x="7502400" y="1548000"/>
                <a:ext cx="3859200" cy="3283200"/>
              </a:xfrm>
              <a:prstGeom prst="rect">
                <a:avLst/>
              </a:prstGeom>
              <a:noFill/>
              <a:ln w="10080" cap="flat">
                <a:solidFill>
                  <a:srgbClr val="292929"/>
                </a:solidFill>
                <a:prstDash val="dash"/>
              </a:ln>
              <a:effectLst/>
            </p:spPr>
          </p:sp>
          <p:cxnSp>
            <p:nvCxnSpPr>
              <p:cNvPr id="77" name="SCHEM_line-0075"/>
              <p:cNvCxnSpPr/>
              <p:nvPr/>
            </p:nvCxnSpPr>
            <p:spPr>
              <a:xfrm flipV="1">
                <a:off x="7869600" y="2822400"/>
                <a:ext cx="1" cy="158400"/>
              </a:xfrm>
              <a:prstGeom prst="line">
                <a:avLst/>
              </a:prstGeom>
              <a:noFill/>
              <a:ln w="14400" cap="flat">
                <a:solidFill>
                  <a:srgbClr val="4E6540"/>
                </a:solidFill>
              </a:ln>
              <a:effectLst/>
            </p:spPr>
          </p:cxnSp>
          <p:sp>
            <p:nvSpPr>
              <p:cNvPr id="78" name="SCHEM_ellipse-0076"/>
              <p:cNvSpPr/>
              <p:nvPr/>
            </p:nvSpPr>
            <p:spPr>
              <a:xfrm>
                <a:off x="7819200" y="2757600"/>
                <a:ext cx="100800" cy="100800"/>
              </a:xfrm>
              <a:prstGeom prst="ellipse">
                <a:avLst/>
              </a:prstGeom>
              <a:solidFill>
                <a:srgbClr val="B8CA9C"/>
              </a:solidFill>
              <a:ln w="9360" cap="flat">
                <a:solidFill>
                  <a:srgbClr val="4E6540"/>
                </a:solidFill>
              </a:ln>
              <a:effectLst/>
            </p:spPr>
          </p:sp>
          <p:cxnSp>
            <p:nvCxnSpPr>
              <p:cNvPr id="79" name="SCHEM_line-0077"/>
              <p:cNvCxnSpPr/>
              <p:nvPr/>
            </p:nvCxnSpPr>
            <p:spPr>
              <a:xfrm flipV="1">
                <a:off x="8740800" y="2822400"/>
                <a:ext cx="1" cy="158400"/>
              </a:xfrm>
              <a:prstGeom prst="line">
                <a:avLst/>
              </a:prstGeom>
              <a:noFill/>
              <a:ln w="14400" cap="flat">
                <a:solidFill>
                  <a:srgbClr val="4E6540"/>
                </a:solidFill>
              </a:ln>
              <a:effectLst/>
            </p:spPr>
          </p:cxnSp>
          <p:sp>
            <p:nvSpPr>
              <p:cNvPr id="80" name="SCHEM_ellipse-0078"/>
              <p:cNvSpPr/>
              <p:nvPr/>
            </p:nvSpPr>
            <p:spPr>
              <a:xfrm>
                <a:off x="8690400" y="2757600"/>
                <a:ext cx="100800" cy="100800"/>
              </a:xfrm>
              <a:prstGeom prst="ellipse">
                <a:avLst/>
              </a:prstGeom>
              <a:solidFill>
                <a:srgbClr val="B8CA9C"/>
              </a:solidFill>
              <a:ln w="9360" cap="flat">
                <a:solidFill>
                  <a:srgbClr val="4E6540"/>
                </a:solidFill>
              </a:ln>
              <a:effectLst/>
            </p:spPr>
          </p:sp>
          <p:cxnSp>
            <p:nvCxnSpPr>
              <p:cNvPr id="81" name="SCHEM_line-0079"/>
              <p:cNvCxnSpPr/>
              <p:nvPr/>
            </p:nvCxnSpPr>
            <p:spPr>
              <a:xfrm flipV="1">
                <a:off x="9684000" y="2822400"/>
                <a:ext cx="1" cy="158400"/>
              </a:xfrm>
              <a:prstGeom prst="line">
                <a:avLst/>
              </a:prstGeom>
              <a:noFill/>
              <a:ln w="14400" cap="flat">
                <a:solidFill>
                  <a:srgbClr val="4E6540"/>
                </a:solidFill>
              </a:ln>
              <a:effectLst/>
            </p:spPr>
          </p:cxnSp>
          <p:sp>
            <p:nvSpPr>
              <p:cNvPr id="82" name="SCHEM_ellipse-0080"/>
              <p:cNvSpPr/>
              <p:nvPr/>
            </p:nvSpPr>
            <p:spPr>
              <a:xfrm>
                <a:off x="9633600" y="2757600"/>
                <a:ext cx="100800" cy="100800"/>
              </a:xfrm>
              <a:prstGeom prst="ellipse">
                <a:avLst/>
              </a:prstGeom>
              <a:solidFill>
                <a:srgbClr val="B8CA9C"/>
              </a:solidFill>
              <a:ln w="9360" cap="flat">
                <a:solidFill>
                  <a:srgbClr val="4E6540"/>
                </a:solidFill>
              </a:ln>
              <a:effectLst/>
            </p:spPr>
          </p:sp>
          <p:cxnSp>
            <p:nvCxnSpPr>
              <p:cNvPr id="83" name="SCHEM_line-0081"/>
              <p:cNvCxnSpPr/>
              <p:nvPr/>
            </p:nvCxnSpPr>
            <p:spPr>
              <a:xfrm flipV="1">
                <a:off x="9892800" y="2822400"/>
                <a:ext cx="1" cy="158400"/>
              </a:xfrm>
              <a:prstGeom prst="line">
                <a:avLst/>
              </a:prstGeom>
              <a:noFill/>
              <a:ln w="14400" cap="flat">
                <a:solidFill>
                  <a:srgbClr val="4E6540"/>
                </a:solidFill>
              </a:ln>
              <a:effectLst/>
            </p:spPr>
          </p:cxnSp>
          <p:sp>
            <p:nvSpPr>
              <p:cNvPr id="84" name="SCHEM_ellipse-0082"/>
              <p:cNvSpPr/>
              <p:nvPr/>
            </p:nvSpPr>
            <p:spPr>
              <a:xfrm>
                <a:off x="9842400" y="2757600"/>
                <a:ext cx="100800" cy="100800"/>
              </a:xfrm>
              <a:prstGeom prst="ellipse">
                <a:avLst/>
              </a:prstGeom>
              <a:solidFill>
                <a:srgbClr val="B8CA9C"/>
              </a:solidFill>
              <a:ln w="9360" cap="flat">
                <a:solidFill>
                  <a:srgbClr val="4E6540"/>
                </a:solidFill>
              </a:ln>
              <a:effectLst/>
            </p:spPr>
          </p:sp>
          <p:cxnSp>
            <p:nvCxnSpPr>
              <p:cNvPr id="85" name="SCHEM_line-0083"/>
              <p:cNvCxnSpPr/>
              <p:nvPr/>
            </p:nvCxnSpPr>
            <p:spPr>
              <a:xfrm flipV="1">
                <a:off x="10634400" y="2822400"/>
                <a:ext cx="1" cy="158400"/>
              </a:xfrm>
              <a:prstGeom prst="line">
                <a:avLst/>
              </a:prstGeom>
              <a:noFill/>
              <a:ln w="14400" cap="flat">
                <a:solidFill>
                  <a:srgbClr val="4E6540"/>
                </a:solidFill>
              </a:ln>
              <a:effectLst/>
            </p:spPr>
          </p:cxnSp>
          <p:sp>
            <p:nvSpPr>
              <p:cNvPr id="86" name="SCHEM_ellipse-0084"/>
              <p:cNvSpPr/>
              <p:nvPr/>
            </p:nvSpPr>
            <p:spPr>
              <a:xfrm>
                <a:off x="10584000" y="2757600"/>
                <a:ext cx="100800" cy="100800"/>
              </a:xfrm>
              <a:prstGeom prst="ellipse">
                <a:avLst/>
              </a:prstGeom>
              <a:solidFill>
                <a:srgbClr val="B8CA9C"/>
              </a:solidFill>
              <a:ln w="9360" cap="flat">
                <a:solidFill>
                  <a:srgbClr val="4E6540"/>
                </a:solidFill>
              </a:ln>
              <a:effectLst/>
            </p:spPr>
          </p:sp>
          <p:cxnSp>
            <p:nvCxnSpPr>
              <p:cNvPr id="87" name="SCHEM_line-0085"/>
              <p:cNvCxnSpPr/>
              <p:nvPr/>
            </p:nvCxnSpPr>
            <p:spPr>
              <a:xfrm flipV="1">
                <a:off x="8172000" y="2887200"/>
                <a:ext cx="1" cy="108000"/>
              </a:xfrm>
              <a:prstGeom prst="line">
                <a:avLst/>
              </a:prstGeom>
              <a:noFill/>
              <a:ln w="1152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88" name="SCHEM_line-0086"/>
              <p:cNvCxnSpPr/>
              <p:nvPr/>
            </p:nvCxnSpPr>
            <p:spPr>
              <a:xfrm flipV="1">
                <a:off x="9144000" y="2887200"/>
                <a:ext cx="1" cy="108000"/>
              </a:xfrm>
              <a:prstGeom prst="line">
                <a:avLst/>
              </a:prstGeom>
              <a:noFill/>
              <a:ln w="1152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89" name="SCHEM_line-0087"/>
              <p:cNvCxnSpPr/>
              <p:nvPr/>
            </p:nvCxnSpPr>
            <p:spPr>
              <a:xfrm flipV="1">
                <a:off x="11088000" y="2887200"/>
                <a:ext cx="1" cy="108000"/>
              </a:xfrm>
              <a:prstGeom prst="line">
                <a:avLst/>
              </a:prstGeom>
              <a:noFill/>
              <a:ln w="11520" cap="flat">
                <a:solidFill>
                  <a:srgbClr val="292929"/>
                </a:solidFill>
              </a:ln>
              <a:effectLst/>
            </p:spPr>
          </p:cxnSp>
          <p:sp>
            <p:nvSpPr>
              <p:cNvPr id="90" name="SCHEM_path-0088"/>
              <p:cNvSpPr/>
              <p:nvPr/>
            </p:nvSpPr>
            <p:spPr>
              <a:xfrm>
                <a:off x="7819200" y="3002400"/>
                <a:ext cx="136800" cy="410400"/>
              </a:xfrm>
              <a:custGeom>
                <a:avLst/>
                <a:gdLst/>
                <a:ahLst/>
                <a:cxnLst/>
                <a:rect l="0" t="0" r="r" b="b"/>
                <a:pathLst>
                  <a:path w="136800" h="410400">
                    <a:moveTo>
                      <a:pt x="50400" y="0"/>
                    </a:moveTo>
                    <a:cubicBezTo>
                      <a:pt x="136800" y="86400"/>
                      <a:pt x="0" y="151200"/>
                      <a:pt x="50400" y="230400"/>
                    </a:cubicBezTo>
                    <a:cubicBezTo>
                      <a:pt x="129600" y="288000"/>
                      <a:pt x="7200" y="338400"/>
                      <a:pt x="50400" y="410400"/>
                    </a:cubicBezTo>
                  </a:path>
                </a:pathLst>
              </a:custGeom>
              <a:noFill/>
              <a:ln w="14400" cap="flat">
                <a:solidFill>
                  <a:srgbClr val="4485A9"/>
                </a:solidFill>
              </a:ln>
              <a:effectLst/>
            </p:spPr>
          </p:sp>
          <p:sp>
            <p:nvSpPr>
              <p:cNvPr id="91" name="SCHEM_ellipse-0089"/>
              <p:cNvSpPr/>
              <p:nvPr/>
            </p:nvSpPr>
            <p:spPr>
              <a:xfrm>
                <a:off x="7819200" y="3405600"/>
                <a:ext cx="100800" cy="100800"/>
              </a:xfrm>
              <a:prstGeom prst="ellipse">
                <a:avLst/>
              </a:prstGeom>
              <a:solidFill>
                <a:srgbClr val="D7968B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2" name="SCHEM_path-0090"/>
              <p:cNvSpPr/>
              <p:nvPr/>
            </p:nvSpPr>
            <p:spPr>
              <a:xfrm>
                <a:off x="8452800" y="3002400"/>
                <a:ext cx="136800" cy="410400"/>
              </a:xfrm>
              <a:custGeom>
                <a:avLst/>
                <a:gdLst/>
                <a:ahLst/>
                <a:cxnLst/>
                <a:rect l="0" t="0" r="r" b="b"/>
                <a:pathLst>
                  <a:path w="136800" h="410400">
                    <a:moveTo>
                      <a:pt x="50400" y="0"/>
                    </a:moveTo>
                    <a:cubicBezTo>
                      <a:pt x="136800" y="86400"/>
                      <a:pt x="0" y="151200"/>
                      <a:pt x="50400" y="230400"/>
                    </a:cubicBezTo>
                    <a:cubicBezTo>
                      <a:pt x="129600" y="288000"/>
                      <a:pt x="7200" y="338400"/>
                      <a:pt x="50400" y="410400"/>
                    </a:cubicBezTo>
                  </a:path>
                </a:pathLst>
              </a:custGeom>
              <a:noFill/>
              <a:ln w="14400" cap="flat">
                <a:solidFill>
                  <a:srgbClr val="4485A9"/>
                </a:solidFill>
              </a:ln>
              <a:effectLst/>
            </p:spPr>
          </p:sp>
          <p:sp>
            <p:nvSpPr>
              <p:cNvPr id="93" name="SCHEM_ellipse-0091"/>
              <p:cNvSpPr/>
              <p:nvPr/>
            </p:nvSpPr>
            <p:spPr>
              <a:xfrm>
                <a:off x="8452800" y="3405600"/>
                <a:ext cx="100800" cy="100800"/>
              </a:xfrm>
              <a:prstGeom prst="ellipse">
                <a:avLst/>
              </a:prstGeom>
              <a:solidFill>
                <a:srgbClr val="D7968B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4" name="SCHEM_path-0092"/>
              <p:cNvSpPr/>
              <p:nvPr/>
            </p:nvSpPr>
            <p:spPr>
              <a:xfrm>
                <a:off x="9345600" y="3002400"/>
                <a:ext cx="136800" cy="410400"/>
              </a:xfrm>
              <a:custGeom>
                <a:avLst/>
                <a:gdLst/>
                <a:ahLst/>
                <a:cxnLst/>
                <a:rect l="0" t="0" r="r" b="b"/>
                <a:pathLst>
                  <a:path w="136800" h="410400">
                    <a:moveTo>
                      <a:pt x="50400" y="0"/>
                    </a:moveTo>
                    <a:cubicBezTo>
                      <a:pt x="136800" y="86400"/>
                      <a:pt x="0" y="151200"/>
                      <a:pt x="50400" y="230400"/>
                    </a:cubicBezTo>
                    <a:cubicBezTo>
                      <a:pt x="129600" y="288000"/>
                      <a:pt x="7200" y="338400"/>
                      <a:pt x="50400" y="410400"/>
                    </a:cubicBezTo>
                  </a:path>
                </a:pathLst>
              </a:custGeom>
              <a:noFill/>
              <a:ln w="14400" cap="flat">
                <a:solidFill>
                  <a:srgbClr val="4485A9"/>
                </a:solidFill>
              </a:ln>
              <a:effectLst/>
            </p:spPr>
          </p:sp>
          <p:sp>
            <p:nvSpPr>
              <p:cNvPr id="95" name="SCHEM_ellipse-0093"/>
              <p:cNvSpPr/>
              <p:nvPr/>
            </p:nvSpPr>
            <p:spPr>
              <a:xfrm>
                <a:off x="9345600" y="3405600"/>
                <a:ext cx="100800" cy="100800"/>
              </a:xfrm>
              <a:prstGeom prst="ellipse">
                <a:avLst/>
              </a:prstGeom>
              <a:solidFill>
                <a:srgbClr val="D7968B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6" name="SCHEM_path-0094"/>
              <p:cNvSpPr/>
              <p:nvPr/>
            </p:nvSpPr>
            <p:spPr>
              <a:xfrm>
                <a:off x="10108800" y="3002400"/>
                <a:ext cx="136800" cy="410400"/>
              </a:xfrm>
              <a:custGeom>
                <a:avLst/>
                <a:gdLst/>
                <a:ahLst/>
                <a:cxnLst/>
                <a:rect l="0" t="0" r="r" b="b"/>
                <a:pathLst>
                  <a:path w="136800" h="410400">
                    <a:moveTo>
                      <a:pt x="50400" y="0"/>
                    </a:moveTo>
                    <a:cubicBezTo>
                      <a:pt x="136800" y="86400"/>
                      <a:pt x="0" y="151200"/>
                      <a:pt x="50400" y="230400"/>
                    </a:cubicBezTo>
                    <a:cubicBezTo>
                      <a:pt x="129600" y="288000"/>
                      <a:pt x="7200" y="338400"/>
                      <a:pt x="50400" y="410400"/>
                    </a:cubicBezTo>
                  </a:path>
                </a:pathLst>
              </a:custGeom>
              <a:noFill/>
              <a:ln w="14400" cap="flat">
                <a:solidFill>
                  <a:srgbClr val="4485A9"/>
                </a:solidFill>
              </a:ln>
              <a:effectLst/>
            </p:spPr>
          </p:sp>
          <p:sp>
            <p:nvSpPr>
              <p:cNvPr id="97" name="SCHEM_ellipse-0095"/>
              <p:cNvSpPr/>
              <p:nvPr/>
            </p:nvSpPr>
            <p:spPr>
              <a:xfrm>
                <a:off x="10108800" y="3405600"/>
                <a:ext cx="100800" cy="100800"/>
              </a:xfrm>
              <a:prstGeom prst="ellipse">
                <a:avLst/>
              </a:prstGeom>
              <a:solidFill>
                <a:srgbClr val="D7968B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98" name="SCHEM_line-0096"/>
              <p:cNvCxnSpPr/>
              <p:nvPr/>
            </p:nvCxnSpPr>
            <p:spPr>
              <a:xfrm flipV="1">
                <a:off x="9295200" y="2066400"/>
                <a:ext cx="1" cy="1000800"/>
              </a:xfrm>
              <a:prstGeom prst="line">
                <a:avLst/>
              </a:prstGeom>
              <a:noFill/>
              <a:ln w="57600" cap="flat">
                <a:solidFill>
                  <a:srgbClr val="6CAAC7"/>
                </a:solidFill>
                <a:tailEnd type="triangle" w="med" len="med"/>
              </a:ln>
              <a:effectLst/>
            </p:spPr>
          </p:cxnSp>
          <p:sp>
            <p:nvSpPr>
              <p:cNvPr id="99" name="SCHEM_polygon-0097"/>
              <p:cNvSpPr/>
              <p:nvPr/>
            </p:nvSpPr>
            <p:spPr>
              <a:xfrm>
                <a:off x="8078400" y="4201975"/>
                <a:ext cx="172800" cy="149649"/>
              </a:xfrm>
              <a:custGeom>
                <a:avLst/>
                <a:gdLst/>
                <a:ahLst/>
                <a:cxnLst/>
                <a:rect l="0" t="0" r="r" b="b"/>
                <a:pathLst>
                  <a:path w="172800" h="149649">
                    <a:moveTo>
                      <a:pt x="172800" y="74825"/>
                    </a:moveTo>
                    <a:lnTo>
                      <a:pt x="102861" y="84329"/>
                    </a:lnTo>
                    <a:lnTo>
                      <a:pt x="129600" y="149649"/>
                    </a:lnTo>
                    <a:lnTo>
                      <a:pt x="86400" y="93833"/>
                    </a:lnTo>
                    <a:lnTo>
                      <a:pt x="43200" y="149649"/>
                    </a:lnTo>
                    <a:lnTo>
                      <a:pt x="69939" y="84329"/>
                    </a:lnTo>
                    <a:lnTo>
                      <a:pt x="0" y="74825"/>
                    </a:lnTo>
                    <a:lnTo>
                      <a:pt x="69939" y="65321"/>
                    </a:lnTo>
                    <a:lnTo>
                      <a:pt x="43200" y="0"/>
                    </a:lnTo>
                    <a:lnTo>
                      <a:pt x="86400" y="55817"/>
                    </a:lnTo>
                    <a:lnTo>
                      <a:pt x="129600" y="0"/>
                    </a:lnTo>
                    <a:lnTo>
                      <a:pt x="102861" y="65321"/>
                    </a:lnTo>
                    <a:close/>
                  </a:path>
                </a:pathLst>
              </a:custGeom>
              <a:solidFill>
                <a:srgbClr val="CE8179"/>
              </a:solidFill>
              <a:ln w="9360" cap="flat">
                <a:noFill/>
              </a:ln>
              <a:effectLst/>
            </p:spPr>
          </p:sp>
          <p:cxnSp>
            <p:nvCxnSpPr>
              <p:cNvPr id="100" name="SCHEM_line-0098"/>
              <p:cNvCxnSpPr/>
              <p:nvPr/>
            </p:nvCxnSpPr>
            <p:spPr>
              <a:xfrm>
                <a:off x="8092800" y="4176000"/>
                <a:ext cx="144000" cy="194400"/>
              </a:xfrm>
              <a:prstGeom prst="line">
                <a:avLst/>
              </a:prstGeom>
              <a:noFill/>
              <a:ln w="10080" cap="flat">
                <a:solidFill>
                  <a:srgbClr val="6D6C67"/>
                </a:solidFill>
              </a:ln>
              <a:effectLst/>
            </p:spPr>
          </p:cxnSp>
          <p:cxnSp>
            <p:nvCxnSpPr>
              <p:cNvPr id="101" name="SCHEM_line-0099"/>
              <p:cNvCxnSpPr/>
              <p:nvPr/>
            </p:nvCxnSpPr>
            <p:spPr>
              <a:xfrm flipH="1">
                <a:off x="8092800" y="4190400"/>
                <a:ext cx="136800" cy="172800"/>
              </a:xfrm>
              <a:prstGeom prst="line">
                <a:avLst/>
              </a:prstGeom>
              <a:noFill/>
              <a:ln w="10080" cap="flat">
                <a:solidFill>
                  <a:srgbClr val="6D6C67"/>
                </a:solidFill>
              </a:ln>
              <a:effectLst/>
            </p:spPr>
          </p:cxnSp>
          <p:sp>
            <p:nvSpPr>
              <p:cNvPr id="102" name="SCHEM_polygon-0100"/>
              <p:cNvSpPr/>
              <p:nvPr/>
            </p:nvSpPr>
            <p:spPr>
              <a:xfrm>
                <a:off x="10368000" y="4201975"/>
                <a:ext cx="172800" cy="149649"/>
              </a:xfrm>
              <a:custGeom>
                <a:avLst/>
                <a:gdLst/>
                <a:ahLst/>
                <a:cxnLst/>
                <a:rect l="0" t="0" r="r" b="b"/>
                <a:pathLst>
                  <a:path w="172800" h="149649">
                    <a:moveTo>
                      <a:pt x="172800" y="74825"/>
                    </a:moveTo>
                    <a:lnTo>
                      <a:pt x="102861" y="84329"/>
                    </a:lnTo>
                    <a:lnTo>
                      <a:pt x="129600" y="149649"/>
                    </a:lnTo>
                    <a:lnTo>
                      <a:pt x="86400" y="93833"/>
                    </a:lnTo>
                    <a:lnTo>
                      <a:pt x="43200" y="149649"/>
                    </a:lnTo>
                    <a:lnTo>
                      <a:pt x="69939" y="84329"/>
                    </a:lnTo>
                    <a:lnTo>
                      <a:pt x="0" y="74825"/>
                    </a:lnTo>
                    <a:lnTo>
                      <a:pt x="69939" y="65321"/>
                    </a:lnTo>
                    <a:lnTo>
                      <a:pt x="43200" y="0"/>
                    </a:lnTo>
                    <a:lnTo>
                      <a:pt x="86400" y="55817"/>
                    </a:lnTo>
                    <a:lnTo>
                      <a:pt x="129600" y="0"/>
                    </a:lnTo>
                    <a:lnTo>
                      <a:pt x="102861" y="65321"/>
                    </a:lnTo>
                    <a:close/>
                  </a:path>
                </a:pathLst>
              </a:custGeom>
              <a:solidFill>
                <a:srgbClr val="CE8179"/>
              </a:solidFill>
              <a:ln w="9360" cap="flat">
                <a:noFill/>
              </a:ln>
              <a:effectLst/>
            </p:spPr>
          </p:sp>
          <p:cxnSp>
            <p:nvCxnSpPr>
              <p:cNvPr id="103" name="SCHEM_line-0101"/>
              <p:cNvCxnSpPr/>
              <p:nvPr/>
            </p:nvCxnSpPr>
            <p:spPr>
              <a:xfrm>
                <a:off x="10382400" y="4176000"/>
                <a:ext cx="144000" cy="194400"/>
              </a:xfrm>
              <a:prstGeom prst="line">
                <a:avLst/>
              </a:prstGeom>
              <a:noFill/>
              <a:ln w="10080" cap="flat">
                <a:solidFill>
                  <a:srgbClr val="6D6C67"/>
                </a:solidFill>
              </a:ln>
              <a:effectLst/>
            </p:spPr>
          </p:cxnSp>
          <p:cxnSp>
            <p:nvCxnSpPr>
              <p:cNvPr id="104" name="SCHEM_line-0102"/>
              <p:cNvCxnSpPr/>
              <p:nvPr/>
            </p:nvCxnSpPr>
            <p:spPr>
              <a:xfrm flipH="1">
                <a:off x="10382400" y="4190400"/>
                <a:ext cx="136800" cy="172800"/>
              </a:xfrm>
              <a:prstGeom prst="line">
                <a:avLst/>
              </a:prstGeom>
              <a:noFill/>
              <a:ln w="10080" cap="flat">
                <a:solidFill>
                  <a:srgbClr val="6D6C67"/>
                </a:solidFill>
              </a:ln>
              <a:effectLst/>
            </p:spPr>
          </p:cxnSp>
          <p:sp>
            <p:nvSpPr>
              <p:cNvPr id="105" name="SCHEM_ellipse-0103"/>
              <p:cNvSpPr/>
              <p:nvPr/>
            </p:nvSpPr>
            <p:spPr>
              <a:xfrm>
                <a:off x="7869600" y="4327200"/>
                <a:ext cx="79200" cy="79200"/>
              </a:xfrm>
              <a:prstGeom prst="ellipse">
                <a:avLst/>
              </a:prstGeom>
              <a:solidFill>
                <a:srgbClr val="9DA7A7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6" name="SCHEM_ellipse-0104"/>
              <p:cNvSpPr/>
              <p:nvPr/>
            </p:nvSpPr>
            <p:spPr>
              <a:xfrm>
                <a:off x="10627200" y="4363200"/>
                <a:ext cx="79200" cy="79200"/>
              </a:xfrm>
              <a:prstGeom prst="ellipse">
                <a:avLst/>
              </a:prstGeom>
              <a:solidFill>
                <a:srgbClr val="9DA7A7"/>
              </a:solidFill>
              <a:ln w="7200" cap="flat">
                <a:solidFill>
                  <a:srgbClr val="292929"/>
                </a:solidFill>
              </a:ln>
              <a:effectLst/>
            </p:spPr>
          </p:sp>
        </p:grpSp>
        <p:sp>
          <p:nvSpPr>
            <p:cNvPr id="107" name="SCHEM_text-0105"/>
            <p:cNvSpPr txBox="1"/>
            <p:nvPr/>
          </p:nvSpPr>
          <p:spPr>
            <a:xfrm>
              <a:off x="8056800" y="2088000"/>
              <a:ext cx="936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C₆₀</a:t>
              </a:r>
              <a:endParaRPr lang="en-US" sz="1531"/>
            </a:p>
          </p:txBody>
        </p:sp>
        <p:sp>
          <p:nvSpPr>
            <p:cNvPr id="108" name="SCHEM_text-0106"/>
            <p:cNvSpPr txBox="1"/>
            <p:nvPr/>
          </p:nvSpPr>
          <p:spPr>
            <a:xfrm>
              <a:off x="9547200" y="1936800"/>
              <a:ext cx="1656000" cy="502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Electron</a:t>
              </a:r>
              <a:endParaRPr lang="en-US" sz="1361"/>
            </a:p>
            <a:p>
              <a:pPr algn="l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extraction</a:t>
              </a:r>
              <a:endParaRPr lang="en-US" sz="1361"/>
            </a:p>
          </p:txBody>
        </p:sp>
        <p:sp>
          <p:nvSpPr>
            <p:cNvPr id="109" name="SCHEM_rect-0107"/>
            <p:cNvSpPr/>
            <p:nvPr/>
          </p:nvSpPr>
          <p:spPr>
            <a:xfrm>
              <a:off x="10404000" y="2304000"/>
              <a:ext cx="885600" cy="453600"/>
            </a:xfrm>
            <a:prstGeom prst="rect">
              <a:avLst/>
            </a:prstGeom>
            <a:solidFill>
              <a:srgbClr val="D9E4C8"/>
            </a:solidFill>
            <a:ln w="5760" cap="flat">
              <a:solidFill>
                <a:srgbClr val="83956E"/>
              </a:solidFill>
            </a:ln>
            <a:effectLst/>
          </p:spPr>
        </p:sp>
        <p:sp>
          <p:nvSpPr>
            <p:cNvPr id="110" name="SCHEM_text-0108"/>
            <p:cNvSpPr txBox="1"/>
            <p:nvPr/>
          </p:nvSpPr>
          <p:spPr>
            <a:xfrm>
              <a:off x="10490400" y="2354400"/>
              <a:ext cx="792000" cy="463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Surface</a:t>
              </a:r>
              <a:endParaRPr lang="en-US" sz="1247"/>
            </a:p>
            <a:p>
              <a:pPr algn="l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passivation</a:t>
              </a:r>
              <a:endParaRPr lang="en-US" sz="1247"/>
            </a:p>
          </p:txBody>
        </p:sp>
        <p:cxnSp>
          <p:nvCxnSpPr>
            <p:cNvPr id="111" name="SCHEM_line-0109"/>
            <p:cNvCxnSpPr/>
            <p:nvPr/>
          </p:nvCxnSpPr>
          <p:spPr>
            <a:xfrm flipH="1">
              <a:off x="9892800" y="2548800"/>
              <a:ext cx="504000" cy="3672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  <a:tailEnd type="triangle" w="med" len="med"/>
            </a:ln>
            <a:effectLst/>
          </p:spPr>
        </p:cxnSp>
        <p:sp>
          <p:nvSpPr>
            <p:cNvPr id="112" name="SCHEM_rect-0110"/>
            <p:cNvSpPr/>
            <p:nvPr/>
          </p:nvSpPr>
          <p:spPr>
            <a:xfrm>
              <a:off x="10440000" y="3276000"/>
              <a:ext cx="849600" cy="453600"/>
            </a:xfrm>
            <a:prstGeom prst="rect">
              <a:avLst/>
            </a:prstGeom>
            <a:solidFill>
              <a:srgbClr val="EFC6BB"/>
            </a:solidFill>
            <a:ln w="5760" cap="flat">
              <a:solidFill>
                <a:srgbClr val="A78277"/>
              </a:solidFill>
            </a:ln>
            <a:effectLst/>
          </p:spPr>
        </p:sp>
        <p:sp>
          <p:nvSpPr>
            <p:cNvPr id="113" name="SCHEM_text-0111"/>
            <p:cNvSpPr txBox="1"/>
            <p:nvPr/>
          </p:nvSpPr>
          <p:spPr>
            <a:xfrm>
              <a:off x="10504800" y="3326400"/>
              <a:ext cx="770400" cy="463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Interface</a:t>
              </a:r>
              <a:endParaRPr lang="en-US" sz="1247"/>
            </a:p>
            <a:p>
              <a:pPr algn="l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passivation</a:t>
              </a:r>
              <a:endParaRPr lang="en-US" sz="1247"/>
            </a:p>
          </p:txBody>
        </p:sp>
        <p:cxnSp>
          <p:nvCxnSpPr>
            <p:cNvPr id="114" name="SCHEM_line-0112"/>
            <p:cNvCxnSpPr/>
            <p:nvPr/>
          </p:nvCxnSpPr>
          <p:spPr>
            <a:xfrm flipH="1" flipV="1">
              <a:off x="10166400" y="3247200"/>
              <a:ext cx="273600" cy="2016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15" name="SCHEM_ellipse-0113"/>
            <p:cNvSpPr/>
            <p:nvPr/>
          </p:nvSpPr>
          <p:spPr>
            <a:xfrm>
              <a:off x="10144800" y="32256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116" name="SCHEM_text-0114"/>
            <p:cNvSpPr txBox="1"/>
            <p:nvPr/>
          </p:nvSpPr>
          <p:spPr>
            <a:xfrm>
              <a:off x="8618400" y="3751200"/>
              <a:ext cx="2448000" cy="2887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Perovskite absorber</a:t>
              </a:r>
              <a:endParaRPr lang="en-US" sz="1474"/>
            </a:p>
          </p:txBody>
        </p:sp>
        <p:sp>
          <p:nvSpPr>
            <p:cNvPr id="117" name="SCHEM_text-0115"/>
            <p:cNvSpPr txBox="1"/>
            <p:nvPr/>
          </p:nvSpPr>
          <p:spPr>
            <a:xfrm>
              <a:off x="8640000" y="4140000"/>
              <a:ext cx="1670400" cy="4053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07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Reduced interfacial</a:t>
              </a:r>
              <a:endParaRPr lang="en-US" sz="1077"/>
            </a:p>
            <a:p>
              <a:pPr algn="ctr">
                <a:buNone/>
              </a:pPr>
              <a:r>
                <a:rPr lang="en-US" sz="107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recombination</a:t>
              </a:r>
              <a:endParaRPr lang="en-US" sz="1077"/>
            </a:p>
          </p:txBody>
        </p:sp>
        <p:sp>
          <p:nvSpPr>
            <p:cNvPr id="118" name="SCHEM_path-0116"/>
            <p:cNvSpPr/>
            <p:nvPr/>
          </p:nvSpPr>
          <p:spPr>
            <a:xfrm>
              <a:off x="8294400" y="4384800"/>
              <a:ext cx="352800" cy="208800"/>
            </a:xfrm>
            <a:custGeom>
              <a:avLst/>
              <a:gdLst/>
              <a:ahLst/>
              <a:cxnLst/>
              <a:rect l="0" t="0" r="r" b="b"/>
              <a:pathLst>
                <a:path w="352800" h="208800">
                  <a:moveTo>
                    <a:pt x="0" y="0"/>
                  </a:moveTo>
                  <a:cubicBezTo>
                    <a:pt x="79200" y="79200"/>
                    <a:pt x="216000" y="172800"/>
                    <a:pt x="352800" y="208800"/>
                  </a:cubicBezTo>
                </a:path>
              </a:pathLst>
            </a:custGeom>
            <a:noFill/>
            <a:ln w="10080" cap="flat">
              <a:solidFill>
                <a:srgbClr val="292929"/>
              </a:solidFill>
              <a:prstDash val="dash"/>
            </a:ln>
            <a:effectLst/>
          </p:spPr>
        </p:sp>
        <p:cxnSp>
          <p:nvCxnSpPr>
            <p:cNvPr id="119" name="SCHEM_line-0117"/>
            <p:cNvCxnSpPr/>
            <p:nvPr/>
          </p:nvCxnSpPr>
          <p:spPr>
            <a:xfrm>
              <a:off x="8589600" y="4564800"/>
              <a:ext cx="57600" cy="28800"/>
            </a:xfrm>
            <a:prstGeom prst="line">
              <a:avLst/>
            </a:prstGeom>
            <a:noFill/>
            <a:ln w="12240" cap="flat">
              <a:solidFill>
                <a:srgbClr val="292929"/>
              </a:solidFill>
              <a:tailEnd type="triangle" w="med" len="med"/>
            </a:ln>
            <a:effectLst/>
          </p:spPr>
        </p:cxnSp>
        <p:sp>
          <p:nvSpPr>
            <p:cNvPr id="120" name="SCHEM_path-0118"/>
            <p:cNvSpPr/>
            <p:nvPr/>
          </p:nvSpPr>
          <p:spPr>
            <a:xfrm>
              <a:off x="10036800" y="4392000"/>
              <a:ext cx="338400" cy="201600"/>
            </a:xfrm>
            <a:custGeom>
              <a:avLst/>
              <a:gdLst/>
              <a:ahLst/>
              <a:cxnLst/>
              <a:rect l="0" t="0" r="r" b="b"/>
              <a:pathLst>
                <a:path w="338400" h="201600">
                  <a:moveTo>
                    <a:pt x="338400" y="0"/>
                  </a:moveTo>
                  <a:cubicBezTo>
                    <a:pt x="244800" y="79200"/>
                    <a:pt x="108000" y="165600"/>
                    <a:pt x="0" y="201600"/>
                  </a:cubicBezTo>
                </a:path>
              </a:pathLst>
            </a:custGeom>
            <a:noFill/>
            <a:ln w="10080" cap="flat">
              <a:solidFill>
                <a:srgbClr val="292929"/>
              </a:solidFill>
              <a:prstDash val="dash"/>
            </a:ln>
            <a:effectLst/>
          </p:spPr>
        </p:sp>
        <p:cxnSp>
          <p:nvCxnSpPr>
            <p:cNvPr id="121" name="SCHEM_line-0119"/>
            <p:cNvCxnSpPr/>
            <p:nvPr/>
          </p:nvCxnSpPr>
          <p:spPr>
            <a:xfrm flipH="1">
              <a:off x="10036800" y="4564800"/>
              <a:ext cx="57600" cy="28800"/>
            </a:xfrm>
            <a:prstGeom prst="line">
              <a:avLst/>
            </a:prstGeom>
            <a:noFill/>
            <a:ln w="12240" cap="flat">
              <a:solidFill>
                <a:srgbClr val="292929"/>
              </a:solidFill>
              <a:tailEnd type="triangle" w="med" len="med"/>
            </a:ln>
            <a:effectLst/>
          </p:spPr>
        </p:cxnSp>
        <p:sp>
          <p:nvSpPr>
            <p:cNvPr id="122" name="SCHEM_text-0120"/>
            <p:cNvSpPr txBox="1"/>
            <p:nvPr/>
          </p:nvSpPr>
          <p:spPr>
            <a:xfrm>
              <a:off x="2800800" y="6184800"/>
              <a:ext cx="86328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Nature Communications (2025) | doi:10.1038/s41467-025-63673-y | Conceptual; not to scale.</a:t>
              </a:r>
              <a:endParaRPr lang="en-US" sz="1191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  <p:grpSp>
        <p:nvGrpSpPr>
          <p:cNvPr id="2" name="SCHEM_figure"/>
          <p:cNvGrpSpPr/>
          <p:nvPr/>
        </p:nvGrpSpPr>
        <p:grpSpPr>
          <a:xfrm>
            <a:off x="57600" y="64800"/>
            <a:ext cx="11448000" cy="6325920"/>
            <a:chOff x="57600" y="64800"/>
            <a:chExt cx="11448000" cy="6325920"/>
          </a:xfrm>
        </p:grpSpPr>
        <p:sp>
          <p:nvSpPr>
            <p:cNvPr id="3" name="SCHEM_text-0001"/>
            <p:cNvSpPr txBox="1"/>
            <p:nvPr/>
          </p:nvSpPr>
          <p:spPr>
            <a:xfrm>
              <a:off x="187200" y="64800"/>
              <a:ext cx="10872000" cy="3956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2098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Anode-free sodium all-solid-state battery</a:t>
              </a:r>
              <a:endParaRPr lang="en-US" sz="2098"/>
            </a:p>
          </p:txBody>
        </p:sp>
        <p:grpSp>
          <p:nvGrpSpPr>
            <p:cNvPr id="4" name="SCHEM_stack-0"/>
            <p:cNvGrpSpPr/>
            <p:nvPr/>
          </p:nvGrpSpPr>
          <p:grpSpPr>
            <a:xfrm>
              <a:off x="1303200" y="1072800"/>
              <a:ext cx="2376000" cy="3232800"/>
              <a:chOff x="1303200" y="1072800"/>
              <a:chExt cx="2376000" cy="3232800"/>
            </a:xfrm>
          </p:grpSpPr>
          <p:sp>
            <p:nvSpPr>
              <p:cNvPr id="5" name="SCHEM_rect-0003"/>
              <p:cNvSpPr/>
              <p:nvPr/>
            </p:nvSpPr>
            <p:spPr>
              <a:xfrm>
                <a:off x="1303200" y="1072800"/>
                <a:ext cx="2376000" cy="432000"/>
              </a:xfrm>
              <a:prstGeom prst="rect">
                <a:avLst/>
              </a:prstGeom>
              <a:solidFill>
                <a:srgbClr val="D6D6D3"/>
              </a:solidFill>
              <a:ln w="11520" cap="flat">
                <a:solidFill>
                  <a:srgbClr val="292929"/>
                </a:solidFill>
              </a:ln>
              <a:effectLst/>
            </p:spPr>
          </p:sp>
          <p:sp>
            <p:nvSpPr>
              <p:cNvPr id="6" name="SCHEM_rect-0004"/>
              <p:cNvSpPr/>
              <p:nvPr/>
            </p:nvSpPr>
            <p:spPr>
              <a:xfrm>
                <a:off x="1303200" y="1504800"/>
                <a:ext cx="2376000" cy="871200"/>
              </a:xfrm>
              <a:prstGeom prst="rect">
                <a:avLst/>
              </a:prstGeom>
              <a:solidFill>
                <a:srgbClr val="C3D69F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7" name="SCHEM_ellipse-0005"/>
              <p:cNvSpPr/>
              <p:nvPr/>
            </p:nvSpPr>
            <p:spPr>
              <a:xfrm>
                <a:off x="1375200" y="1584000"/>
                <a:ext cx="316800" cy="316800"/>
              </a:xfrm>
              <a:prstGeom prst="ellipse">
                <a:avLst/>
              </a:prstGeom>
              <a:solidFill>
                <a:srgbClr val="C0D597"/>
              </a:solidFill>
              <a:ln w="9360" cap="flat">
                <a:solidFill>
                  <a:srgbClr val="445835"/>
                </a:solidFill>
              </a:ln>
              <a:effectLst/>
            </p:spPr>
          </p:sp>
          <p:sp>
            <p:nvSpPr>
              <p:cNvPr id="8" name="SCHEM_ellipse-0006"/>
              <p:cNvSpPr/>
              <p:nvPr/>
            </p:nvSpPr>
            <p:spPr>
              <a:xfrm>
                <a:off x="2044800" y="1584000"/>
                <a:ext cx="331200" cy="331200"/>
              </a:xfrm>
              <a:prstGeom prst="ellipse">
                <a:avLst/>
              </a:prstGeom>
              <a:solidFill>
                <a:srgbClr val="C0D597"/>
              </a:solidFill>
              <a:ln w="9360" cap="flat">
                <a:solidFill>
                  <a:srgbClr val="445835"/>
                </a:solidFill>
              </a:ln>
              <a:effectLst/>
            </p:spPr>
          </p:sp>
          <p:sp>
            <p:nvSpPr>
              <p:cNvPr id="9" name="SCHEM_ellipse-0007"/>
              <p:cNvSpPr/>
              <p:nvPr/>
            </p:nvSpPr>
            <p:spPr>
              <a:xfrm>
                <a:off x="2808000" y="1584000"/>
                <a:ext cx="345600" cy="345600"/>
              </a:xfrm>
              <a:prstGeom prst="ellipse">
                <a:avLst/>
              </a:prstGeom>
              <a:solidFill>
                <a:srgbClr val="C0D597"/>
              </a:solidFill>
              <a:ln w="9360" cap="flat">
                <a:solidFill>
                  <a:srgbClr val="445835"/>
                </a:solidFill>
              </a:ln>
              <a:effectLst/>
            </p:spPr>
          </p:sp>
          <p:sp>
            <p:nvSpPr>
              <p:cNvPr id="10" name="SCHEM_ellipse-0008"/>
              <p:cNvSpPr/>
              <p:nvPr/>
            </p:nvSpPr>
            <p:spPr>
              <a:xfrm>
                <a:off x="1584000" y="1929600"/>
                <a:ext cx="331200" cy="331200"/>
              </a:xfrm>
              <a:prstGeom prst="ellipse">
                <a:avLst/>
              </a:prstGeom>
              <a:solidFill>
                <a:srgbClr val="C0D597"/>
              </a:solidFill>
              <a:ln w="9360" cap="flat">
                <a:solidFill>
                  <a:srgbClr val="445835"/>
                </a:solidFill>
              </a:ln>
              <a:effectLst/>
            </p:spPr>
          </p:sp>
          <p:sp>
            <p:nvSpPr>
              <p:cNvPr id="11" name="SCHEM_ellipse-0009"/>
              <p:cNvSpPr/>
              <p:nvPr/>
            </p:nvSpPr>
            <p:spPr>
              <a:xfrm>
                <a:off x="2397600" y="1807200"/>
                <a:ext cx="345600" cy="345600"/>
              </a:xfrm>
              <a:prstGeom prst="ellipse">
                <a:avLst/>
              </a:prstGeom>
              <a:solidFill>
                <a:srgbClr val="C0D597"/>
              </a:solidFill>
              <a:ln w="9360" cap="flat">
                <a:solidFill>
                  <a:srgbClr val="445835"/>
                </a:solidFill>
              </a:ln>
              <a:effectLst/>
            </p:spPr>
          </p:sp>
          <p:sp>
            <p:nvSpPr>
              <p:cNvPr id="12" name="SCHEM_ellipse-0010"/>
              <p:cNvSpPr/>
              <p:nvPr/>
            </p:nvSpPr>
            <p:spPr>
              <a:xfrm>
                <a:off x="3045600" y="1987200"/>
                <a:ext cx="331200" cy="331200"/>
              </a:xfrm>
              <a:prstGeom prst="ellipse">
                <a:avLst/>
              </a:prstGeom>
              <a:solidFill>
                <a:srgbClr val="C0D597"/>
              </a:solidFill>
              <a:ln w="9360" cap="flat">
                <a:solidFill>
                  <a:srgbClr val="445835"/>
                </a:solidFill>
              </a:ln>
              <a:effectLst/>
            </p:spPr>
          </p:sp>
          <p:sp>
            <p:nvSpPr>
              <p:cNvPr id="13" name="SCHEM_ellipse-0011"/>
              <p:cNvSpPr/>
              <p:nvPr/>
            </p:nvSpPr>
            <p:spPr>
              <a:xfrm>
                <a:off x="3312000" y="1814400"/>
                <a:ext cx="331200" cy="331200"/>
              </a:xfrm>
              <a:prstGeom prst="ellipse">
                <a:avLst/>
              </a:prstGeom>
              <a:solidFill>
                <a:srgbClr val="C0D597"/>
              </a:solidFill>
              <a:ln w="9360" cap="flat">
                <a:solidFill>
                  <a:srgbClr val="445835"/>
                </a:solidFill>
              </a:ln>
              <a:effectLst/>
            </p:spPr>
          </p:sp>
          <p:sp>
            <p:nvSpPr>
              <p:cNvPr id="14" name="SCHEM_ellipse-0012"/>
              <p:cNvSpPr/>
              <p:nvPr/>
            </p:nvSpPr>
            <p:spPr>
              <a:xfrm>
                <a:off x="2181600" y="2059200"/>
                <a:ext cx="302400" cy="302400"/>
              </a:xfrm>
              <a:prstGeom prst="ellipse">
                <a:avLst/>
              </a:prstGeom>
              <a:solidFill>
                <a:srgbClr val="C0D597"/>
              </a:solidFill>
              <a:ln w="9360" cap="flat">
                <a:solidFill>
                  <a:srgbClr val="445835"/>
                </a:solidFill>
              </a:ln>
              <a:effectLst/>
            </p:spPr>
          </p:sp>
          <p:sp>
            <p:nvSpPr>
              <p:cNvPr id="15" name="SCHEM_ellipse-0013"/>
              <p:cNvSpPr/>
              <p:nvPr/>
            </p:nvSpPr>
            <p:spPr>
              <a:xfrm>
                <a:off x="2722241" y="2205026"/>
                <a:ext cx="80802" cy="80802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6" name="SCHEM_ellipse-0014"/>
              <p:cNvSpPr/>
              <p:nvPr/>
            </p:nvSpPr>
            <p:spPr>
              <a:xfrm>
                <a:off x="1347983" y="1993833"/>
                <a:ext cx="111195" cy="111195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7" name="SCHEM_ellipse-0015"/>
              <p:cNvSpPr/>
              <p:nvPr/>
            </p:nvSpPr>
            <p:spPr>
              <a:xfrm>
                <a:off x="1338031" y="2155729"/>
                <a:ext cx="87102" cy="87102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8" name="SCHEM_ellipse-0016"/>
              <p:cNvSpPr/>
              <p:nvPr/>
            </p:nvSpPr>
            <p:spPr>
              <a:xfrm>
                <a:off x="2618210" y="1633971"/>
                <a:ext cx="80223" cy="80223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9" name="SCHEM_ellipse-0017"/>
              <p:cNvSpPr/>
              <p:nvPr/>
            </p:nvSpPr>
            <p:spPr>
              <a:xfrm>
                <a:off x="2277276" y="1923733"/>
                <a:ext cx="102164" cy="102164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20" name="SCHEM_ellipse-0018"/>
              <p:cNvSpPr/>
              <p:nvPr/>
            </p:nvSpPr>
            <p:spPr>
              <a:xfrm>
                <a:off x="1471496" y="2231456"/>
                <a:ext cx="88486" cy="88486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21" name="SCHEM_ellipse-0019"/>
              <p:cNvSpPr/>
              <p:nvPr/>
            </p:nvSpPr>
            <p:spPr>
              <a:xfrm>
                <a:off x="3520592" y="2159075"/>
                <a:ext cx="108220" cy="108220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22" name="SCHEM_ellipse-0020"/>
              <p:cNvSpPr/>
              <p:nvPr/>
            </p:nvSpPr>
            <p:spPr>
              <a:xfrm>
                <a:off x="2786242" y="2100018"/>
                <a:ext cx="75214" cy="75214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23" name="SCHEM_ellipse-0021"/>
              <p:cNvSpPr/>
              <p:nvPr/>
            </p:nvSpPr>
            <p:spPr>
              <a:xfrm>
                <a:off x="1974417" y="2086137"/>
                <a:ext cx="100749" cy="100749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24" name="SCHEM_ellipse-0022"/>
              <p:cNvSpPr/>
              <p:nvPr/>
            </p:nvSpPr>
            <p:spPr>
              <a:xfrm>
                <a:off x="2527194" y="2184083"/>
                <a:ext cx="97922" cy="97922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25" name="SCHEM_ellipse-0023"/>
              <p:cNvSpPr/>
              <p:nvPr/>
            </p:nvSpPr>
            <p:spPr>
              <a:xfrm>
                <a:off x="3193741" y="1573500"/>
                <a:ext cx="98875" cy="98875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26" name="SCHEM_ellipse-0024"/>
              <p:cNvSpPr/>
              <p:nvPr/>
            </p:nvSpPr>
            <p:spPr>
              <a:xfrm>
                <a:off x="3465220" y="1667452"/>
                <a:ext cx="107797" cy="107797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27" name="SCHEM_ellipse-0025"/>
              <p:cNvSpPr/>
              <p:nvPr/>
            </p:nvSpPr>
            <p:spPr>
              <a:xfrm>
                <a:off x="1782504" y="1611487"/>
                <a:ext cx="76102" cy="76102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28" name="SCHEM_ellipse-0026"/>
              <p:cNvSpPr/>
              <p:nvPr/>
            </p:nvSpPr>
            <p:spPr>
              <a:xfrm>
                <a:off x="3334922" y="1557520"/>
                <a:ext cx="84487" cy="84487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29" name="SCHEM_ellipse-0027"/>
              <p:cNvSpPr/>
              <p:nvPr/>
            </p:nvSpPr>
            <p:spPr>
              <a:xfrm>
                <a:off x="3187768" y="1853954"/>
                <a:ext cx="101991" cy="101991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30" name="SCHEM_ellipse-0028"/>
              <p:cNvSpPr/>
              <p:nvPr/>
            </p:nvSpPr>
            <p:spPr>
              <a:xfrm>
                <a:off x="2025373" y="1949740"/>
                <a:ext cx="82265" cy="82265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31" name="SCHEM_ellipse-0029"/>
              <p:cNvSpPr/>
              <p:nvPr/>
            </p:nvSpPr>
            <p:spPr>
              <a:xfrm>
                <a:off x="1868245" y="1809741"/>
                <a:ext cx="114235" cy="114235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32" name="SCHEM_ellipse-0030"/>
              <p:cNvSpPr/>
              <p:nvPr/>
            </p:nvSpPr>
            <p:spPr>
              <a:xfrm>
                <a:off x="3518237" y="1581204"/>
                <a:ext cx="74780" cy="74780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33" name="SCHEM_ellipse-0031"/>
              <p:cNvSpPr/>
              <p:nvPr/>
            </p:nvSpPr>
            <p:spPr>
              <a:xfrm>
                <a:off x="2075500" y="2213943"/>
                <a:ext cx="81435" cy="81435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34" name="SCHEM_ellipse-0032"/>
              <p:cNvSpPr/>
              <p:nvPr/>
            </p:nvSpPr>
            <p:spPr>
              <a:xfrm>
                <a:off x="2725424" y="1567279"/>
                <a:ext cx="72134" cy="72134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35" name="SCHEM_ellipse-0033"/>
              <p:cNvSpPr/>
              <p:nvPr/>
            </p:nvSpPr>
            <p:spPr>
              <a:xfrm>
                <a:off x="2868555" y="2171533"/>
                <a:ext cx="111492" cy="111492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36" name="SCHEM_ellipse-0034"/>
              <p:cNvSpPr/>
              <p:nvPr/>
            </p:nvSpPr>
            <p:spPr>
              <a:xfrm>
                <a:off x="2488317" y="1677430"/>
                <a:ext cx="87343" cy="87343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37" name="SCHEM_ellipse-0035"/>
              <p:cNvSpPr/>
              <p:nvPr/>
            </p:nvSpPr>
            <p:spPr>
              <a:xfrm>
                <a:off x="3321832" y="1715313"/>
                <a:ext cx="76026" cy="76026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38" name="SCHEM_ellipse-0036"/>
              <p:cNvSpPr/>
              <p:nvPr/>
            </p:nvSpPr>
            <p:spPr>
              <a:xfrm>
                <a:off x="1739570" y="1739171"/>
                <a:ext cx="81792" cy="81792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39" name="SCHEM_ellipse-0037"/>
              <p:cNvSpPr/>
              <p:nvPr/>
            </p:nvSpPr>
            <p:spPr>
              <a:xfrm>
                <a:off x="2831863" y="2015686"/>
                <a:ext cx="74096" cy="74096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40" name="SCHEM_ellipse-0038"/>
              <p:cNvSpPr/>
              <p:nvPr/>
            </p:nvSpPr>
            <p:spPr>
              <a:xfrm>
                <a:off x="1939759" y="1584751"/>
                <a:ext cx="84226" cy="84226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41" name="SCHEM_ellipse-0039"/>
              <p:cNvSpPr/>
              <p:nvPr/>
            </p:nvSpPr>
            <p:spPr>
              <a:xfrm>
                <a:off x="1841944" y="2246185"/>
                <a:ext cx="87643" cy="87643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42" name="SCHEM_ellipse-0040"/>
              <p:cNvSpPr/>
              <p:nvPr/>
            </p:nvSpPr>
            <p:spPr>
              <a:xfrm>
                <a:off x="2086942" y="2059537"/>
                <a:ext cx="81033" cy="81033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43" name="SCHEM_ellipse-0041"/>
              <p:cNvSpPr/>
              <p:nvPr/>
            </p:nvSpPr>
            <p:spPr>
              <a:xfrm>
                <a:off x="2498952" y="1536167"/>
                <a:ext cx="89034" cy="89034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44" name="SCHEM_ellipse-0042"/>
              <p:cNvSpPr/>
              <p:nvPr/>
            </p:nvSpPr>
            <p:spPr>
              <a:xfrm>
                <a:off x="3408028" y="2194546"/>
                <a:ext cx="88678" cy="88678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45" name="SCHEM_ellipse-0043"/>
              <p:cNvSpPr/>
              <p:nvPr/>
            </p:nvSpPr>
            <p:spPr>
              <a:xfrm>
                <a:off x="2668165" y="1724640"/>
                <a:ext cx="113965" cy="113965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46" name="SCHEM_ellipse-0044"/>
              <p:cNvSpPr/>
              <p:nvPr/>
            </p:nvSpPr>
            <p:spPr>
              <a:xfrm>
                <a:off x="1917960" y="1953988"/>
                <a:ext cx="91313" cy="91313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47" name="SCHEM_ellipse-0045"/>
              <p:cNvSpPr/>
              <p:nvPr/>
            </p:nvSpPr>
            <p:spPr>
              <a:xfrm>
                <a:off x="2966839" y="1967547"/>
                <a:ext cx="90394" cy="90394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48" name="SCHEM_ellipse-0046"/>
              <p:cNvSpPr/>
              <p:nvPr/>
            </p:nvSpPr>
            <p:spPr>
              <a:xfrm>
                <a:off x="1865701" y="1705821"/>
                <a:ext cx="89496" cy="89496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49" name="SCHEM_ellipse-0047"/>
              <p:cNvSpPr/>
              <p:nvPr/>
            </p:nvSpPr>
            <p:spPr>
              <a:xfrm>
                <a:off x="2340623" y="1528654"/>
                <a:ext cx="114660" cy="114660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50" name="SCHEM_ellipse-0048"/>
              <p:cNvSpPr/>
              <p:nvPr/>
            </p:nvSpPr>
            <p:spPr>
              <a:xfrm>
                <a:off x="2772907" y="1876454"/>
                <a:ext cx="88814" cy="88814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51" name="SCHEM_rect-0049"/>
              <p:cNvSpPr/>
              <p:nvPr/>
            </p:nvSpPr>
            <p:spPr>
              <a:xfrm>
                <a:off x="1303200" y="2376000"/>
                <a:ext cx="2376000" cy="324000"/>
              </a:xfrm>
              <a:prstGeom prst="rect">
                <a:avLst/>
              </a:prstGeom>
              <a:solidFill>
                <a:srgbClr val="CCDDB3"/>
              </a:soli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52" name="SCHEM_rect-0050"/>
              <p:cNvSpPr/>
              <p:nvPr/>
            </p:nvSpPr>
            <p:spPr>
              <a:xfrm>
                <a:off x="1303200" y="2700000"/>
                <a:ext cx="2376000" cy="1101600"/>
              </a:xfrm>
              <a:prstGeom prst="rect">
                <a:avLst/>
              </a:prstGeom>
              <a:solidFill>
                <a:srgbClr val="9FD0E9"/>
              </a:soli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53" name="SCHEM_rect-0051"/>
              <p:cNvSpPr/>
              <p:nvPr/>
            </p:nvSpPr>
            <p:spPr>
              <a:xfrm>
                <a:off x="1303200" y="3801600"/>
                <a:ext cx="2376000" cy="504000"/>
              </a:xfrm>
              <a:prstGeom prst="rect">
                <a:avLst/>
              </a:prstGeom>
              <a:solidFill>
                <a:srgbClr val="C2C2C0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54" name="SCHEM_ellipse-0052"/>
              <p:cNvSpPr/>
              <p:nvPr/>
            </p:nvSpPr>
            <p:spPr>
              <a:xfrm>
                <a:off x="1468800" y="28656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55" name="SCHEM_ellipse-0053"/>
              <p:cNvSpPr/>
              <p:nvPr/>
            </p:nvSpPr>
            <p:spPr>
              <a:xfrm>
                <a:off x="1915200" y="28656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56" name="SCHEM_ellipse-0054"/>
              <p:cNvSpPr/>
              <p:nvPr/>
            </p:nvSpPr>
            <p:spPr>
              <a:xfrm>
                <a:off x="2361600" y="28656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57" name="SCHEM_ellipse-0055"/>
              <p:cNvSpPr/>
              <p:nvPr/>
            </p:nvSpPr>
            <p:spPr>
              <a:xfrm>
                <a:off x="2808000" y="28656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58" name="SCHEM_ellipse-0056"/>
              <p:cNvSpPr/>
              <p:nvPr/>
            </p:nvSpPr>
            <p:spPr>
              <a:xfrm>
                <a:off x="3254400" y="28656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59" name="SCHEM_ellipse-0057"/>
              <p:cNvSpPr/>
              <p:nvPr/>
            </p:nvSpPr>
            <p:spPr>
              <a:xfrm>
                <a:off x="1548000" y="31392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60" name="SCHEM_ellipse-0058"/>
              <p:cNvSpPr/>
              <p:nvPr/>
            </p:nvSpPr>
            <p:spPr>
              <a:xfrm>
                <a:off x="1994400" y="31392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61" name="SCHEM_ellipse-0059"/>
              <p:cNvSpPr/>
              <p:nvPr/>
            </p:nvSpPr>
            <p:spPr>
              <a:xfrm>
                <a:off x="2440800" y="31392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62" name="SCHEM_ellipse-0060"/>
              <p:cNvSpPr/>
              <p:nvPr/>
            </p:nvSpPr>
            <p:spPr>
              <a:xfrm>
                <a:off x="2887200" y="31392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63" name="SCHEM_ellipse-0061"/>
              <p:cNvSpPr/>
              <p:nvPr/>
            </p:nvSpPr>
            <p:spPr>
              <a:xfrm>
                <a:off x="3333600" y="31392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64" name="SCHEM_ellipse-0062"/>
              <p:cNvSpPr/>
              <p:nvPr/>
            </p:nvSpPr>
            <p:spPr>
              <a:xfrm>
                <a:off x="1468800" y="34128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</p:grpSp>
        <p:sp>
          <p:nvSpPr>
            <p:cNvPr id="65" name="SCHEM_text-0063"/>
            <p:cNvSpPr txBox="1"/>
            <p:nvPr/>
          </p:nvSpPr>
          <p:spPr>
            <a:xfrm>
              <a:off x="1483200" y="1195200"/>
              <a:ext cx="20160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Positive current collector</a:t>
              </a:r>
              <a:endParaRPr lang="en-US" sz="1191"/>
            </a:p>
          </p:txBody>
        </p:sp>
        <p:cxnSp>
          <p:nvCxnSpPr>
            <p:cNvPr id="66" name="SCHEM_line-0064"/>
            <p:cNvCxnSpPr/>
            <p:nvPr/>
          </p:nvCxnSpPr>
          <p:spPr>
            <a:xfrm>
              <a:off x="1656000" y="7488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cxnSp>
          <p:nvCxnSpPr>
            <p:cNvPr id="67" name="SCHEM_line-0065"/>
            <p:cNvCxnSpPr/>
            <p:nvPr/>
          </p:nvCxnSpPr>
          <p:spPr>
            <a:xfrm flipV="1">
              <a:off x="1656000" y="44064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cxnSp>
          <p:nvCxnSpPr>
            <p:cNvPr id="68" name="SCHEM_line-0066"/>
            <p:cNvCxnSpPr/>
            <p:nvPr/>
          </p:nvCxnSpPr>
          <p:spPr>
            <a:xfrm>
              <a:off x="2181600" y="7488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cxnSp>
          <p:nvCxnSpPr>
            <p:cNvPr id="69" name="SCHEM_line-0067"/>
            <p:cNvCxnSpPr/>
            <p:nvPr/>
          </p:nvCxnSpPr>
          <p:spPr>
            <a:xfrm flipV="1">
              <a:off x="2181600" y="44064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cxnSp>
          <p:nvCxnSpPr>
            <p:cNvPr id="70" name="SCHEM_line-0068"/>
            <p:cNvCxnSpPr/>
            <p:nvPr/>
          </p:nvCxnSpPr>
          <p:spPr>
            <a:xfrm>
              <a:off x="2736000" y="7488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cxnSp>
          <p:nvCxnSpPr>
            <p:cNvPr id="71" name="SCHEM_line-0069"/>
            <p:cNvCxnSpPr/>
            <p:nvPr/>
          </p:nvCxnSpPr>
          <p:spPr>
            <a:xfrm flipV="1">
              <a:off x="2736000" y="44064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cxnSp>
          <p:nvCxnSpPr>
            <p:cNvPr id="72" name="SCHEM_line-0070"/>
            <p:cNvCxnSpPr/>
            <p:nvPr/>
          </p:nvCxnSpPr>
          <p:spPr>
            <a:xfrm>
              <a:off x="3276000" y="7488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cxnSp>
          <p:nvCxnSpPr>
            <p:cNvPr id="73" name="SCHEM_line-0071"/>
            <p:cNvCxnSpPr/>
            <p:nvPr/>
          </p:nvCxnSpPr>
          <p:spPr>
            <a:xfrm flipV="1">
              <a:off x="3276000" y="44064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sp>
          <p:nvSpPr>
            <p:cNvPr id="74" name="SCHEM_text-0072"/>
            <p:cNvSpPr txBox="1"/>
            <p:nvPr/>
          </p:nvSpPr>
          <p:spPr>
            <a:xfrm>
              <a:off x="1677600" y="4752000"/>
              <a:ext cx="2088000" cy="2498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Operating pressure: 10 MPa</a:t>
              </a:r>
              <a:endParaRPr lang="en-US" sz="1247"/>
            </a:p>
          </p:txBody>
        </p:sp>
        <p:sp>
          <p:nvSpPr>
            <p:cNvPr id="75" name="SCHEM_text-0073"/>
            <p:cNvSpPr txBox="1"/>
            <p:nvPr/>
          </p:nvSpPr>
          <p:spPr>
            <a:xfrm>
              <a:off x="3175200" y="3096000"/>
              <a:ext cx="468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 b="1">
                  <a:solidFill>
                    <a:srgbClr val="0877AF"/>
                  </a:solidFill>
                  <a:latin typeface="Times New Roman"/>
                  <a:ea typeface="Times New Roman"/>
                  <a:cs typeface="Times New Roman"/>
                </a:rPr>
                <a:t>Na⁺</a:t>
              </a:r>
              <a:endParaRPr lang="en-US" sz="1361"/>
            </a:p>
          </p:txBody>
        </p:sp>
        <p:grpSp>
          <p:nvGrpSpPr>
            <p:cNvPr id="76" name="SCHEM_stack-1"/>
            <p:cNvGrpSpPr/>
            <p:nvPr/>
          </p:nvGrpSpPr>
          <p:grpSpPr>
            <a:xfrm>
              <a:off x="4903200" y="1072800"/>
              <a:ext cx="2376000" cy="3232800"/>
              <a:chOff x="4903200" y="1072800"/>
              <a:chExt cx="2376000" cy="3232800"/>
            </a:xfrm>
          </p:grpSpPr>
          <p:sp>
            <p:nvSpPr>
              <p:cNvPr id="77" name="SCHEM_rect-0075"/>
              <p:cNvSpPr/>
              <p:nvPr/>
            </p:nvSpPr>
            <p:spPr>
              <a:xfrm>
                <a:off x="4903200" y="1072800"/>
                <a:ext cx="2376000" cy="432000"/>
              </a:xfrm>
              <a:prstGeom prst="rect">
                <a:avLst/>
              </a:prstGeom>
              <a:solidFill>
                <a:srgbClr val="D6D6D3"/>
              </a:solidFill>
              <a:ln w="11520" cap="flat">
                <a:solidFill>
                  <a:srgbClr val="292929"/>
                </a:solidFill>
              </a:ln>
              <a:effectLst/>
            </p:spPr>
          </p:sp>
          <p:sp>
            <p:nvSpPr>
              <p:cNvPr id="78" name="SCHEM_rect-0076"/>
              <p:cNvSpPr/>
              <p:nvPr/>
            </p:nvSpPr>
            <p:spPr>
              <a:xfrm>
                <a:off x="4903200" y="1504800"/>
                <a:ext cx="2376000" cy="871200"/>
              </a:xfrm>
              <a:prstGeom prst="rect">
                <a:avLst/>
              </a:prstGeom>
              <a:solidFill>
                <a:srgbClr val="C3D69F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79" name="SCHEM_ellipse-0077"/>
              <p:cNvSpPr/>
              <p:nvPr/>
            </p:nvSpPr>
            <p:spPr>
              <a:xfrm>
                <a:off x="4975200" y="1584000"/>
                <a:ext cx="316800" cy="316800"/>
              </a:xfrm>
              <a:prstGeom prst="ellipse">
                <a:avLst/>
              </a:prstGeom>
              <a:solidFill>
                <a:srgbClr val="C0D597"/>
              </a:solidFill>
              <a:ln w="9360" cap="flat">
                <a:solidFill>
                  <a:srgbClr val="445835"/>
                </a:solidFill>
              </a:ln>
              <a:effectLst/>
            </p:spPr>
          </p:sp>
          <p:sp>
            <p:nvSpPr>
              <p:cNvPr id="80" name="SCHEM_ellipse-0078"/>
              <p:cNvSpPr/>
              <p:nvPr/>
            </p:nvSpPr>
            <p:spPr>
              <a:xfrm>
                <a:off x="5644800" y="1584000"/>
                <a:ext cx="331200" cy="331200"/>
              </a:xfrm>
              <a:prstGeom prst="ellipse">
                <a:avLst/>
              </a:prstGeom>
              <a:solidFill>
                <a:srgbClr val="C0D597"/>
              </a:solidFill>
              <a:ln w="9360" cap="flat">
                <a:solidFill>
                  <a:srgbClr val="445835"/>
                </a:solidFill>
              </a:ln>
              <a:effectLst/>
            </p:spPr>
          </p:sp>
          <p:sp>
            <p:nvSpPr>
              <p:cNvPr id="81" name="SCHEM_ellipse-0079"/>
              <p:cNvSpPr/>
              <p:nvPr/>
            </p:nvSpPr>
            <p:spPr>
              <a:xfrm>
                <a:off x="6408000" y="1584000"/>
                <a:ext cx="345600" cy="345600"/>
              </a:xfrm>
              <a:prstGeom prst="ellipse">
                <a:avLst/>
              </a:prstGeom>
              <a:solidFill>
                <a:srgbClr val="C0D597"/>
              </a:solidFill>
              <a:ln w="9360" cap="flat">
                <a:solidFill>
                  <a:srgbClr val="445835"/>
                </a:solidFill>
              </a:ln>
              <a:effectLst/>
            </p:spPr>
          </p:sp>
          <p:sp>
            <p:nvSpPr>
              <p:cNvPr id="82" name="SCHEM_ellipse-0080"/>
              <p:cNvSpPr/>
              <p:nvPr/>
            </p:nvSpPr>
            <p:spPr>
              <a:xfrm>
                <a:off x="5184000" y="1929600"/>
                <a:ext cx="331200" cy="331200"/>
              </a:xfrm>
              <a:prstGeom prst="ellipse">
                <a:avLst/>
              </a:prstGeom>
              <a:solidFill>
                <a:srgbClr val="C0D597"/>
              </a:solidFill>
              <a:ln w="9360" cap="flat">
                <a:solidFill>
                  <a:srgbClr val="445835"/>
                </a:solidFill>
              </a:ln>
              <a:effectLst/>
            </p:spPr>
          </p:sp>
          <p:sp>
            <p:nvSpPr>
              <p:cNvPr id="83" name="SCHEM_ellipse-0081"/>
              <p:cNvSpPr/>
              <p:nvPr/>
            </p:nvSpPr>
            <p:spPr>
              <a:xfrm>
                <a:off x="5997600" y="1807200"/>
                <a:ext cx="345600" cy="345600"/>
              </a:xfrm>
              <a:prstGeom prst="ellipse">
                <a:avLst/>
              </a:prstGeom>
              <a:solidFill>
                <a:srgbClr val="C0D597"/>
              </a:solidFill>
              <a:ln w="9360" cap="flat">
                <a:solidFill>
                  <a:srgbClr val="445835"/>
                </a:solidFill>
              </a:ln>
              <a:effectLst/>
            </p:spPr>
          </p:sp>
          <p:sp>
            <p:nvSpPr>
              <p:cNvPr id="84" name="SCHEM_ellipse-0082"/>
              <p:cNvSpPr/>
              <p:nvPr/>
            </p:nvSpPr>
            <p:spPr>
              <a:xfrm>
                <a:off x="6645600" y="1987200"/>
                <a:ext cx="331200" cy="331200"/>
              </a:xfrm>
              <a:prstGeom prst="ellipse">
                <a:avLst/>
              </a:prstGeom>
              <a:solidFill>
                <a:srgbClr val="C0D597"/>
              </a:solidFill>
              <a:ln w="9360" cap="flat">
                <a:solidFill>
                  <a:srgbClr val="445835"/>
                </a:solidFill>
              </a:ln>
              <a:effectLst/>
            </p:spPr>
          </p:sp>
          <p:sp>
            <p:nvSpPr>
              <p:cNvPr id="85" name="SCHEM_ellipse-0083"/>
              <p:cNvSpPr/>
              <p:nvPr/>
            </p:nvSpPr>
            <p:spPr>
              <a:xfrm>
                <a:off x="6912000" y="1814400"/>
                <a:ext cx="331200" cy="331200"/>
              </a:xfrm>
              <a:prstGeom prst="ellipse">
                <a:avLst/>
              </a:prstGeom>
              <a:solidFill>
                <a:srgbClr val="C0D597"/>
              </a:solidFill>
              <a:ln w="9360" cap="flat">
                <a:solidFill>
                  <a:srgbClr val="445835"/>
                </a:solidFill>
              </a:ln>
              <a:effectLst/>
            </p:spPr>
          </p:sp>
          <p:sp>
            <p:nvSpPr>
              <p:cNvPr id="86" name="SCHEM_ellipse-0084"/>
              <p:cNvSpPr/>
              <p:nvPr/>
            </p:nvSpPr>
            <p:spPr>
              <a:xfrm>
                <a:off x="5781600" y="2059200"/>
                <a:ext cx="302400" cy="302400"/>
              </a:xfrm>
              <a:prstGeom prst="ellipse">
                <a:avLst/>
              </a:prstGeom>
              <a:solidFill>
                <a:srgbClr val="C0D597"/>
              </a:solidFill>
              <a:ln w="9360" cap="flat">
                <a:solidFill>
                  <a:srgbClr val="445835"/>
                </a:solidFill>
              </a:ln>
              <a:effectLst/>
            </p:spPr>
          </p:sp>
          <p:sp>
            <p:nvSpPr>
              <p:cNvPr id="87" name="SCHEM_ellipse-0085"/>
              <p:cNvSpPr/>
              <p:nvPr/>
            </p:nvSpPr>
            <p:spPr>
              <a:xfrm>
                <a:off x="6322241" y="2205026"/>
                <a:ext cx="80802" cy="80802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88" name="SCHEM_ellipse-0086"/>
              <p:cNvSpPr/>
              <p:nvPr/>
            </p:nvSpPr>
            <p:spPr>
              <a:xfrm>
                <a:off x="4947983" y="1993833"/>
                <a:ext cx="111195" cy="111195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89" name="SCHEM_ellipse-0087"/>
              <p:cNvSpPr/>
              <p:nvPr/>
            </p:nvSpPr>
            <p:spPr>
              <a:xfrm>
                <a:off x="4938031" y="2155729"/>
                <a:ext cx="87102" cy="87102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90" name="SCHEM_ellipse-0088"/>
              <p:cNvSpPr/>
              <p:nvPr/>
            </p:nvSpPr>
            <p:spPr>
              <a:xfrm>
                <a:off x="6218210" y="1633971"/>
                <a:ext cx="80223" cy="80223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91" name="SCHEM_ellipse-0089"/>
              <p:cNvSpPr/>
              <p:nvPr/>
            </p:nvSpPr>
            <p:spPr>
              <a:xfrm>
                <a:off x="5877276" y="1923733"/>
                <a:ext cx="102164" cy="102164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92" name="SCHEM_ellipse-0090"/>
              <p:cNvSpPr/>
              <p:nvPr/>
            </p:nvSpPr>
            <p:spPr>
              <a:xfrm>
                <a:off x="5071496" y="2231456"/>
                <a:ext cx="88486" cy="88486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93" name="SCHEM_ellipse-0091"/>
              <p:cNvSpPr/>
              <p:nvPr/>
            </p:nvSpPr>
            <p:spPr>
              <a:xfrm>
                <a:off x="7120592" y="2159075"/>
                <a:ext cx="108220" cy="108220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94" name="SCHEM_ellipse-0092"/>
              <p:cNvSpPr/>
              <p:nvPr/>
            </p:nvSpPr>
            <p:spPr>
              <a:xfrm>
                <a:off x="6386242" y="2100018"/>
                <a:ext cx="75214" cy="75214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95" name="SCHEM_ellipse-0093"/>
              <p:cNvSpPr/>
              <p:nvPr/>
            </p:nvSpPr>
            <p:spPr>
              <a:xfrm>
                <a:off x="5574417" y="2086137"/>
                <a:ext cx="100749" cy="100749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96" name="SCHEM_ellipse-0094"/>
              <p:cNvSpPr/>
              <p:nvPr/>
            </p:nvSpPr>
            <p:spPr>
              <a:xfrm>
                <a:off x="6127194" y="2184083"/>
                <a:ext cx="97922" cy="97922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97" name="SCHEM_ellipse-0095"/>
              <p:cNvSpPr/>
              <p:nvPr/>
            </p:nvSpPr>
            <p:spPr>
              <a:xfrm>
                <a:off x="6793741" y="1573500"/>
                <a:ext cx="98875" cy="98875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98" name="SCHEM_ellipse-0096"/>
              <p:cNvSpPr/>
              <p:nvPr/>
            </p:nvSpPr>
            <p:spPr>
              <a:xfrm>
                <a:off x="7065220" y="1667452"/>
                <a:ext cx="107797" cy="107797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99" name="SCHEM_ellipse-0097"/>
              <p:cNvSpPr/>
              <p:nvPr/>
            </p:nvSpPr>
            <p:spPr>
              <a:xfrm>
                <a:off x="5382504" y="1611487"/>
                <a:ext cx="76102" cy="76102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00" name="SCHEM_ellipse-0098"/>
              <p:cNvSpPr/>
              <p:nvPr/>
            </p:nvSpPr>
            <p:spPr>
              <a:xfrm>
                <a:off x="6934922" y="1557520"/>
                <a:ext cx="84487" cy="84487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01" name="SCHEM_ellipse-0099"/>
              <p:cNvSpPr/>
              <p:nvPr/>
            </p:nvSpPr>
            <p:spPr>
              <a:xfrm>
                <a:off x="6787768" y="1853954"/>
                <a:ext cx="101991" cy="101991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02" name="SCHEM_ellipse-0100"/>
              <p:cNvSpPr/>
              <p:nvPr/>
            </p:nvSpPr>
            <p:spPr>
              <a:xfrm>
                <a:off x="5625373" y="1949740"/>
                <a:ext cx="82265" cy="82265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03" name="SCHEM_ellipse-0101"/>
              <p:cNvSpPr/>
              <p:nvPr/>
            </p:nvSpPr>
            <p:spPr>
              <a:xfrm>
                <a:off x="5468245" y="1809741"/>
                <a:ext cx="114235" cy="114235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04" name="SCHEM_ellipse-0102"/>
              <p:cNvSpPr/>
              <p:nvPr/>
            </p:nvSpPr>
            <p:spPr>
              <a:xfrm>
                <a:off x="7118237" y="1581204"/>
                <a:ext cx="74780" cy="74780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05" name="SCHEM_ellipse-0103"/>
              <p:cNvSpPr/>
              <p:nvPr/>
            </p:nvSpPr>
            <p:spPr>
              <a:xfrm>
                <a:off x="5675500" y="2213943"/>
                <a:ext cx="81435" cy="81435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06" name="SCHEM_ellipse-0104"/>
              <p:cNvSpPr/>
              <p:nvPr/>
            </p:nvSpPr>
            <p:spPr>
              <a:xfrm>
                <a:off x="6325424" y="1567279"/>
                <a:ext cx="72134" cy="72134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07" name="SCHEM_ellipse-0105"/>
              <p:cNvSpPr/>
              <p:nvPr/>
            </p:nvSpPr>
            <p:spPr>
              <a:xfrm>
                <a:off x="6468555" y="2171533"/>
                <a:ext cx="111492" cy="111492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08" name="SCHEM_ellipse-0106"/>
              <p:cNvSpPr/>
              <p:nvPr/>
            </p:nvSpPr>
            <p:spPr>
              <a:xfrm>
                <a:off x="6088317" y="1677430"/>
                <a:ext cx="87343" cy="87343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09" name="SCHEM_ellipse-0107"/>
              <p:cNvSpPr/>
              <p:nvPr/>
            </p:nvSpPr>
            <p:spPr>
              <a:xfrm>
                <a:off x="6921832" y="1715313"/>
                <a:ext cx="76026" cy="76026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10" name="SCHEM_ellipse-0108"/>
              <p:cNvSpPr/>
              <p:nvPr/>
            </p:nvSpPr>
            <p:spPr>
              <a:xfrm>
                <a:off x="5339570" y="1739171"/>
                <a:ext cx="81792" cy="81792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11" name="SCHEM_ellipse-0109"/>
              <p:cNvSpPr/>
              <p:nvPr/>
            </p:nvSpPr>
            <p:spPr>
              <a:xfrm>
                <a:off x="6431863" y="2015686"/>
                <a:ext cx="74096" cy="74096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12" name="SCHEM_ellipse-0110"/>
              <p:cNvSpPr/>
              <p:nvPr/>
            </p:nvSpPr>
            <p:spPr>
              <a:xfrm>
                <a:off x="5539759" y="1584751"/>
                <a:ext cx="84226" cy="84226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13" name="SCHEM_ellipse-0111"/>
              <p:cNvSpPr/>
              <p:nvPr/>
            </p:nvSpPr>
            <p:spPr>
              <a:xfrm>
                <a:off x="5441944" y="2246185"/>
                <a:ext cx="87643" cy="87643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14" name="SCHEM_ellipse-0112"/>
              <p:cNvSpPr/>
              <p:nvPr/>
            </p:nvSpPr>
            <p:spPr>
              <a:xfrm>
                <a:off x="5686942" y="2059537"/>
                <a:ext cx="81033" cy="81033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15" name="SCHEM_ellipse-0113"/>
              <p:cNvSpPr/>
              <p:nvPr/>
            </p:nvSpPr>
            <p:spPr>
              <a:xfrm>
                <a:off x="6098952" y="1536167"/>
                <a:ext cx="89034" cy="89034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16" name="SCHEM_ellipse-0114"/>
              <p:cNvSpPr/>
              <p:nvPr/>
            </p:nvSpPr>
            <p:spPr>
              <a:xfrm>
                <a:off x="7008028" y="2194546"/>
                <a:ext cx="88678" cy="88678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17" name="SCHEM_ellipse-0115"/>
              <p:cNvSpPr/>
              <p:nvPr/>
            </p:nvSpPr>
            <p:spPr>
              <a:xfrm>
                <a:off x="6268165" y="1724640"/>
                <a:ext cx="113965" cy="113965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18" name="SCHEM_ellipse-0116"/>
              <p:cNvSpPr/>
              <p:nvPr/>
            </p:nvSpPr>
            <p:spPr>
              <a:xfrm>
                <a:off x="5517960" y="1953988"/>
                <a:ext cx="91313" cy="91313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19" name="SCHEM_ellipse-0117"/>
              <p:cNvSpPr/>
              <p:nvPr/>
            </p:nvSpPr>
            <p:spPr>
              <a:xfrm>
                <a:off x="6566839" y="1967547"/>
                <a:ext cx="90394" cy="90394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20" name="SCHEM_ellipse-0118"/>
              <p:cNvSpPr/>
              <p:nvPr/>
            </p:nvSpPr>
            <p:spPr>
              <a:xfrm>
                <a:off x="5465701" y="1705821"/>
                <a:ext cx="89496" cy="89496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21" name="SCHEM_ellipse-0119"/>
              <p:cNvSpPr/>
              <p:nvPr/>
            </p:nvSpPr>
            <p:spPr>
              <a:xfrm>
                <a:off x="5940623" y="1528654"/>
                <a:ext cx="114660" cy="114660"/>
              </a:xfrm>
              <a:prstGeom prst="ellipse">
                <a:avLst/>
              </a:prstGeom>
              <a:solidFill>
                <a:srgbClr val="E9F4EC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22" name="SCHEM_ellipse-0120"/>
              <p:cNvSpPr/>
              <p:nvPr/>
            </p:nvSpPr>
            <p:spPr>
              <a:xfrm>
                <a:off x="6372907" y="1876454"/>
                <a:ext cx="88814" cy="88814"/>
              </a:xfrm>
              <a:prstGeom prst="ellipse">
                <a:avLst/>
              </a:prstGeom>
              <a:solidFill>
                <a:srgbClr val="4C504A"/>
              </a:solidFill>
              <a:ln w="6480" cap="flat">
                <a:solidFill>
                  <a:srgbClr val="384236"/>
                </a:solidFill>
              </a:ln>
              <a:effectLst/>
            </p:spPr>
          </p:sp>
          <p:sp>
            <p:nvSpPr>
              <p:cNvPr id="123" name="SCHEM_rect-0121"/>
              <p:cNvSpPr/>
              <p:nvPr/>
            </p:nvSpPr>
            <p:spPr>
              <a:xfrm>
                <a:off x="4903200" y="2376000"/>
                <a:ext cx="2376000" cy="324000"/>
              </a:xfrm>
              <a:prstGeom prst="rect">
                <a:avLst/>
              </a:prstGeom>
              <a:solidFill>
                <a:srgbClr val="CCDDB3"/>
              </a:soli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124" name="SCHEM_rect-0122"/>
              <p:cNvSpPr/>
              <p:nvPr/>
            </p:nvSpPr>
            <p:spPr>
              <a:xfrm>
                <a:off x="4903200" y="2700000"/>
                <a:ext cx="2376000" cy="921600"/>
              </a:xfrm>
              <a:prstGeom prst="rect">
                <a:avLst/>
              </a:prstGeom>
              <a:solidFill>
                <a:srgbClr val="9FD0E9"/>
              </a:soli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125" name="SCHEM_rect-0123"/>
              <p:cNvSpPr/>
              <p:nvPr/>
            </p:nvSpPr>
            <p:spPr>
              <a:xfrm>
                <a:off x="4903200" y="3621600"/>
                <a:ext cx="2376000" cy="194400"/>
              </a:xfrm>
              <a:prstGeom prst="rect">
                <a:avLst/>
              </a:prstGeom>
              <a:solidFill>
                <a:srgbClr val="E3A49C"/>
              </a:solidFill>
              <a:ln w="7920" cap="flat">
                <a:solidFill>
                  <a:srgbClr val="292929"/>
                </a:solidFill>
              </a:ln>
              <a:effectLst/>
            </p:spPr>
          </p:sp>
          <p:sp>
            <p:nvSpPr>
              <p:cNvPr id="126" name="SCHEM_rect-0124"/>
              <p:cNvSpPr/>
              <p:nvPr/>
            </p:nvSpPr>
            <p:spPr>
              <a:xfrm>
                <a:off x="4903200" y="3816000"/>
                <a:ext cx="2376000" cy="489600"/>
              </a:xfrm>
              <a:prstGeom prst="rect">
                <a:avLst/>
              </a:prstGeom>
              <a:solidFill>
                <a:srgbClr val="C2C2C0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27" name="SCHEM_ellipse-0125"/>
              <p:cNvSpPr/>
              <p:nvPr/>
            </p:nvSpPr>
            <p:spPr>
              <a:xfrm>
                <a:off x="5068800" y="28656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128" name="SCHEM_ellipse-0126"/>
              <p:cNvSpPr/>
              <p:nvPr/>
            </p:nvSpPr>
            <p:spPr>
              <a:xfrm>
                <a:off x="5515200" y="28656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129" name="SCHEM_ellipse-0127"/>
              <p:cNvSpPr/>
              <p:nvPr/>
            </p:nvSpPr>
            <p:spPr>
              <a:xfrm>
                <a:off x="5961600" y="28656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130" name="SCHEM_ellipse-0128"/>
              <p:cNvSpPr/>
              <p:nvPr/>
            </p:nvSpPr>
            <p:spPr>
              <a:xfrm>
                <a:off x="6408000" y="28656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131" name="SCHEM_ellipse-0129"/>
              <p:cNvSpPr/>
              <p:nvPr/>
            </p:nvSpPr>
            <p:spPr>
              <a:xfrm>
                <a:off x="6854400" y="28656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132" name="SCHEM_ellipse-0130"/>
              <p:cNvSpPr/>
              <p:nvPr/>
            </p:nvSpPr>
            <p:spPr>
              <a:xfrm>
                <a:off x="5148000" y="31392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133" name="SCHEM_ellipse-0131"/>
              <p:cNvSpPr/>
              <p:nvPr/>
            </p:nvSpPr>
            <p:spPr>
              <a:xfrm>
                <a:off x="5594400" y="31392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134" name="SCHEM_ellipse-0132"/>
              <p:cNvSpPr/>
              <p:nvPr/>
            </p:nvSpPr>
            <p:spPr>
              <a:xfrm>
                <a:off x="6040800" y="31392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135" name="SCHEM_ellipse-0133"/>
              <p:cNvSpPr/>
              <p:nvPr/>
            </p:nvSpPr>
            <p:spPr>
              <a:xfrm>
                <a:off x="6487200" y="31392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136" name="SCHEM_ellipse-0134"/>
              <p:cNvSpPr/>
              <p:nvPr/>
            </p:nvSpPr>
            <p:spPr>
              <a:xfrm>
                <a:off x="6933600" y="31392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sp>
            <p:nvSpPr>
              <p:cNvPr id="137" name="SCHEM_ellipse-0135"/>
              <p:cNvSpPr/>
              <p:nvPr/>
            </p:nvSpPr>
            <p:spPr>
              <a:xfrm>
                <a:off x="5068800" y="3412800"/>
                <a:ext cx="100800" cy="100800"/>
              </a:xfrm>
              <a:prstGeom prst="ellipse">
                <a:avLst/>
              </a:prstGeom>
              <a:solidFill>
                <a:srgbClr val="6EBEE8"/>
              </a:solidFill>
              <a:ln w="7200" cap="flat">
                <a:solidFill>
                  <a:srgbClr val="258CC2"/>
                </a:solidFill>
              </a:ln>
              <a:effectLst/>
            </p:spPr>
          </p:sp>
          <p:cxnSp>
            <p:nvCxnSpPr>
              <p:cNvPr id="138" name="SCHEM_line-0136"/>
              <p:cNvCxnSpPr/>
              <p:nvPr/>
            </p:nvCxnSpPr>
            <p:spPr>
              <a:xfrm>
                <a:off x="5493600" y="3060000"/>
                <a:ext cx="1" cy="439200"/>
              </a:xfrm>
              <a:prstGeom prst="line">
                <a:avLst/>
              </a:prstGeom>
              <a:noFill/>
              <a:ln w="21600" cap="flat">
                <a:solidFill>
                  <a:srgbClr val="1689C0"/>
                </a:solidFill>
                <a:tailEnd type="triangle" w="med" len="med"/>
              </a:ln>
              <a:effectLst/>
            </p:spPr>
          </p:cxnSp>
          <p:cxnSp>
            <p:nvCxnSpPr>
              <p:cNvPr id="139" name="SCHEM_line-0137"/>
              <p:cNvCxnSpPr/>
              <p:nvPr/>
            </p:nvCxnSpPr>
            <p:spPr>
              <a:xfrm>
                <a:off x="6012000" y="3060000"/>
                <a:ext cx="1" cy="439200"/>
              </a:xfrm>
              <a:prstGeom prst="line">
                <a:avLst/>
              </a:prstGeom>
              <a:noFill/>
              <a:ln w="21600" cap="flat">
                <a:solidFill>
                  <a:srgbClr val="1689C0"/>
                </a:solidFill>
                <a:tailEnd type="triangle" w="med" len="med"/>
              </a:ln>
              <a:effectLst/>
            </p:spPr>
          </p:cxnSp>
          <p:cxnSp>
            <p:nvCxnSpPr>
              <p:cNvPr id="140" name="SCHEM_line-0138"/>
              <p:cNvCxnSpPr/>
              <p:nvPr/>
            </p:nvCxnSpPr>
            <p:spPr>
              <a:xfrm>
                <a:off x="6732000" y="3060000"/>
                <a:ext cx="1" cy="439200"/>
              </a:xfrm>
              <a:prstGeom prst="line">
                <a:avLst/>
              </a:prstGeom>
              <a:noFill/>
              <a:ln w="21600" cap="flat">
                <a:solidFill>
                  <a:srgbClr val="1689C0"/>
                </a:solidFill>
                <a:tailEnd type="triangle" w="med" len="med"/>
              </a:ln>
              <a:effectLst/>
            </p:spPr>
          </p:cxnSp>
        </p:grpSp>
        <p:sp>
          <p:nvSpPr>
            <p:cNvPr id="141" name="SCHEM_text-0139"/>
            <p:cNvSpPr txBox="1"/>
            <p:nvPr/>
          </p:nvSpPr>
          <p:spPr>
            <a:xfrm>
              <a:off x="5083200" y="1195200"/>
              <a:ext cx="20160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Positive current collector</a:t>
              </a:r>
              <a:endParaRPr lang="en-US" sz="1191"/>
            </a:p>
          </p:txBody>
        </p:sp>
        <p:cxnSp>
          <p:nvCxnSpPr>
            <p:cNvPr id="142" name="SCHEM_line-0140"/>
            <p:cNvCxnSpPr/>
            <p:nvPr/>
          </p:nvCxnSpPr>
          <p:spPr>
            <a:xfrm>
              <a:off x="5256000" y="7488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cxnSp>
          <p:nvCxnSpPr>
            <p:cNvPr id="143" name="SCHEM_line-0141"/>
            <p:cNvCxnSpPr/>
            <p:nvPr/>
          </p:nvCxnSpPr>
          <p:spPr>
            <a:xfrm flipV="1">
              <a:off x="5256000" y="44064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cxnSp>
          <p:nvCxnSpPr>
            <p:cNvPr id="144" name="SCHEM_line-0142"/>
            <p:cNvCxnSpPr/>
            <p:nvPr/>
          </p:nvCxnSpPr>
          <p:spPr>
            <a:xfrm>
              <a:off x="5781600" y="7488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cxnSp>
          <p:nvCxnSpPr>
            <p:cNvPr id="145" name="SCHEM_line-0143"/>
            <p:cNvCxnSpPr/>
            <p:nvPr/>
          </p:nvCxnSpPr>
          <p:spPr>
            <a:xfrm flipV="1">
              <a:off x="5781600" y="44064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cxnSp>
          <p:nvCxnSpPr>
            <p:cNvPr id="146" name="SCHEM_line-0144"/>
            <p:cNvCxnSpPr/>
            <p:nvPr/>
          </p:nvCxnSpPr>
          <p:spPr>
            <a:xfrm>
              <a:off x="6336000" y="7488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cxnSp>
          <p:nvCxnSpPr>
            <p:cNvPr id="147" name="SCHEM_line-0145"/>
            <p:cNvCxnSpPr/>
            <p:nvPr/>
          </p:nvCxnSpPr>
          <p:spPr>
            <a:xfrm flipV="1">
              <a:off x="6336000" y="44064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cxnSp>
          <p:nvCxnSpPr>
            <p:cNvPr id="148" name="SCHEM_line-0146"/>
            <p:cNvCxnSpPr/>
            <p:nvPr/>
          </p:nvCxnSpPr>
          <p:spPr>
            <a:xfrm>
              <a:off x="6876000" y="7488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cxnSp>
          <p:nvCxnSpPr>
            <p:cNvPr id="149" name="SCHEM_line-0147"/>
            <p:cNvCxnSpPr/>
            <p:nvPr/>
          </p:nvCxnSpPr>
          <p:spPr>
            <a:xfrm flipV="1">
              <a:off x="6876000" y="44064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sp>
          <p:nvSpPr>
            <p:cNvPr id="150" name="SCHEM_text-0148"/>
            <p:cNvSpPr txBox="1"/>
            <p:nvPr/>
          </p:nvSpPr>
          <p:spPr>
            <a:xfrm>
              <a:off x="5277600" y="4752000"/>
              <a:ext cx="2088000" cy="2498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Operating pressure: 10 MPa</a:t>
              </a:r>
              <a:endParaRPr lang="en-US" sz="1247"/>
            </a:p>
          </p:txBody>
        </p:sp>
        <p:sp>
          <p:nvSpPr>
            <p:cNvPr id="151" name="SCHEM_text-0149"/>
            <p:cNvSpPr txBox="1"/>
            <p:nvPr/>
          </p:nvSpPr>
          <p:spPr>
            <a:xfrm>
              <a:off x="6775200" y="3045600"/>
              <a:ext cx="468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 b="1">
                  <a:solidFill>
                    <a:srgbClr val="0877AF"/>
                  </a:solidFill>
                  <a:latin typeface="Times New Roman"/>
                  <a:ea typeface="Times New Roman"/>
                  <a:cs typeface="Times New Roman"/>
                </a:rPr>
                <a:t>Na⁺</a:t>
              </a:r>
              <a:endParaRPr lang="en-US" sz="1361"/>
            </a:p>
          </p:txBody>
        </p:sp>
        <p:sp>
          <p:nvSpPr>
            <p:cNvPr id="152" name="SCHEM_text-0150"/>
            <p:cNvSpPr txBox="1"/>
            <p:nvPr/>
          </p:nvSpPr>
          <p:spPr>
            <a:xfrm>
              <a:off x="1346400" y="475200"/>
              <a:ext cx="2952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As-assembled (no Na metal)</a:t>
              </a:r>
              <a:endParaRPr lang="en-US" sz="1531"/>
            </a:p>
          </p:txBody>
        </p:sp>
        <p:sp>
          <p:nvSpPr>
            <p:cNvPr id="153" name="SCHEM_text-0151"/>
            <p:cNvSpPr txBox="1"/>
            <p:nvPr/>
          </p:nvSpPr>
          <p:spPr>
            <a:xfrm>
              <a:off x="4456800" y="475200"/>
              <a:ext cx="3175200" cy="2887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Charged state (Na plated at interface)</a:t>
              </a:r>
              <a:endParaRPr lang="en-US" sz="1474"/>
            </a:p>
          </p:txBody>
        </p:sp>
        <p:sp>
          <p:nvSpPr>
            <p:cNvPr id="154" name="SCHEM_text-0152"/>
            <p:cNvSpPr txBox="1"/>
            <p:nvPr/>
          </p:nvSpPr>
          <p:spPr>
            <a:xfrm>
              <a:off x="57600" y="1562400"/>
              <a:ext cx="1094400" cy="6969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r">
                <a:buNone/>
              </a:pPr>
              <a:r>
                <a:rPr lang="en-US" sz="96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NaCrO₂</a:t>
              </a:r>
              <a:endParaRPr lang="en-US" sz="964"/>
            </a:p>
            <a:p>
              <a:pPr algn="r">
                <a:buNone/>
              </a:pPr>
              <a:r>
                <a:rPr lang="en-US" sz="96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composite cathode</a:t>
              </a:r>
              <a:endParaRPr lang="en-US" sz="964"/>
            </a:p>
            <a:p>
              <a:pPr algn="r">
                <a:buNone/>
              </a:pPr>
              <a:r>
                <a:rPr lang="en-US" sz="96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(active material +</a:t>
              </a:r>
              <a:endParaRPr lang="en-US" sz="964"/>
            </a:p>
            <a:p>
              <a:pPr algn="r">
                <a:buNone/>
              </a:pPr>
              <a:r>
                <a:rPr lang="en-US" sz="96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catholyte + carbon)</a:t>
              </a:r>
              <a:endParaRPr lang="en-US" sz="964"/>
            </a:p>
          </p:txBody>
        </p:sp>
        <p:sp>
          <p:nvSpPr>
            <p:cNvPr id="155" name="SCHEM_path-0153"/>
            <p:cNvSpPr/>
            <p:nvPr/>
          </p:nvSpPr>
          <p:spPr>
            <a:xfrm>
              <a:off x="1188000" y="1519200"/>
              <a:ext cx="64800" cy="842400"/>
            </a:xfrm>
            <a:custGeom>
              <a:avLst/>
              <a:gdLst/>
              <a:ahLst/>
              <a:cxnLst/>
              <a:rect l="0" t="0" r="r" b="b"/>
              <a:pathLst>
                <a:path w="64800" h="842400">
                  <a:moveTo>
                    <a:pt x="64800" y="0"/>
                  </a:moveTo>
                  <a:lnTo>
                    <a:pt x="0" y="0"/>
                  </a:lnTo>
                  <a:lnTo>
                    <a:pt x="0" y="842400"/>
                  </a:lnTo>
                  <a:lnTo>
                    <a:pt x="64800" y="842400"/>
                  </a:lnTo>
                </a:path>
              </a:pathLst>
            </a:custGeom>
            <a:noFill/>
            <a:ln w="8640" cap="flat">
              <a:solidFill>
                <a:srgbClr val="292929"/>
              </a:solidFill>
            </a:ln>
            <a:effectLst/>
          </p:spPr>
        </p:sp>
        <p:sp>
          <p:nvSpPr>
            <p:cNvPr id="156" name="SCHEM_text-0154"/>
            <p:cNvSpPr txBox="1"/>
            <p:nvPr/>
          </p:nvSpPr>
          <p:spPr>
            <a:xfrm>
              <a:off x="194400" y="2390400"/>
              <a:ext cx="907200" cy="4248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r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a-NYZC</a:t>
              </a:r>
              <a:endParaRPr lang="en-US" sz="1134"/>
            </a:p>
            <a:p>
              <a:pPr algn="r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protective layer</a:t>
              </a:r>
              <a:endParaRPr lang="en-US" sz="1134"/>
            </a:p>
          </p:txBody>
        </p:sp>
        <p:cxnSp>
          <p:nvCxnSpPr>
            <p:cNvPr id="157" name="SCHEM_line-0155"/>
            <p:cNvCxnSpPr/>
            <p:nvPr/>
          </p:nvCxnSpPr>
          <p:spPr>
            <a:xfrm>
              <a:off x="1144800" y="2556000"/>
              <a:ext cx="187200" cy="144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58" name="SCHEM_ellipse-0156"/>
            <p:cNvSpPr/>
            <p:nvPr/>
          </p:nvSpPr>
          <p:spPr>
            <a:xfrm>
              <a:off x="1310400" y="25488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159" name="SCHEM_text-0157"/>
            <p:cNvSpPr txBox="1"/>
            <p:nvPr/>
          </p:nvSpPr>
          <p:spPr>
            <a:xfrm>
              <a:off x="122400" y="3189600"/>
              <a:ext cx="1202400" cy="220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07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NBH solid electrolyte</a:t>
              </a:r>
              <a:endParaRPr lang="en-US" sz="1077"/>
            </a:p>
          </p:txBody>
        </p:sp>
        <p:cxnSp>
          <p:nvCxnSpPr>
            <p:cNvPr id="160" name="SCHEM_line-0158"/>
            <p:cNvCxnSpPr/>
            <p:nvPr/>
          </p:nvCxnSpPr>
          <p:spPr>
            <a:xfrm>
              <a:off x="1267200" y="3276000"/>
              <a:ext cx="165600" cy="72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61" name="SCHEM_ellipse-0159"/>
            <p:cNvSpPr/>
            <p:nvPr/>
          </p:nvSpPr>
          <p:spPr>
            <a:xfrm>
              <a:off x="1411200" y="32616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162" name="SCHEM_text-0160"/>
            <p:cNvSpPr txBox="1"/>
            <p:nvPr/>
          </p:nvSpPr>
          <p:spPr>
            <a:xfrm>
              <a:off x="108000" y="3945600"/>
              <a:ext cx="1188000" cy="4248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r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Aluminium pellet</a:t>
              </a:r>
              <a:endParaRPr lang="en-US" sz="1134"/>
            </a:p>
            <a:p>
              <a:pPr algn="r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current collector</a:t>
              </a:r>
              <a:endParaRPr lang="en-US" sz="1134"/>
            </a:p>
          </p:txBody>
        </p:sp>
        <p:cxnSp>
          <p:nvCxnSpPr>
            <p:cNvPr id="163" name="SCHEM_line-0161"/>
            <p:cNvCxnSpPr/>
            <p:nvPr/>
          </p:nvCxnSpPr>
          <p:spPr>
            <a:xfrm>
              <a:off x="1260000" y="4032000"/>
              <a:ext cx="151200" cy="432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64" name="SCHEM_ellipse-0162"/>
            <p:cNvSpPr/>
            <p:nvPr/>
          </p:nvSpPr>
          <p:spPr>
            <a:xfrm>
              <a:off x="1389600" y="40536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165" name="SCHEM_text-0163"/>
            <p:cNvSpPr txBox="1"/>
            <p:nvPr/>
          </p:nvSpPr>
          <p:spPr>
            <a:xfrm>
              <a:off x="3859200" y="1965600"/>
              <a:ext cx="936000" cy="463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24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Charge</a:t>
              </a:r>
              <a:endParaRPr lang="en-US" sz="1247"/>
            </a:p>
            <a:p>
              <a:pPr algn="ctr">
                <a:buNone/>
              </a:pPr>
              <a:r>
                <a:rPr lang="en-US" sz="124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(plate Na)</a:t>
              </a:r>
              <a:endParaRPr lang="en-US" sz="1247"/>
            </a:p>
          </p:txBody>
        </p:sp>
        <p:cxnSp>
          <p:nvCxnSpPr>
            <p:cNvPr id="166" name="SCHEM_line-0164"/>
            <p:cNvCxnSpPr/>
            <p:nvPr/>
          </p:nvCxnSpPr>
          <p:spPr>
            <a:xfrm>
              <a:off x="3852000" y="2448000"/>
              <a:ext cx="856800" cy="1"/>
            </a:xfrm>
            <a:prstGeom prst="line">
              <a:avLst/>
            </a:prstGeom>
            <a:noFill/>
            <a:ln w="28800" cap="flat">
              <a:solidFill>
                <a:srgbClr val="55A9D6"/>
              </a:solidFill>
              <a:tailEnd type="triangle" w="med" len="med"/>
            </a:ln>
            <a:effectLst/>
          </p:spPr>
        </p:cxnSp>
        <p:cxnSp>
          <p:nvCxnSpPr>
            <p:cNvPr id="167" name="SCHEM_line-0165"/>
            <p:cNvCxnSpPr/>
            <p:nvPr/>
          </p:nvCxnSpPr>
          <p:spPr>
            <a:xfrm flipH="1">
              <a:off x="3859200" y="2757600"/>
              <a:ext cx="856800" cy="1"/>
            </a:xfrm>
            <a:prstGeom prst="line">
              <a:avLst/>
            </a:prstGeom>
            <a:noFill/>
            <a:ln w="28800" cap="flat">
              <a:solidFill>
                <a:srgbClr val="C66A63"/>
              </a:solidFill>
              <a:tailEnd type="triangle" w="med" len="med"/>
            </a:ln>
            <a:effectLst/>
          </p:spPr>
        </p:cxnSp>
        <p:sp>
          <p:nvSpPr>
            <p:cNvPr id="168" name="SCHEM_text-0166"/>
            <p:cNvSpPr txBox="1"/>
            <p:nvPr/>
          </p:nvSpPr>
          <p:spPr>
            <a:xfrm>
              <a:off x="3873600" y="2916000"/>
              <a:ext cx="936000" cy="463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24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Strip</a:t>
              </a:r>
              <a:endParaRPr lang="en-US" sz="1247"/>
            </a:p>
            <a:p>
              <a:pPr algn="ctr">
                <a:buNone/>
              </a:pPr>
              <a:r>
                <a:rPr lang="en-US" sz="124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(remove Na)</a:t>
              </a:r>
              <a:endParaRPr lang="en-US" sz="1247"/>
            </a:p>
          </p:txBody>
        </p:sp>
        <p:sp>
          <p:nvSpPr>
            <p:cNvPr id="169" name="SCHEM_text-0167"/>
            <p:cNvSpPr txBox="1"/>
            <p:nvPr/>
          </p:nvSpPr>
          <p:spPr>
            <a:xfrm>
              <a:off x="5184000" y="3643200"/>
              <a:ext cx="1836000" cy="2109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020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 metal (plated)</a:t>
              </a:r>
              <a:endParaRPr lang="en-US" sz="1020"/>
            </a:p>
          </p:txBody>
        </p:sp>
        <p:sp>
          <p:nvSpPr>
            <p:cNvPr id="170" name="SCHEM_rect-0168"/>
            <p:cNvSpPr/>
            <p:nvPr/>
          </p:nvSpPr>
          <p:spPr>
            <a:xfrm>
              <a:off x="6876000" y="3600000"/>
              <a:ext cx="410400" cy="338400"/>
            </a:xfrm>
            <a:prstGeom prst="rect">
              <a:avLst/>
            </a:prstGeom>
            <a:noFill/>
            <a:ln w="10800" cap="flat">
              <a:solidFill>
                <a:srgbClr val="292929"/>
              </a:solidFill>
              <a:prstDash val="dash"/>
            </a:ln>
            <a:effectLst/>
          </p:spPr>
        </p:sp>
        <p:cxnSp>
          <p:nvCxnSpPr>
            <p:cNvPr id="171" name="SCHEM_line-0169"/>
            <p:cNvCxnSpPr/>
            <p:nvPr/>
          </p:nvCxnSpPr>
          <p:spPr>
            <a:xfrm flipV="1">
              <a:off x="7264800" y="820800"/>
              <a:ext cx="604800" cy="2779200"/>
            </a:xfrm>
            <a:prstGeom prst="line">
              <a:avLst/>
            </a:prstGeom>
            <a:noFill/>
            <a:ln w="9360" cap="flat">
              <a:solidFill>
                <a:srgbClr val="292929"/>
              </a:solidFill>
              <a:prstDash val="dash"/>
            </a:ln>
            <a:effectLst/>
          </p:spPr>
        </p:cxnSp>
        <p:cxnSp>
          <p:nvCxnSpPr>
            <p:cNvPr id="172" name="SCHEM_line-0170"/>
            <p:cNvCxnSpPr/>
            <p:nvPr/>
          </p:nvCxnSpPr>
          <p:spPr>
            <a:xfrm flipV="1">
              <a:off x="7286400" y="2736000"/>
              <a:ext cx="583200" cy="1202400"/>
            </a:xfrm>
            <a:prstGeom prst="line">
              <a:avLst/>
            </a:prstGeom>
            <a:noFill/>
            <a:ln w="9360" cap="flat">
              <a:solidFill>
                <a:srgbClr val="292929"/>
              </a:solidFill>
              <a:prstDash val="dash"/>
            </a:ln>
            <a:effectLst/>
          </p:spPr>
        </p:cxnSp>
        <p:cxnSp>
          <p:nvCxnSpPr>
            <p:cNvPr id="173" name="SCHEM_line-0171"/>
            <p:cNvCxnSpPr/>
            <p:nvPr/>
          </p:nvCxnSpPr>
          <p:spPr>
            <a:xfrm>
              <a:off x="7509600" y="496800"/>
              <a:ext cx="1" cy="4528800"/>
            </a:xfrm>
            <a:prstGeom prst="line">
              <a:avLst/>
            </a:prstGeom>
            <a:noFill/>
            <a:ln w="7200" cap="flat">
              <a:solidFill>
                <a:srgbClr val="777772"/>
              </a:solidFill>
              <a:prstDash val="dash"/>
            </a:ln>
            <a:effectLst/>
          </p:spPr>
        </p:cxnSp>
        <p:sp>
          <p:nvSpPr>
            <p:cNvPr id="174" name="SCHEM_text-0172"/>
            <p:cNvSpPr txBox="1"/>
            <p:nvPr/>
          </p:nvSpPr>
          <p:spPr>
            <a:xfrm>
              <a:off x="7956000" y="489600"/>
              <a:ext cx="3528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Al / Na / NBH interface (charged state)</a:t>
              </a:r>
              <a:endParaRPr lang="en-US" sz="1417"/>
            </a:p>
          </p:txBody>
        </p:sp>
        <p:grpSp>
          <p:nvGrpSpPr>
            <p:cNvPr id="175" name="SCHEM_charged-interface"/>
            <p:cNvGrpSpPr/>
            <p:nvPr/>
          </p:nvGrpSpPr>
          <p:grpSpPr>
            <a:xfrm>
              <a:off x="7869600" y="820800"/>
              <a:ext cx="2160000" cy="1915200"/>
              <a:chOff x="7869600" y="820800"/>
              <a:chExt cx="2160000" cy="1915200"/>
            </a:xfrm>
          </p:grpSpPr>
          <p:sp>
            <p:nvSpPr>
              <p:cNvPr id="176" name="SCHEM_rect-0174"/>
              <p:cNvSpPr/>
              <p:nvPr/>
            </p:nvSpPr>
            <p:spPr>
              <a:xfrm>
                <a:off x="7869600" y="820800"/>
                <a:ext cx="2160000" cy="1238400"/>
              </a:xfrm>
              <a:prstGeom prst="rect">
                <a:avLst/>
              </a:prstGeom>
              <a:solidFill>
                <a:srgbClr val="ABD9EC"/>
              </a:solidFill>
              <a:ln w="9360" cap="flat">
                <a:noFill/>
              </a:ln>
              <a:effectLst/>
            </p:spPr>
          </p:sp>
          <p:sp>
            <p:nvSpPr>
              <p:cNvPr id="177" name="SCHEM_rect-0175"/>
              <p:cNvSpPr/>
              <p:nvPr/>
            </p:nvSpPr>
            <p:spPr>
              <a:xfrm>
                <a:off x="7869600" y="2059200"/>
                <a:ext cx="2160000" cy="676800"/>
              </a:xfrm>
              <a:prstGeom prst="rect">
                <a:avLst/>
              </a:prstGeom>
              <a:solidFill>
                <a:srgbClr val="C4C4C0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78" name="SCHEM_ellipse-0176"/>
              <p:cNvSpPr/>
              <p:nvPr/>
            </p:nvSpPr>
            <p:spPr>
              <a:xfrm>
                <a:off x="8035200" y="1324800"/>
                <a:ext cx="100800" cy="100800"/>
              </a:xfrm>
              <a:prstGeom prst="ellipse">
                <a:avLst/>
              </a:prstGeom>
              <a:solidFill>
                <a:srgbClr val="72BEE7"/>
              </a:solidFill>
              <a:ln w="7200" cap="flat">
                <a:solidFill>
                  <a:srgbClr val="278CB9"/>
                </a:solidFill>
              </a:ln>
              <a:effectLst/>
            </p:spPr>
          </p:sp>
          <p:sp>
            <p:nvSpPr>
              <p:cNvPr id="179" name="SCHEM_ellipse-0177"/>
              <p:cNvSpPr/>
              <p:nvPr/>
            </p:nvSpPr>
            <p:spPr>
              <a:xfrm>
                <a:off x="8258400" y="1130400"/>
                <a:ext cx="100800" cy="100800"/>
              </a:xfrm>
              <a:prstGeom prst="ellipse">
                <a:avLst/>
              </a:prstGeom>
              <a:solidFill>
                <a:srgbClr val="72BEE7"/>
              </a:solidFill>
              <a:ln w="7200" cap="flat">
                <a:solidFill>
                  <a:srgbClr val="278CB9"/>
                </a:solidFill>
              </a:ln>
              <a:effectLst/>
            </p:spPr>
          </p:sp>
          <p:sp>
            <p:nvSpPr>
              <p:cNvPr id="180" name="SCHEM_ellipse-0178"/>
              <p:cNvSpPr/>
              <p:nvPr/>
            </p:nvSpPr>
            <p:spPr>
              <a:xfrm>
                <a:off x="8820000" y="1238400"/>
                <a:ext cx="100800" cy="100800"/>
              </a:xfrm>
              <a:prstGeom prst="ellipse">
                <a:avLst/>
              </a:prstGeom>
              <a:solidFill>
                <a:srgbClr val="72BEE7"/>
              </a:solidFill>
              <a:ln w="7200" cap="flat">
                <a:solidFill>
                  <a:srgbClr val="278CB9"/>
                </a:solidFill>
              </a:ln>
              <a:effectLst/>
            </p:spPr>
          </p:sp>
          <p:sp>
            <p:nvSpPr>
              <p:cNvPr id="181" name="SCHEM_ellipse-0179"/>
              <p:cNvSpPr/>
              <p:nvPr/>
            </p:nvSpPr>
            <p:spPr>
              <a:xfrm>
                <a:off x="9064800" y="1080000"/>
                <a:ext cx="100800" cy="100800"/>
              </a:xfrm>
              <a:prstGeom prst="ellipse">
                <a:avLst/>
              </a:prstGeom>
              <a:solidFill>
                <a:srgbClr val="72BEE7"/>
              </a:solidFill>
              <a:ln w="7200" cap="flat">
                <a:solidFill>
                  <a:srgbClr val="278CB9"/>
                </a:solidFill>
              </a:ln>
              <a:effectLst/>
            </p:spPr>
          </p:sp>
          <p:sp>
            <p:nvSpPr>
              <p:cNvPr id="182" name="SCHEM_ellipse-0180"/>
              <p:cNvSpPr/>
              <p:nvPr/>
            </p:nvSpPr>
            <p:spPr>
              <a:xfrm>
                <a:off x="9547200" y="972000"/>
                <a:ext cx="100800" cy="100800"/>
              </a:xfrm>
              <a:prstGeom prst="ellipse">
                <a:avLst/>
              </a:prstGeom>
              <a:solidFill>
                <a:srgbClr val="72BEE7"/>
              </a:solidFill>
              <a:ln w="7200" cap="flat">
                <a:solidFill>
                  <a:srgbClr val="278CB9"/>
                </a:solidFill>
              </a:ln>
              <a:effectLst/>
            </p:spPr>
          </p:sp>
          <p:sp>
            <p:nvSpPr>
              <p:cNvPr id="183" name="SCHEM_ellipse-0181"/>
              <p:cNvSpPr/>
              <p:nvPr/>
            </p:nvSpPr>
            <p:spPr>
              <a:xfrm>
                <a:off x="9633600" y="1216800"/>
                <a:ext cx="100800" cy="100800"/>
              </a:xfrm>
              <a:prstGeom prst="ellipse">
                <a:avLst/>
              </a:prstGeom>
              <a:solidFill>
                <a:srgbClr val="72BEE7"/>
              </a:solidFill>
              <a:ln w="7200" cap="flat">
                <a:solidFill>
                  <a:srgbClr val="278CB9"/>
                </a:solidFill>
              </a:ln>
              <a:effectLst/>
            </p:spPr>
          </p:sp>
          <p:sp>
            <p:nvSpPr>
              <p:cNvPr id="184" name="SCHEM_ellipse-0182"/>
              <p:cNvSpPr/>
              <p:nvPr/>
            </p:nvSpPr>
            <p:spPr>
              <a:xfrm>
                <a:off x="7876800" y="1699200"/>
                <a:ext cx="187200" cy="1872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185" name="SCHEM_ellipse-0183"/>
              <p:cNvSpPr/>
              <p:nvPr/>
            </p:nvSpPr>
            <p:spPr>
              <a:xfrm>
                <a:off x="8078400" y="1720800"/>
                <a:ext cx="201600" cy="2016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186" name="SCHEM_ellipse-0184"/>
              <p:cNvSpPr/>
              <p:nvPr/>
            </p:nvSpPr>
            <p:spPr>
              <a:xfrm>
                <a:off x="8280000" y="1684800"/>
                <a:ext cx="216000" cy="2160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187" name="SCHEM_ellipse-0185"/>
              <p:cNvSpPr/>
              <p:nvPr/>
            </p:nvSpPr>
            <p:spPr>
              <a:xfrm>
                <a:off x="8503200" y="1728000"/>
                <a:ext cx="187200" cy="1872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188" name="SCHEM_ellipse-0186"/>
              <p:cNvSpPr/>
              <p:nvPr/>
            </p:nvSpPr>
            <p:spPr>
              <a:xfrm>
                <a:off x="8704800" y="1692000"/>
                <a:ext cx="201600" cy="2016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189" name="SCHEM_ellipse-0187"/>
              <p:cNvSpPr/>
              <p:nvPr/>
            </p:nvSpPr>
            <p:spPr>
              <a:xfrm>
                <a:off x="8906400" y="1713600"/>
                <a:ext cx="216000" cy="2160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190" name="SCHEM_ellipse-0188"/>
              <p:cNvSpPr/>
              <p:nvPr/>
            </p:nvSpPr>
            <p:spPr>
              <a:xfrm>
                <a:off x="9129600" y="1699200"/>
                <a:ext cx="187200" cy="1872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191" name="SCHEM_ellipse-0189"/>
              <p:cNvSpPr/>
              <p:nvPr/>
            </p:nvSpPr>
            <p:spPr>
              <a:xfrm>
                <a:off x="9331200" y="1720800"/>
                <a:ext cx="201600" cy="2016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192" name="SCHEM_ellipse-0190"/>
              <p:cNvSpPr/>
              <p:nvPr/>
            </p:nvSpPr>
            <p:spPr>
              <a:xfrm>
                <a:off x="9532800" y="1684800"/>
                <a:ext cx="216000" cy="2160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193" name="SCHEM_ellipse-0191"/>
              <p:cNvSpPr/>
              <p:nvPr/>
            </p:nvSpPr>
            <p:spPr>
              <a:xfrm>
                <a:off x="9756000" y="1728000"/>
                <a:ext cx="187200" cy="1872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194" name="SCHEM_ellipse-0192"/>
              <p:cNvSpPr/>
              <p:nvPr/>
            </p:nvSpPr>
            <p:spPr>
              <a:xfrm>
                <a:off x="7905600" y="1872000"/>
                <a:ext cx="187200" cy="1872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195" name="SCHEM_ellipse-0193"/>
              <p:cNvSpPr/>
              <p:nvPr/>
            </p:nvSpPr>
            <p:spPr>
              <a:xfrm>
                <a:off x="8107200" y="1893600"/>
                <a:ext cx="201600" cy="2016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196" name="SCHEM_ellipse-0194"/>
              <p:cNvSpPr/>
              <p:nvPr/>
            </p:nvSpPr>
            <p:spPr>
              <a:xfrm>
                <a:off x="8308800" y="1857600"/>
                <a:ext cx="216000" cy="2160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197" name="SCHEM_ellipse-0195"/>
              <p:cNvSpPr/>
              <p:nvPr/>
            </p:nvSpPr>
            <p:spPr>
              <a:xfrm>
                <a:off x="8532000" y="1900800"/>
                <a:ext cx="187200" cy="1872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198" name="SCHEM_ellipse-0196"/>
              <p:cNvSpPr/>
              <p:nvPr/>
            </p:nvSpPr>
            <p:spPr>
              <a:xfrm>
                <a:off x="8733600" y="1864800"/>
                <a:ext cx="201600" cy="2016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199" name="SCHEM_ellipse-0197"/>
              <p:cNvSpPr/>
              <p:nvPr/>
            </p:nvSpPr>
            <p:spPr>
              <a:xfrm>
                <a:off x="8935200" y="1886400"/>
                <a:ext cx="216000" cy="2160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200" name="SCHEM_ellipse-0198"/>
              <p:cNvSpPr/>
              <p:nvPr/>
            </p:nvSpPr>
            <p:spPr>
              <a:xfrm>
                <a:off x="9158400" y="1872000"/>
                <a:ext cx="187200" cy="1872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201" name="SCHEM_ellipse-0199"/>
              <p:cNvSpPr/>
              <p:nvPr/>
            </p:nvSpPr>
            <p:spPr>
              <a:xfrm>
                <a:off x="9360000" y="1893600"/>
                <a:ext cx="201600" cy="2016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202" name="SCHEM_ellipse-0200"/>
              <p:cNvSpPr/>
              <p:nvPr/>
            </p:nvSpPr>
            <p:spPr>
              <a:xfrm>
                <a:off x="9561600" y="1857600"/>
                <a:ext cx="216000" cy="2160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203" name="SCHEM_ellipse-0201"/>
              <p:cNvSpPr/>
              <p:nvPr/>
            </p:nvSpPr>
            <p:spPr>
              <a:xfrm>
                <a:off x="9784800" y="1900800"/>
                <a:ext cx="187200" cy="187200"/>
              </a:xfrm>
              <a:prstGeom prst="ellipse">
                <a:avLst/>
              </a:prstGeom>
              <a:solidFill>
                <a:srgbClr val="E5A59C"/>
              </a:solidFill>
              <a:ln w="7200" cap="flat">
                <a:solidFill>
                  <a:srgbClr val="8E6159"/>
                </a:solidFill>
              </a:ln>
              <a:effectLst/>
            </p:spPr>
          </p:sp>
          <p:sp>
            <p:nvSpPr>
              <p:cNvPr id="204" name="SCHEM_rect-0202"/>
              <p:cNvSpPr/>
              <p:nvPr/>
            </p:nvSpPr>
            <p:spPr>
              <a:xfrm>
                <a:off x="7869600" y="820800"/>
                <a:ext cx="2160000" cy="1915200"/>
              </a:xfrm>
              <a:prstGeom prst="rect">
                <a:avLst/>
              </a:prstGeom>
              <a:noFill/>
              <a:ln w="10080" cap="flat">
                <a:solidFill>
                  <a:srgbClr val="292929"/>
                </a:solidFill>
                <a:prstDash val="dash"/>
              </a:ln>
              <a:effectLst/>
            </p:spPr>
          </p:sp>
          <p:cxnSp>
            <p:nvCxnSpPr>
              <p:cNvPr id="205" name="SCHEM_line-0203"/>
              <p:cNvCxnSpPr/>
              <p:nvPr/>
            </p:nvCxnSpPr>
            <p:spPr>
              <a:xfrm>
                <a:off x="8510400" y="1245600"/>
                <a:ext cx="1" cy="439200"/>
              </a:xfrm>
              <a:prstGeom prst="line">
                <a:avLst/>
              </a:prstGeom>
              <a:noFill/>
              <a:ln w="18720" cap="flat">
                <a:solidFill>
                  <a:srgbClr val="0785BE"/>
                </a:solidFill>
                <a:tailEnd type="triangle" w="med" len="med"/>
              </a:ln>
              <a:effectLst/>
            </p:spPr>
          </p:cxnSp>
          <p:cxnSp>
            <p:nvCxnSpPr>
              <p:cNvPr id="206" name="SCHEM_line-0204"/>
              <p:cNvCxnSpPr/>
              <p:nvPr/>
            </p:nvCxnSpPr>
            <p:spPr>
              <a:xfrm>
                <a:off x="9360000" y="1245600"/>
                <a:ext cx="1" cy="439200"/>
              </a:xfrm>
              <a:prstGeom prst="line">
                <a:avLst/>
              </a:prstGeom>
              <a:noFill/>
              <a:ln w="18720" cap="flat">
                <a:solidFill>
                  <a:srgbClr val="0785BE"/>
                </a:solidFill>
                <a:tailEnd type="triangle" w="med" len="med"/>
              </a:ln>
              <a:effectLst/>
            </p:spPr>
          </p:cxnSp>
        </p:grpSp>
        <p:sp>
          <p:nvSpPr>
            <p:cNvPr id="207" name="SCHEM_text-0205"/>
            <p:cNvSpPr txBox="1"/>
            <p:nvPr/>
          </p:nvSpPr>
          <p:spPr>
            <a:xfrm>
              <a:off x="8560800" y="1000800"/>
              <a:ext cx="720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 b="1">
                  <a:solidFill>
                    <a:srgbClr val="0877AF"/>
                  </a:solidFill>
                  <a:latin typeface="Times New Roman"/>
                  <a:ea typeface="Times New Roman"/>
                  <a:cs typeface="Times New Roman"/>
                </a:rPr>
                <a:t>Na⁺</a:t>
              </a:r>
              <a:endParaRPr lang="en-US" sz="1361"/>
            </a:p>
          </p:txBody>
        </p:sp>
        <p:sp>
          <p:nvSpPr>
            <p:cNvPr id="208" name="SCHEM_text-0206"/>
            <p:cNvSpPr txBox="1"/>
            <p:nvPr/>
          </p:nvSpPr>
          <p:spPr>
            <a:xfrm>
              <a:off x="10180800" y="1123200"/>
              <a:ext cx="1296000" cy="2304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NBH solid electrolyte</a:t>
              </a:r>
              <a:endParaRPr lang="en-US" sz="1134"/>
            </a:p>
          </p:txBody>
        </p:sp>
        <p:cxnSp>
          <p:nvCxnSpPr>
            <p:cNvPr id="209" name="SCHEM_line-0207"/>
            <p:cNvCxnSpPr/>
            <p:nvPr/>
          </p:nvCxnSpPr>
          <p:spPr>
            <a:xfrm flipH="1">
              <a:off x="9748800" y="1180800"/>
              <a:ext cx="388800" cy="648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210" name="SCHEM_ellipse-0208"/>
            <p:cNvSpPr/>
            <p:nvPr/>
          </p:nvSpPr>
          <p:spPr>
            <a:xfrm>
              <a:off x="9727200" y="12240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211" name="SCHEM_text-0209"/>
            <p:cNvSpPr txBox="1"/>
            <p:nvPr/>
          </p:nvSpPr>
          <p:spPr>
            <a:xfrm>
              <a:off x="10180800" y="1771200"/>
              <a:ext cx="1224000" cy="2304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 metal (plated)</a:t>
              </a:r>
              <a:endParaRPr lang="en-US" sz="1134"/>
            </a:p>
          </p:txBody>
        </p:sp>
        <p:cxnSp>
          <p:nvCxnSpPr>
            <p:cNvPr id="212" name="SCHEM_line-0210"/>
            <p:cNvCxnSpPr/>
            <p:nvPr/>
          </p:nvCxnSpPr>
          <p:spPr>
            <a:xfrm flipH="1">
              <a:off x="9849600" y="1821600"/>
              <a:ext cx="288000" cy="864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213" name="SCHEM_ellipse-0211"/>
            <p:cNvSpPr/>
            <p:nvPr/>
          </p:nvSpPr>
          <p:spPr>
            <a:xfrm>
              <a:off x="9828000" y="18864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214" name="SCHEM_text-0212"/>
            <p:cNvSpPr txBox="1"/>
            <p:nvPr/>
          </p:nvSpPr>
          <p:spPr>
            <a:xfrm>
              <a:off x="10188000" y="2260800"/>
              <a:ext cx="1296000" cy="4248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Aluminium pellet</a:t>
              </a:r>
              <a:endParaRPr lang="en-US" sz="1134"/>
            </a:p>
            <a:p>
              <a:pPr algn="l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current collector</a:t>
              </a:r>
              <a:endParaRPr lang="en-US" sz="1134"/>
            </a:p>
          </p:txBody>
        </p:sp>
        <p:cxnSp>
          <p:nvCxnSpPr>
            <p:cNvPr id="215" name="SCHEM_line-0213"/>
            <p:cNvCxnSpPr/>
            <p:nvPr/>
          </p:nvCxnSpPr>
          <p:spPr>
            <a:xfrm flipH="1">
              <a:off x="9748800" y="2340000"/>
              <a:ext cx="396000" cy="792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216" name="SCHEM_ellipse-0214"/>
            <p:cNvSpPr/>
            <p:nvPr/>
          </p:nvSpPr>
          <p:spPr>
            <a:xfrm>
              <a:off x="9727200" y="23976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217" name="SCHEM_text-0215"/>
            <p:cNvSpPr txBox="1"/>
            <p:nvPr/>
          </p:nvSpPr>
          <p:spPr>
            <a:xfrm>
              <a:off x="7336800" y="3434400"/>
              <a:ext cx="590400" cy="6192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850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Na⁺</a:t>
              </a:r>
              <a:endParaRPr lang="en-US" sz="850"/>
            </a:p>
            <a:p>
              <a:pPr algn="ctr">
                <a:buNone/>
              </a:pPr>
              <a:r>
                <a:rPr lang="en-US" sz="850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transport</a:t>
              </a:r>
              <a:endParaRPr lang="en-US" sz="850"/>
            </a:p>
            <a:p>
              <a:pPr algn="ctr">
                <a:buNone/>
              </a:pPr>
              <a:r>
                <a:rPr lang="en-US" sz="850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during</a:t>
              </a:r>
              <a:endParaRPr lang="en-US" sz="850"/>
            </a:p>
            <a:p>
              <a:pPr algn="ctr">
                <a:buNone/>
              </a:pPr>
              <a:r>
                <a:rPr lang="en-US" sz="850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charging</a:t>
              </a:r>
              <a:endParaRPr lang="en-US" sz="850"/>
            </a:p>
          </p:txBody>
        </p:sp>
        <p:cxnSp>
          <p:nvCxnSpPr>
            <p:cNvPr id="218" name="SCHEM_line-0216"/>
            <p:cNvCxnSpPr/>
            <p:nvPr/>
          </p:nvCxnSpPr>
          <p:spPr>
            <a:xfrm flipH="1" flipV="1">
              <a:off x="7084800" y="3304800"/>
              <a:ext cx="396000" cy="1440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219" name="SCHEM_ellipse-0217"/>
            <p:cNvSpPr/>
            <p:nvPr/>
          </p:nvSpPr>
          <p:spPr>
            <a:xfrm>
              <a:off x="7063200" y="32832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220" name="SCHEM_text-0218"/>
            <p:cNvSpPr txBox="1"/>
            <p:nvPr/>
          </p:nvSpPr>
          <p:spPr>
            <a:xfrm>
              <a:off x="7948800" y="3052800"/>
              <a:ext cx="3528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Porous collector after stripping (trapped Na)</a:t>
              </a:r>
              <a:endParaRPr lang="en-US" sz="1361"/>
            </a:p>
          </p:txBody>
        </p:sp>
        <p:grpSp>
          <p:nvGrpSpPr>
            <p:cNvPr id="221" name="SCHEM_porous-collector"/>
            <p:cNvGrpSpPr/>
            <p:nvPr/>
          </p:nvGrpSpPr>
          <p:grpSpPr>
            <a:xfrm>
              <a:off x="7948800" y="3348000"/>
              <a:ext cx="2052000" cy="1447200"/>
              <a:chOff x="7948800" y="3348000"/>
              <a:chExt cx="2052000" cy="1447200"/>
            </a:xfrm>
          </p:grpSpPr>
          <p:sp>
            <p:nvSpPr>
              <p:cNvPr id="222" name="SCHEM_rect-0220"/>
              <p:cNvSpPr/>
              <p:nvPr/>
            </p:nvSpPr>
            <p:spPr>
              <a:xfrm>
                <a:off x="7948800" y="3348000"/>
                <a:ext cx="2052000" cy="1447200"/>
              </a:xfrm>
              <a:prstGeom prst="rect">
                <a:avLst/>
              </a:prstGeom>
              <a:solidFill>
                <a:srgbClr val="C3C3BF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23" name="SCHEM_path-0221"/>
              <p:cNvSpPr/>
              <p:nvPr/>
            </p:nvSpPr>
            <p:spPr>
              <a:xfrm>
                <a:off x="8003856" y="3464863"/>
                <a:ext cx="459990" cy="678385"/>
              </a:xfrm>
              <a:custGeom>
                <a:avLst/>
                <a:gdLst/>
                <a:ahLst/>
                <a:cxnLst/>
                <a:rect l="0" t="0" r="r" b="b"/>
                <a:pathLst>
                  <a:path w="459990" h="678385">
                    <a:moveTo>
                      <a:pt x="452778" y="336737"/>
                    </a:moveTo>
                    <a:cubicBezTo>
                      <a:pt x="448826" y="408149"/>
                      <a:pt x="436609" y="485256"/>
                      <a:pt x="407552" y="536803"/>
                    </a:cubicBezTo>
                    <a:cubicBezTo>
                      <a:pt x="378495" y="588351"/>
                      <a:pt x="327261" y="627746"/>
                      <a:pt x="278435" y="646020"/>
                    </a:cubicBezTo>
                    <a:cubicBezTo>
                      <a:pt x="229608" y="664295"/>
                      <a:pt x="158811" y="678385"/>
                      <a:pt x="114595" y="646451"/>
                    </a:cubicBezTo>
                    <a:cubicBezTo>
                      <a:pt x="70378" y="614516"/>
                      <a:pt x="26274" y="523690"/>
                      <a:pt x="13137" y="454414"/>
                    </a:cubicBezTo>
                    <a:cubicBezTo>
                      <a:pt x="0" y="385138"/>
                      <a:pt x="18031" y="299975"/>
                      <a:pt x="35772" y="230795"/>
                    </a:cubicBezTo>
                    <a:cubicBezTo>
                      <a:pt x="53514" y="161614"/>
                      <a:pt x="78811" y="75881"/>
                      <a:pt x="119584" y="39332"/>
                    </a:cubicBezTo>
                    <a:cubicBezTo>
                      <a:pt x="160357" y="2783"/>
                      <a:pt x="228463" y="0"/>
                      <a:pt x="280410" y="11501"/>
                    </a:cubicBezTo>
                    <a:cubicBezTo>
                      <a:pt x="332356" y="23001"/>
                      <a:pt x="402534" y="54130"/>
                      <a:pt x="431262" y="108336"/>
                    </a:cubicBezTo>
                    <a:cubicBezTo>
                      <a:pt x="459990" y="162542"/>
                      <a:pt x="456730" y="265326"/>
                      <a:pt x="452778" y="336737"/>
                    </a:cubicBezTo>
                    <a:close/>
                  </a:path>
                </a:pathLst>
              </a:custGeom>
              <a:solidFill>
                <a:srgbClr val="FFFFFF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24" name="SCHEM_path-0222"/>
              <p:cNvSpPr/>
              <p:nvPr/>
            </p:nvSpPr>
            <p:spPr>
              <a:xfrm>
                <a:off x="8614144" y="3486144"/>
                <a:ext cx="675061" cy="850490"/>
              </a:xfrm>
              <a:custGeom>
                <a:avLst/>
                <a:gdLst/>
                <a:ahLst/>
                <a:cxnLst/>
                <a:rect l="0" t="0" r="r" b="b"/>
                <a:pathLst>
                  <a:path w="675061" h="850490">
                    <a:moveTo>
                      <a:pt x="664837" y="445056"/>
                    </a:moveTo>
                    <a:cubicBezTo>
                      <a:pt x="671311" y="538461"/>
                      <a:pt x="675061" y="682270"/>
                      <a:pt x="630328" y="745557"/>
                    </a:cubicBezTo>
                    <a:cubicBezTo>
                      <a:pt x="585595" y="808843"/>
                      <a:pt x="472652" y="813907"/>
                      <a:pt x="396439" y="824774"/>
                    </a:cubicBezTo>
                    <a:cubicBezTo>
                      <a:pt x="320226" y="835642"/>
                      <a:pt x="234008" y="850490"/>
                      <a:pt x="173051" y="810762"/>
                    </a:cubicBezTo>
                    <a:cubicBezTo>
                      <a:pt x="112093" y="771035"/>
                      <a:pt x="56033" y="671648"/>
                      <a:pt x="30694" y="586407"/>
                    </a:cubicBezTo>
                    <a:cubicBezTo>
                      <a:pt x="5355" y="501167"/>
                      <a:pt x="0" y="389671"/>
                      <a:pt x="21017" y="299319"/>
                    </a:cubicBezTo>
                    <a:cubicBezTo>
                      <a:pt x="42034" y="208968"/>
                      <a:pt x="93474" y="88595"/>
                      <a:pt x="156795" y="44297"/>
                    </a:cubicBezTo>
                    <a:cubicBezTo>
                      <a:pt x="220116" y="0"/>
                      <a:pt x="328495" y="10063"/>
                      <a:pt x="400943" y="33534"/>
                    </a:cubicBezTo>
                    <a:cubicBezTo>
                      <a:pt x="473392" y="57006"/>
                      <a:pt x="547506" y="116540"/>
                      <a:pt x="591488" y="185127"/>
                    </a:cubicBezTo>
                    <a:cubicBezTo>
                      <a:pt x="635471" y="253714"/>
                      <a:pt x="658364" y="351651"/>
                      <a:pt x="664837" y="445056"/>
                    </a:cubicBezTo>
                    <a:close/>
                  </a:path>
                </a:pathLst>
              </a:custGeom>
              <a:solidFill>
                <a:srgbClr val="FFFFFF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25" name="SCHEM_path-0223"/>
              <p:cNvSpPr/>
              <p:nvPr/>
            </p:nvSpPr>
            <p:spPr>
              <a:xfrm>
                <a:off x="9288000" y="3348000"/>
                <a:ext cx="568800" cy="410400"/>
              </a:xfrm>
              <a:custGeom>
                <a:avLst/>
                <a:gdLst/>
                <a:ahLst/>
                <a:cxnLst/>
                <a:rect l="0" t="0" r="r" b="b"/>
                <a:pathLst>
                  <a:path w="568800" h="410400">
                    <a:moveTo>
                      <a:pt x="122400" y="0"/>
                    </a:moveTo>
                    <a:cubicBezTo>
                      <a:pt x="0" y="252000"/>
                      <a:pt x="532800" y="410400"/>
                      <a:pt x="5688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26" name="SCHEM_path-0224"/>
              <p:cNvSpPr/>
              <p:nvPr/>
            </p:nvSpPr>
            <p:spPr>
              <a:xfrm>
                <a:off x="9216000" y="3780000"/>
                <a:ext cx="777600" cy="907200"/>
              </a:xfrm>
              <a:custGeom>
                <a:avLst/>
                <a:gdLst/>
                <a:ahLst/>
                <a:cxnLst/>
                <a:rect l="0" t="0" r="r" b="b"/>
                <a:pathLst>
                  <a:path w="777600" h="907200">
                    <a:moveTo>
                      <a:pt x="777600" y="72000"/>
                    </a:moveTo>
                    <a:cubicBezTo>
                      <a:pt x="252000" y="0"/>
                      <a:pt x="0" y="907200"/>
                      <a:pt x="468000" y="885600"/>
                    </a:cubicBezTo>
                    <a:cubicBezTo>
                      <a:pt x="597600" y="648000"/>
                      <a:pt x="676800" y="806400"/>
                      <a:pt x="777600" y="5904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27" name="SCHEM_path-0225"/>
              <p:cNvSpPr/>
              <p:nvPr/>
            </p:nvSpPr>
            <p:spPr>
              <a:xfrm>
                <a:off x="8019650" y="4321710"/>
                <a:ext cx="598564" cy="348674"/>
              </a:xfrm>
              <a:custGeom>
                <a:avLst/>
                <a:gdLst/>
                <a:ahLst/>
                <a:cxnLst/>
                <a:rect l="0" t="0" r="r" b="b"/>
                <a:pathLst>
                  <a:path w="598564" h="348674">
                    <a:moveTo>
                      <a:pt x="598317" y="171090"/>
                    </a:moveTo>
                    <a:cubicBezTo>
                      <a:pt x="598071" y="208783"/>
                      <a:pt x="548423" y="258490"/>
                      <a:pt x="504031" y="283781"/>
                    </a:cubicBezTo>
                    <a:cubicBezTo>
                      <a:pt x="459638" y="309073"/>
                      <a:pt x="392801" y="314530"/>
                      <a:pt x="331962" y="322840"/>
                    </a:cubicBezTo>
                    <a:cubicBezTo>
                      <a:pt x="271123" y="331149"/>
                      <a:pt x="191211" y="348674"/>
                      <a:pt x="138995" y="333637"/>
                    </a:cubicBezTo>
                    <a:cubicBezTo>
                      <a:pt x="86779" y="318601"/>
                      <a:pt x="37336" y="269650"/>
                      <a:pt x="18668" y="232619"/>
                    </a:cubicBezTo>
                    <a:cubicBezTo>
                      <a:pt x="0" y="195589"/>
                      <a:pt x="5886" y="147666"/>
                      <a:pt x="26987" y="111453"/>
                    </a:cubicBezTo>
                    <a:cubicBezTo>
                      <a:pt x="48087" y="75239"/>
                      <a:pt x="94448" y="30677"/>
                      <a:pt x="145273" y="15338"/>
                    </a:cubicBezTo>
                    <a:cubicBezTo>
                      <a:pt x="196098" y="0"/>
                      <a:pt x="271900" y="12375"/>
                      <a:pt x="331939" y="19422"/>
                    </a:cubicBezTo>
                    <a:cubicBezTo>
                      <a:pt x="391978" y="26470"/>
                      <a:pt x="461112" y="32346"/>
                      <a:pt x="505508" y="57623"/>
                    </a:cubicBezTo>
                    <a:cubicBezTo>
                      <a:pt x="549905" y="82901"/>
                      <a:pt x="598564" y="133397"/>
                      <a:pt x="598317" y="1710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28" name="SCHEM_path-0226"/>
              <p:cNvSpPr/>
              <p:nvPr/>
            </p:nvSpPr>
            <p:spPr>
              <a:xfrm>
                <a:off x="8654400" y="4478400"/>
                <a:ext cx="640800" cy="316800"/>
              </a:xfrm>
              <a:custGeom>
                <a:avLst/>
                <a:gdLst/>
                <a:ahLst/>
                <a:cxnLst/>
                <a:rect l="0" t="0" r="r" b="b"/>
                <a:pathLst>
                  <a:path w="640800" h="316800">
                    <a:moveTo>
                      <a:pt x="0" y="316800"/>
                    </a:moveTo>
                    <a:cubicBezTo>
                      <a:pt x="122400" y="0"/>
                      <a:pt x="410400" y="57600"/>
                      <a:pt x="640800" y="3168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29" name="SCHEM_ellipse-0227"/>
              <p:cNvSpPr/>
              <p:nvPr/>
            </p:nvSpPr>
            <p:spPr>
              <a:xfrm>
                <a:off x="8647200" y="3816000"/>
                <a:ext cx="187200" cy="187200"/>
              </a:xfrm>
              <a:prstGeom prst="ellipse">
                <a:avLst/>
              </a:prstGeom>
              <a:solidFill>
                <a:srgbClr val="E4A79E"/>
              </a:solidFill>
              <a:ln w="7200" cap="flat">
                <a:solidFill>
                  <a:srgbClr val="8B635C"/>
                </a:solidFill>
              </a:ln>
              <a:effectLst/>
            </p:spPr>
          </p:sp>
          <p:sp>
            <p:nvSpPr>
              <p:cNvPr id="230" name="SCHEM_ellipse-0228"/>
              <p:cNvSpPr/>
              <p:nvPr/>
            </p:nvSpPr>
            <p:spPr>
              <a:xfrm>
                <a:off x="8812800" y="3758400"/>
                <a:ext cx="187200" cy="187200"/>
              </a:xfrm>
              <a:prstGeom prst="ellipse">
                <a:avLst/>
              </a:prstGeom>
              <a:solidFill>
                <a:srgbClr val="E4A79E"/>
              </a:solidFill>
              <a:ln w="7200" cap="flat">
                <a:solidFill>
                  <a:srgbClr val="8B635C"/>
                </a:solidFill>
              </a:ln>
              <a:effectLst/>
            </p:spPr>
          </p:sp>
          <p:sp>
            <p:nvSpPr>
              <p:cNvPr id="231" name="SCHEM_ellipse-0229"/>
              <p:cNvSpPr/>
              <p:nvPr/>
            </p:nvSpPr>
            <p:spPr>
              <a:xfrm>
                <a:off x="8985600" y="3708000"/>
                <a:ext cx="187200" cy="187200"/>
              </a:xfrm>
              <a:prstGeom prst="ellipse">
                <a:avLst/>
              </a:prstGeom>
              <a:solidFill>
                <a:srgbClr val="E4A79E"/>
              </a:solidFill>
              <a:ln w="7200" cap="flat">
                <a:solidFill>
                  <a:srgbClr val="8B635C"/>
                </a:solidFill>
              </a:ln>
              <a:effectLst/>
            </p:spPr>
          </p:sp>
          <p:sp>
            <p:nvSpPr>
              <p:cNvPr id="232" name="SCHEM_ellipse-0230"/>
              <p:cNvSpPr/>
              <p:nvPr/>
            </p:nvSpPr>
            <p:spPr>
              <a:xfrm>
                <a:off x="8913600" y="3873600"/>
                <a:ext cx="187200" cy="187200"/>
              </a:xfrm>
              <a:prstGeom prst="ellipse">
                <a:avLst/>
              </a:prstGeom>
              <a:solidFill>
                <a:srgbClr val="E4A79E"/>
              </a:solidFill>
              <a:ln w="7200" cap="flat">
                <a:solidFill>
                  <a:srgbClr val="8B635C"/>
                </a:solidFill>
              </a:ln>
              <a:effectLst/>
            </p:spPr>
          </p:sp>
          <p:sp>
            <p:nvSpPr>
              <p:cNvPr id="233" name="SCHEM_ellipse-0231"/>
              <p:cNvSpPr/>
              <p:nvPr/>
            </p:nvSpPr>
            <p:spPr>
              <a:xfrm>
                <a:off x="9086400" y="3895200"/>
                <a:ext cx="187200" cy="187200"/>
              </a:xfrm>
              <a:prstGeom prst="ellipse">
                <a:avLst/>
              </a:prstGeom>
              <a:solidFill>
                <a:srgbClr val="E4A79E"/>
              </a:solidFill>
              <a:ln w="7200" cap="flat">
                <a:solidFill>
                  <a:srgbClr val="8B635C"/>
                </a:solidFill>
              </a:ln>
              <a:effectLst/>
            </p:spPr>
          </p:sp>
          <p:sp>
            <p:nvSpPr>
              <p:cNvPr id="234" name="SCHEM_ellipse-0232"/>
              <p:cNvSpPr/>
              <p:nvPr/>
            </p:nvSpPr>
            <p:spPr>
              <a:xfrm>
                <a:off x="8719200" y="3952800"/>
                <a:ext cx="187200" cy="187200"/>
              </a:xfrm>
              <a:prstGeom prst="ellipse">
                <a:avLst/>
              </a:prstGeom>
              <a:solidFill>
                <a:srgbClr val="E4A79E"/>
              </a:solidFill>
              <a:ln w="7200" cap="flat">
                <a:solidFill>
                  <a:srgbClr val="8B635C"/>
                </a:solidFill>
              </a:ln>
              <a:effectLst/>
            </p:spPr>
          </p:sp>
          <p:sp>
            <p:nvSpPr>
              <p:cNvPr id="235" name="SCHEM_ellipse-0233"/>
              <p:cNvSpPr/>
              <p:nvPr/>
            </p:nvSpPr>
            <p:spPr>
              <a:xfrm>
                <a:off x="8827200" y="4125600"/>
                <a:ext cx="187200" cy="187200"/>
              </a:xfrm>
              <a:prstGeom prst="ellipse">
                <a:avLst/>
              </a:prstGeom>
              <a:solidFill>
                <a:srgbClr val="E4A79E"/>
              </a:solidFill>
              <a:ln w="7200" cap="flat">
                <a:solidFill>
                  <a:srgbClr val="8B635C"/>
                </a:solidFill>
              </a:ln>
              <a:effectLst/>
            </p:spPr>
          </p:sp>
          <p:sp>
            <p:nvSpPr>
              <p:cNvPr id="236" name="SCHEM_ellipse-0234"/>
              <p:cNvSpPr/>
              <p:nvPr/>
            </p:nvSpPr>
            <p:spPr>
              <a:xfrm>
                <a:off x="8978400" y="4060800"/>
                <a:ext cx="187200" cy="187200"/>
              </a:xfrm>
              <a:prstGeom prst="ellipse">
                <a:avLst/>
              </a:prstGeom>
              <a:solidFill>
                <a:srgbClr val="E4A79E"/>
              </a:solidFill>
              <a:ln w="7200" cap="flat">
                <a:solidFill>
                  <a:srgbClr val="8B635C"/>
                </a:solidFill>
              </a:ln>
              <a:effectLst/>
            </p:spPr>
          </p:sp>
        </p:grpSp>
        <p:sp>
          <p:nvSpPr>
            <p:cNvPr id="237" name="SCHEM_text-0235"/>
            <p:cNvSpPr txBox="1"/>
            <p:nvPr/>
          </p:nvSpPr>
          <p:spPr>
            <a:xfrm>
              <a:off x="10209600" y="3492000"/>
              <a:ext cx="1260000" cy="6192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Isolated Na in pore</a:t>
              </a:r>
              <a:endParaRPr lang="en-US" sz="1134"/>
            </a:p>
            <a:p>
              <a:pPr algn="l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after stripping</a:t>
              </a:r>
              <a:endParaRPr lang="en-US" sz="1134"/>
            </a:p>
            <a:p>
              <a:pPr algn="l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(no ion pathway)</a:t>
              </a:r>
              <a:endParaRPr lang="en-US" sz="1134"/>
            </a:p>
          </p:txBody>
        </p:sp>
        <p:cxnSp>
          <p:nvCxnSpPr>
            <p:cNvPr id="238" name="SCHEM_line-0236"/>
            <p:cNvCxnSpPr/>
            <p:nvPr/>
          </p:nvCxnSpPr>
          <p:spPr>
            <a:xfrm flipH="1">
              <a:off x="9129600" y="3571200"/>
              <a:ext cx="1036800" cy="3456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239" name="SCHEM_ellipse-0237"/>
            <p:cNvSpPr/>
            <p:nvPr/>
          </p:nvSpPr>
          <p:spPr>
            <a:xfrm>
              <a:off x="9108000" y="38952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240" name="SCHEM_text-0238"/>
            <p:cNvSpPr txBox="1"/>
            <p:nvPr/>
          </p:nvSpPr>
          <p:spPr>
            <a:xfrm>
              <a:off x="10209600" y="4356000"/>
              <a:ext cx="1281600" cy="4248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Aluminium porous</a:t>
              </a:r>
              <a:endParaRPr lang="en-US" sz="1134"/>
            </a:p>
            <a:p>
              <a:pPr algn="l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current collector</a:t>
              </a:r>
              <a:endParaRPr lang="en-US" sz="1134"/>
            </a:p>
          </p:txBody>
        </p:sp>
        <p:cxnSp>
          <p:nvCxnSpPr>
            <p:cNvPr id="241" name="SCHEM_line-0239"/>
            <p:cNvCxnSpPr/>
            <p:nvPr/>
          </p:nvCxnSpPr>
          <p:spPr>
            <a:xfrm flipH="1">
              <a:off x="9784800" y="4442400"/>
              <a:ext cx="381600" cy="1224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242" name="SCHEM_ellipse-0240"/>
            <p:cNvSpPr/>
            <p:nvPr/>
          </p:nvSpPr>
          <p:spPr>
            <a:xfrm>
              <a:off x="9763200" y="45432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cxnSp>
          <p:nvCxnSpPr>
            <p:cNvPr id="243" name="SCHEM_line-0241"/>
            <p:cNvCxnSpPr/>
            <p:nvPr/>
          </p:nvCxnSpPr>
          <p:spPr>
            <a:xfrm>
              <a:off x="129600" y="5162400"/>
              <a:ext cx="11275200" cy="1"/>
            </a:xfrm>
            <a:prstGeom prst="line">
              <a:avLst/>
            </a:prstGeom>
            <a:noFill/>
            <a:ln w="9360" cap="flat">
              <a:solidFill>
                <a:srgbClr val="4E5160"/>
              </a:solidFill>
            </a:ln>
            <a:effectLst/>
          </p:spPr>
        </p:cxnSp>
        <p:sp>
          <p:nvSpPr>
            <p:cNvPr id="244" name="SCHEM_text-0242"/>
            <p:cNvSpPr txBox="1"/>
            <p:nvPr/>
          </p:nvSpPr>
          <p:spPr>
            <a:xfrm>
              <a:off x="158400" y="5270400"/>
              <a:ext cx="4680000" cy="259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Legend (paths and components)</a:t>
              </a:r>
              <a:endParaRPr lang="en-US" sz="1304"/>
            </a:p>
          </p:txBody>
        </p:sp>
        <p:cxnSp>
          <p:nvCxnSpPr>
            <p:cNvPr id="245" name="SCHEM_line-0243"/>
            <p:cNvCxnSpPr/>
            <p:nvPr/>
          </p:nvCxnSpPr>
          <p:spPr>
            <a:xfrm>
              <a:off x="165600" y="5652000"/>
              <a:ext cx="482400" cy="1"/>
            </a:xfrm>
            <a:prstGeom prst="line">
              <a:avLst/>
            </a:prstGeom>
            <a:noFill/>
            <a:ln w="28800" cap="flat">
              <a:solidFill>
                <a:srgbClr val="55A9D6"/>
              </a:solidFill>
              <a:tailEnd type="triangle" w="med" len="med"/>
            </a:ln>
            <a:effectLst/>
          </p:spPr>
        </p:cxnSp>
        <p:sp>
          <p:nvSpPr>
            <p:cNvPr id="246" name="SCHEM_text-0244"/>
            <p:cNvSpPr txBox="1"/>
            <p:nvPr/>
          </p:nvSpPr>
          <p:spPr>
            <a:xfrm>
              <a:off x="763200" y="5536800"/>
              <a:ext cx="2232000" cy="4248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Na⁺ ion transport</a:t>
              </a:r>
              <a:endParaRPr lang="en-US" sz="1134"/>
            </a:p>
            <a:p>
              <a:pPr algn="l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(in solid electrolyte)</a:t>
              </a:r>
              <a:endParaRPr lang="en-US" sz="1134"/>
            </a:p>
          </p:txBody>
        </p:sp>
        <p:cxnSp>
          <p:nvCxnSpPr>
            <p:cNvPr id="247" name="SCHEM_line-0245"/>
            <p:cNvCxnSpPr/>
            <p:nvPr/>
          </p:nvCxnSpPr>
          <p:spPr>
            <a:xfrm>
              <a:off x="4111200" y="5486400"/>
              <a:ext cx="1" cy="216000"/>
            </a:xfrm>
            <a:prstGeom prst="line">
              <a:avLst/>
            </a:prstGeom>
            <a:noFill/>
            <a:ln w="50400" cap="flat">
              <a:solidFill>
                <a:srgbClr val="858683"/>
              </a:solidFill>
              <a:tailEnd type="triangle" w="med" len="med"/>
            </a:ln>
            <a:effectLst/>
          </p:spPr>
        </p:cxnSp>
        <p:sp>
          <p:nvSpPr>
            <p:cNvPr id="248" name="SCHEM_text-0246"/>
            <p:cNvSpPr txBox="1"/>
            <p:nvPr/>
          </p:nvSpPr>
          <p:spPr>
            <a:xfrm>
              <a:off x="4298400" y="5500800"/>
              <a:ext cx="1404000" cy="4248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Mechanical pressure</a:t>
              </a:r>
              <a:endParaRPr lang="en-US" sz="1134"/>
            </a:p>
            <a:p>
              <a:pPr algn="l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(on stack, 10 MPa)</a:t>
              </a:r>
              <a:endParaRPr lang="en-US" sz="1134"/>
            </a:p>
          </p:txBody>
        </p:sp>
        <p:cxnSp>
          <p:nvCxnSpPr>
            <p:cNvPr id="249" name="SCHEM_line-0247"/>
            <p:cNvCxnSpPr/>
            <p:nvPr/>
          </p:nvCxnSpPr>
          <p:spPr>
            <a:xfrm>
              <a:off x="5659200" y="5364000"/>
              <a:ext cx="1" cy="504000"/>
            </a:xfrm>
            <a:prstGeom prst="line">
              <a:avLst/>
            </a:prstGeom>
            <a:noFill/>
            <a:ln w="10080" cap="flat">
              <a:solidFill>
                <a:srgbClr val="292929"/>
              </a:solidFill>
            </a:ln>
            <a:effectLst/>
          </p:spPr>
        </p:cxnSp>
        <p:sp>
          <p:nvSpPr>
            <p:cNvPr id="250" name="SCHEM_ellipse-0248"/>
            <p:cNvSpPr/>
            <p:nvPr/>
          </p:nvSpPr>
          <p:spPr>
            <a:xfrm>
              <a:off x="5860800" y="5428800"/>
              <a:ext cx="381600" cy="381600"/>
            </a:xfrm>
            <a:prstGeom prst="ellipse">
              <a:avLst/>
            </a:prstGeom>
            <a:solidFill>
              <a:srgbClr val="C4D5A4"/>
            </a:solidFill>
            <a:ln w="7200" cap="flat">
              <a:solidFill>
                <a:srgbClr val="292929"/>
              </a:solidFill>
            </a:ln>
            <a:effectLst/>
          </p:spPr>
        </p:sp>
        <p:sp>
          <p:nvSpPr>
            <p:cNvPr id="251" name="SCHEM_text-0249"/>
            <p:cNvSpPr txBox="1"/>
            <p:nvPr/>
          </p:nvSpPr>
          <p:spPr>
            <a:xfrm>
              <a:off x="6350400" y="5479200"/>
              <a:ext cx="1029600" cy="4053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07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NaCrO₂</a:t>
              </a:r>
              <a:endParaRPr lang="en-US" sz="1077"/>
            </a:p>
            <a:p>
              <a:pPr algn="l">
                <a:buNone/>
              </a:pPr>
              <a:r>
                <a:rPr lang="en-US" sz="107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(active material)</a:t>
              </a:r>
              <a:endParaRPr lang="en-US" sz="1077"/>
            </a:p>
          </p:txBody>
        </p:sp>
        <p:sp>
          <p:nvSpPr>
            <p:cNvPr id="252" name="SCHEM_ellipse-0250"/>
            <p:cNvSpPr/>
            <p:nvPr/>
          </p:nvSpPr>
          <p:spPr>
            <a:xfrm>
              <a:off x="7322400" y="5544000"/>
              <a:ext cx="151200" cy="151200"/>
            </a:xfrm>
            <a:prstGeom prst="ellipse">
              <a:avLst/>
            </a:prstGeom>
            <a:solidFill>
              <a:srgbClr val="E9F2EE"/>
            </a:solidFill>
            <a:ln w="7200" cap="flat">
              <a:solidFill>
                <a:srgbClr val="292929"/>
              </a:solidFill>
            </a:ln>
            <a:effectLst/>
          </p:spPr>
        </p:sp>
        <p:sp>
          <p:nvSpPr>
            <p:cNvPr id="253" name="SCHEM_text-0251"/>
            <p:cNvSpPr txBox="1"/>
            <p:nvPr/>
          </p:nvSpPr>
          <p:spPr>
            <a:xfrm>
              <a:off x="7524000" y="5565600"/>
              <a:ext cx="849600" cy="220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07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Catholyte</a:t>
              </a:r>
              <a:endParaRPr lang="en-US" sz="1077"/>
            </a:p>
          </p:txBody>
        </p:sp>
        <p:sp>
          <p:nvSpPr>
            <p:cNvPr id="254" name="SCHEM_ellipse-0252"/>
            <p:cNvSpPr/>
            <p:nvPr/>
          </p:nvSpPr>
          <p:spPr>
            <a:xfrm>
              <a:off x="8179200" y="5551200"/>
              <a:ext cx="136800" cy="136800"/>
            </a:xfrm>
            <a:prstGeom prst="ellipse">
              <a:avLst/>
            </a:prstGeom>
            <a:solidFill>
              <a:srgbClr val="50534E"/>
            </a:solidFill>
            <a:ln w="7200" cap="flat">
              <a:solidFill>
                <a:srgbClr val="292929"/>
              </a:solidFill>
            </a:ln>
            <a:effectLst/>
          </p:spPr>
        </p:sp>
        <p:sp>
          <p:nvSpPr>
            <p:cNvPr id="255" name="SCHEM_text-0253"/>
            <p:cNvSpPr txBox="1"/>
            <p:nvPr/>
          </p:nvSpPr>
          <p:spPr>
            <a:xfrm>
              <a:off x="8366400" y="5565600"/>
              <a:ext cx="1094400" cy="2109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020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Conductive carbon</a:t>
              </a:r>
              <a:endParaRPr lang="en-US" sz="1020"/>
            </a:p>
          </p:txBody>
        </p:sp>
        <p:sp>
          <p:nvSpPr>
            <p:cNvPr id="256" name="SCHEM_ellipse-0254"/>
            <p:cNvSpPr/>
            <p:nvPr/>
          </p:nvSpPr>
          <p:spPr>
            <a:xfrm>
              <a:off x="9525600" y="5536800"/>
              <a:ext cx="165600" cy="165600"/>
            </a:xfrm>
            <a:prstGeom prst="ellipse">
              <a:avLst/>
            </a:prstGeom>
            <a:solidFill>
              <a:srgbClr val="7AC4EB"/>
            </a:solidFill>
            <a:ln w="7200" cap="flat">
              <a:solidFill>
                <a:srgbClr val="2384AF"/>
              </a:solidFill>
            </a:ln>
            <a:effectLst/>
          </p:spPr>
        </p:sp>
        <p:sp>
          <p:nvSpPr>
            <p:cNvPr id="257" name="SCHEM_text-0255"/>
            <p:cNvSpPr txBox="1"/>
            <p:nvPr/>
          </p:nvSpPr>
          <p:spPr>
            <a:xfrm>
              <a:off x="9763200" y="5565600"/>
              <a:ext cx="907200" cy="2109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020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Na⁺ (in NBH)</a:t>
              </a:r>
              <a:endParaRPr lang="en-US" sz="1020"/>
            </a:p>
          </p:txBody>
        </p:sp>
        <p:sp>
          <p:nvSpPr>
            <p:cNvPr id="258" name="SCHEM_ellipse-0256"/>
            <p:cNvSpPr/>
            <p:nvPr/>
          </p:nvSpPr>
          <p:spPr>
            <a:xfrm>
              <a:off x="10641600" y="5508000"/>
              <a:ext cx="216000" cy="216000"/>
            </a:xfrm>
            <a:prstGeom prst="ellipse">
              <a:avLst/>
            </a:prstGeom>
            <a:solidFill>
              <a:srgbClr val="E4A59C"/>
            </a:solidFill>
            <a:ln w="7200" cap="flat">
              <a:solidFill>
                <a:srgbClr val="8B635C"/>
              </a:solidFill>
            </a:ln>
            <a:effectLst/>
          </p:spPr>
        </p:sp>
        <p:sp>
          <p:nvSpPr>
            <p:cNvPr id="259" name="SCHEM_text-0257"/>
            <p:cNvSpPr txBox="1"/>
            <p:nvPr/>
          </p:nvSpPr>
          <p:spPr>
            <a:xfrm>
              <a:off x="10922400" y="5558400"/>
              <a:ext cx="583200" cy="2109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020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 metal</a:t>
              </a:r>
              <a:endParaRPr lang="en-US" sz="1020"/>
            </a:p>
          </p:txBody>
        </p:sp>
        <p:sp>
          <p:nvSpPr>
            <p:cNvPr id="260" name="SCHEM_text-0258"/>
            <p:cNvSpPr txBox="1"/>
            <p:nvPr/>
          </p:nvSpPr>
          <p:spPr>
            <a:xfrm>
              <a:off x="158400" y="6177600"/>
              <a:ext cx="6408000" cy="2109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020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Note: Collector thickness, stack pressure and cathode loading remain practical constraints.</a:t>
              </a:r>
              <a:endParaRPr lang="en-US" sz="1020"/>
            </a:p>
          </p:txBody>
        </p:sp>
        <p:sp>
          <p:nvSpPr>
            <p:cNvPr id="261" name="SCHEM_text-0259"/>
            <p:cNvSpPr txBox="1"/>
            <p:nvPr/>
          </p:nvSpPr>
          <p:spPr>
            <a:xfrm>
              <a:off x="6825600" y="6199200"/>
              <a:ext cx="4672800" cy="1915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90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Nature Energy (2024) | doi:10.1038/s41560-024-01569-9 | Conceptual; not to scale.</a:t>
              </a:r>
              <a:endParaRPr lang="en-US" sz="907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  <p:grpSp>
        <p:nvGrpSpPr>
          <p:cNvPr id="2" name="SCHEM_figure"/>
          <p:cNvGrpSpPr/>
          <p:nvPr/>
        </p:nvGrpSpPr>
        <p:grpSpPr>
          <a:xfrm>
            <a:off x="144000" y="280800"/>
            <a:ext cx="11354400" cy="6157800"/>
            <a:chOff x="144000" y="280800"/>
            <a:chExt cx="11354400" cy="6157800"/>
          </a:xfrm>
        </p:grpSpPr>
        <p:sp>
          <p:nvSpPr>
            <p:cNvPr id="3" name="SCHEM_text-0001"/>
            <p:cNvSpPr txBox="1"/>
            <p:nvPr/>
          </p:nvSpPr>
          <p:spPr>
            <a:xfrm>
              <a:off x="345600" y="280800"/>
              <a:ext cx="10728000" cy="4539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2438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Tissue niches linked by vascular flow</a:t>
              </a:r>
              <a:endParaRPr lang="en-US" sz="2438"/>
            </a:p>
          </p:txBody>
        </p:sp>
        <p:grpSp>
          <p:nvGrpSpPr>
            <p:cNvPr id="4" name="SCHEM_vascular-circuit"/>
            <p:cNvGrpSpPr/>
            <p:nvPr/>
          </p:nvGrpSpPr>
          <p:grpSpPr>
            <a:xfrm>
              <a:off x="144000" y="3376800"/>
              <a:ext cx="7761600" cy="2016000"/>
              <a:chOff x="144000" y="3376800"/>
              <a:chExt cx="7761600" cy="2016000"/>
            </a:xfrm>
          </p:grpSpPr>
          <p:sp>
            <p:nvSpPr>
              <p:cNvPr id="5" name="SCHEM_rect-0003"/>
              <p:cNvSpPr/>
              <p:nvPr/>
            </p:nvSpPr>
            <p:spPr>
              <a:xfrm>
                <a:off x="144000" y="3376800"/>
                <a:ext cx="7495200" cy="748800"/>
              </a:xfrm>
              <a:prstGeom prst="rect">
                <a:avLst/>
              </a:prstGeom>
              <a:solidFill>
                <a:srgbClr val="E8EDEA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6" name="SCHEM_rect-0004"/>
              <p:cNvSpPr/>
              <p:nvPr/>
            </p:nvSpPr>
            <p:spPr>
              <a:xfrm>
                <a:off x="187200" y="3420000"/>
                <a:ext cx="7408800" cy="662400"/>
              </a:xfrm>
              <a:prstGeom prst="rect">
                <a:avLst/>
              </a:prstGeom>
              <a:gradFill rotWithShape="1">
                <a:gsLst>
                  <a:gs pos="0">
                    <a:srgbClr val="A3E2F3"/>
                  </a:gs>
                  <a:gs pos="100000">
                    <a:srgbClr val="78C5E4"/>
                  </a:gs>
                </a:gsLst>
                <a:lin ang="5400000" scaled="1"/>
              </a:gradFill>
              <a:ln w="10800" cap="flat">
                <a:solidFill>
                  <a:srgbClr val="2786A8"/>
                </a:solidFill>
              </a:ln>
              <a:effectLst/>
            </p:spPr>
          </p:sp>
          <p:sp>
            <p:nvSpPr>
              <p:cNvPr id="7" name="SCHEM_path-0005"/>
              <p:cNvSpPr/>
              <p:nvPr/>
            </p:nvSpPr>
            <p:spPr>
              <a:xfrm>
                <a:off x="338400" y="3708000"/>
                <a:ext cx="7567200" cy="1684800"/>
              </a:xfrm>
              <a:custGeom>
                <a:avLst/>
                <a:gdLst/>
                <a:ahLst/>
                <a:cxnLst/>
                <a:rect l="0" t="0" r="r" b="b"/>
                <a:pathLst>
                  <a:path w="7567200" h="1684800">
                    <a:moveTo>
                      <a:pt x="122400" y="0"/>
                    </a:moveTo>
                    <a:cubicBezTo>
                      <a:pt x="14400" y="7200"/>
                      <a:pt x="0" y="86400"/>
                      <a:pt x="0" y="187200"/>
                    </a:cubicBezTo>
                    <a:lnTo>
                      <a:pt x="0" y="1440000"/>
                    </a:lnTo>
                    <a:cubicBezTo>
                      <a:pt x="0" y="1612800"/>
                      <a:pt x="79200" y="1684800"/>
                      <a:pt x="252000" y="1684800"/>
                    </a:cubicBezTo>
                    <a:lnTo>
                      <a:pt x="7336800" y="1684800"/>
                    </a:lnTo>
                    <a:cubicBezTo>
                      <a:pt x="7495200" y="1684800"/>
                      <a:pt x="7567200" y="1576800"/>
                      <a:pt x="7567200" y="1411200"/>
                    </a:cubicBezTo>
                    <a:lnTo>
                      <a:pt x="7567200" y="208800"/>
                    </a:lnTo>
                    <a:cubicBezTo>
                      <a:pt x="7567200" y="50400"/>
                      <a:pt x="7524000" y="0"/>
                      <a:pt x="7308000" y="0"/>
                    </a:cubicBezTo>
                  </a:path>
                </a:pathLst>
              </a:custGeom>
              <a:noFill/>
              <a:ln w="129600" cap="flat">
                <a:solidFill>
                  <a:srgbClr val="292929"/>
                </a:solidFill>
              </a:ln>
              <a:effectLst/>
            </p:spPr>
          </p:sp>
          <p:sp>
            <p:nvSpPr>
              <p:cNvPr id="8" name="SCHEM_path-0006"/>
              <p:cNvSpPr/>
              <p:nvPr/>
            </p:nvSpPr>
            <p:spPr>
              <a:xfrm>
                <a:off x="338400" y="3708000"/>
                <a:ext cx="7567200" cy="1684800"/>
              </a:xfrm>
              <a:custGeom>
                <a:avLst/>
                <a:gdLst/>
                <a:ahLst/>
                <a:cxnLst/>
                <a:rect l="0" t="0" r="r" b="b"/>
                <a:pathLst>
                  <a:path w="7567200" h="1684800">
                    <a:moveTo>
                      <a:pt x="122400" y="0"/>
                    </a:moveTo>
                    <a:cubicBezTo>
                      <a:pt x="14400" y="7200"/>
                      <a:pt x="0" y="86400"/>
                      <a:pt x="0" y="187200"/>
                    </a:cubicBezTo>
                    <a:lnTo>
                      <a:pt x="0" y="1440000"/>
                    </a:lnTo>
                    <a:cubicBezTo>
                      <a:pt x="0" y="1612800"/>
                      <a:pt x="79200" y="1684800"/>
                      <a:pt x="252000" y="1684800"/>
                    </a:cubicBezTo>
                    <a:lnTo>
                      <a:pt x="7336800" y="1684800"/>
                    </a:lnTo>
                    <a:cubicBezTo>
                      <a:pt x="7495200" y="1684800"/>
                      <a:pt x="7567200" y="1576800"/>
                      <a:pt x="7567200" y="1411200"/>
                    </a:cubicBezTo>
                    <a:lnTo>
                      <a:pt x="7567200" y="208800"/>
                    </a:lnTo>
                    <a:cubicBezTo>
                      <a:pt x="7567200" y="50400"/>
                      <a:pt x="7524000" y="0"/>
                      <a:pt x="7308000" y="0"/>
                    </a:cubicBezTo>
                  </a:path>
                </a:pathLst>
              </a:custGeom>
              <a:noFill/>
              <a:ln w="115200" cap="flat">
                <a:solidFill>
                  <a:srgbClr val="52BDE3"/>
                </a:solidFill>
              </a:ln>
              <a:effectLst/>
            </p:spPr>
          </p:sp>
          <p:cxnSp>
            <p:nvCxnSpPr>
              <p:cNvPr id="9" name="SCHEM_line-0007"/>
              <p:cNvCxnSpPr/>
              <p:nvPr/>
            </p:nvCxnSpPr>
            <p:spPr>
              <a:xfrm>
                <a:off x="835200" y="3744000"/>
                <a:ext cx="352800" cy="1"/>
              </a:xfrm>
              <a:prstGeom prst="line">
                <a:avLst/>
              </a:prstGeom>
              <a:noFill/>
              <a:ln w="36000" cap="flat">
                <a:solidFill>
                  <a:srgbClr val="078DBE"/>
                </a:solidFill>
                <a:tailEnd type="triangle" w="med" len="med"/>
              </a:ln>
              <a:effectLst/>
            </p:spPr>
          </p:cxnSp>
          <p:cxnSp>
            <p:nvCxnSpPr>
              <p:cNvPr id="10" name="SCHEM_line-0008"/>
              <p:cNvCxnSpPr/>
              <p:nvPr/>
            </p:nvCxnSpPr>
            <p:spPr>
              <a:xfrm>
                <a:off x="2181600" y="3744000"/>
                <a:ext cx="352800" cy="1"/>
              </a:xfrm>
              <a:prstGeom prst="line">
                <a:avLst/>
              </a:prstGeom>
              <a:noFill/>
              <a:ln w="36000" cap="flat">
                <a:solidFill>
                  <a:srgbClr val="078DBE"/>
                </a:solidFill>
                <a:tailEnd type="triangle" w="med" len="med"/>
              </a:ln>
              <a:effectLst/>
            </p:spPr>
          </p:cxnSp>
          <p:cxnSp>
            <p:nvCxnSpPr>
              <p:cNvPr id="11" name="SCHEM_line-0009"/>
              <p:cNvCxnSpPr/>
              <p:nvPr/>
            </p:nvCxnSpPr>
            <p:spPr>
              <a:xfrm>
                <a:off x="3434400" y="3744000"/>
                <a:ext cx="352800" cy="1"/>
              </a:xfrm>
              <a:prstGeom prst="line">
                <a:avLst/>
              </a:prstGeom>
              <a:noFill/>
              <a:ln w="36000" cap="flat">
                <a:solidFill>
                  <a:srgbClr val="078DBE"/>
                </a:solidFill>
                <a:tailEnd type="triangle" w="med" len="med"/>
              </a:ln>
              <a:effectLst/>
            </p:spPr>
          </p:cxnSp>
          <p:cxnSp>
            <p:nvCxnSpPr>
              <p:cNvPr id="12" name="SCHEM_line-0010"/>
              <p:cNvCxnSpPr/>
              <p:nvPr/>
            </p:nvCxnSpPr>
            <p:spPr>
              <a:xfrm>
                <a:off x="4687200" y="3744000"/>
                <a:ext cx="352800" cy="1"/>
              </a:xfrm>
              <a:prstGeom prst="line">
                <a:avLst/>
              </a:prstGeom>
              <a:noFill/>
              <a:ln w="36000" cap="flat">
                <a:solidFill>
                  <a:srgbClr val="078DBE"/>
                </a:solidFill>
                <a:tailEnd type="triangle" w="med" len="med"/>
              </a:ln>
              <a:effectLst/>
            </p:spPr>
          </p:cxnSp>
          <p:cxnSp>
            <p:nvCxnSpPr>
              <p:cNvPr id="13" name="SCHEM_line-0011"/>
              <p:cNvCxnSpPr/>
              <p:nvPr/>
            </p:nvCxnSpPr>
            <p:spPr>
              <a:xfrm>
                <a:off x="5860800" y="3744000"/>
                <a:ext cx="352800" cy="1"/>
              </a:xfrm>
              <a:prstGeom prst="line">
                <a:avLst/>
              </a:prstGeom>
              <a:noFill/>
              <a:ln w="36000" cap="flat">
                <a:solidFill>
                  <a:srgbClr val="078DBE"/>
                </a:solidFill>
                <a:tailEnd type="triangle" w="med" len="med"/>
              </a:ln>
              <a:effectLst/>
            </p:spPr>
          </p:cxnSp>
          <p:cxnSp>
            <p:nvCxnSpPr>
              <p:cNvPr id="14" name="SCHEM_line-0012"/>
              <p:cNvCxnSpPr/>
              <p:nvPr/>
            </p:nvCxnSpPr>
            <p:spPr>
              <a:xfrm>
                <a:off x="6976800" y="3744000"/>
                <a:ext cx="352800" cy="1"/>
              </a:xfrm>
              <a:prstGeom prst="line">
                <a:avLst/>
              </a:prstGeom>
              <a:noFill/>
              <a:ln w="36000" cap="flat">
                <a:solidFill>
                  <a:srgbClr val="078DBE"/>
                </a:solidFill>
                <a:tailEnd type="triangle" w="med" len="med"/>
              </a:ln>
              <a:effectLst/>
            </p:spPr>
          </p:cxnSp>
          <p:cxnSp>
            <p:nvCxnSpPr>
              <p:cNvPr id="15" name="SCHEM_line-0013"/>
              <p:cNvCxnSpPr/>
              <p:nvPr/>
            </p:nvCxnSpPr>
            <p:spPr>
              <a:xfrm flipV="1">
                <a:off x="525600" y="4593600"/>
                <a:ext cx="1" cy="345600"/>
              </a:xfrm>
              <a:prstGeom prst="line">
                <a:avLst/>
              </a:prstGeom>
              <a:noFill/>
              <a:ln w="25200" cap="flat">
                <a:solidFill>
                  <a:srgbClr val="078DBE"/>
                </a:solidFill>
                <a:tailEnd type="triangle" w="med" len="med"/>
              </a:ln>
              <a:effectLst/>
            </p:spPr>
          </p:cxnSp>
          <p:cxnSp>
            <p:nvCxnSpPr>
              <p:cNvPr id="16" name="SCHEM_line-0014"/>
              <p:cNvCxnSpPr/>
              <p:nvPr/>
            </p:nvCxnSpPr>
            <p:spPr>
              <a:xfrm flipH="1">
                <a:off x="1800000" y="5227200"/>
                <a:ext cx="324000" cy="1"/>
              </a:xfrm>
              <a:prstGeom prst="line">
                <a:avLst/>
              </a:prstGeom>
              <a:noFill/>
              <a:ln w="25200" cap="flat">
                <a:solidFill>
                  <a:srgbClr val="078DBE"/>
                </a:solidFill>
                <a:tailEnd type="triangle" w="med" len="med"/>
              </a:ln>
              <a:effectLst/>
            </p:spPr>
          </p:cxnSp>
          <p:cxnSp>
            <p:nvCxnSpPr>
              <p:cNvPr id="17" name="SCHEM_line-0015"/>
              <p:cNvCxnSpPr/>
              <p:nvPr/>
            </p:nvCxnSpPr>
            <p:spPr>
              <a:xfrm flipH="1">
                <a:off x="5169600" y="5227200"/>
                <a:ext cx="316800" cy="1"/>
              </a:xfrm>
              <a:prstGeom prst="line">
                <a:avLst/>
              </a:prstGeom>
              <a:noFill/>
              <a:ln w="25200" cap="flat">
                <a:solidFill>
                  <a:srgbClr val="078DBE"/>
                </a:solidFill>
                <a:tailEnd type="triangle" w="med" len="med"/>
              </a:ln>
              <a:effectLst/>
            </p:spPr>
          </p:cxnSp>
          <p:cxnSp>
            <p:nvCxnSpPr>
              <p:cNvPr id="18" name="SCHEM_line-0016"/>
              <p:cNvCxnSpPr/>
              <p:nvPr/>
            </p:nvCxnSpPr>
            <p:spPr>
              <a:xfrm>
                <a:off x="7740000" y="4550400"/>
                <a:ext cx="1" cy="309600"/>
              </a:xfrm>
              <a:prstGeom prst="line">
                <a:avLst/>
              </a:prstGeom>
              <a:noFill/>
              <a:ln w="25200" cap="flat">
                <a:solidFill>
                  <a:srgbClr val="078DBE"/>
                </a:solidFill>
                <a:tailEnd type="triangle" w="med" len="med"/>
              </a:ln>
              <a:effectLst/>
            </p:spPr>
          </p:cxnSp>
          <p:sp>
            <p:nvSpPr>
              <p:cNvPr id="19" name="SCHEM_ellipse-0017"/>
              <p:cNvSpPr/>
              <p:nvPr/>
            </p:nvSpPr>
            <p:spPr>
              <a:xfrm>
                <a:off x="763200" y="3520800"/>
                <a:ext cx="115200" cy="115200"/>
              </a:xfrm>
              <a:prstGeom prst="ellipse">
                <a:avLst/>
              </a:prstGeom>
              <a:solidFill>
                <a:srgbClr val="DFF6FF"/>
              </a:solidFill>
              <a:ln w="7920" cap="flat">
                <a:solidFill>
                  <a:srgbClr val="2586B3"/>
                </a:solidFill>
              </a:ln>
              <a:effectLst/>
            </p:spPr>
          </p:sp>
          <p:sp>
            <p:nvSpPr>
              <p:cNvPr id="20" name="SCHEM_ellipse-0018"/>
              <p:cNvSpPr/>
              <p:nvPr/>
            </p:nvSpPr>
            <p:spPr>
              <a:xfrm>
                <a:off x="784800" y="3542400"/>
                <a:ext cx="72000" cy="72000"/>
              </a:xfrm>
              <a:prstGeom prst="ellipse">
                <a:avLst/>
              </a:prstGeom>
              <a:noFill/>
              <a:ln w="5040" cap="flat">
                <a:solidFill>
                  <a:srgbClr val="55A8D0"/>
                </a:solidFill>
              </a:ln>
              <a:effectLst/>
            </p:spPr>
          </p:sp>
          <p:sp>
            <p:nvSpPr>
              <p:cNvPr id="21" name="SCHEM_ellipse-0019"/>
              <p:cNvSpPr/>
              <p:nvPr/>
            </p:nvSpPr>
            <p:spPr>
              <a:xfrm>
                <a:off x="950400" y="3852000"/>
                <a:ext cx="115200" cy="115200"/>
              </a:xfrm>
              <a:prstGeom prst="ellipse">
                <a:avLst/>
              </a:prstGeom>
              <a:solidFill>
                <a:srgbClr val="DFF6FF"/>
              </a:solidFill>
              <a:ln w="7920" cap="flat">
                <a:solidFill>
                  <a:srgbClr val="2586B3"/>
                </a:solidFill>
              </a:ln>
              <a:effectLst/>
            </p:spPr>
          </p:sp>
          <p:sp>
            <p:nvSpPr>
              <p:cNvPr id="22" name="SCHEM_ellipse-0020"/>
              <p:cNvSpPr/>
              <p:nvPr/>
            </p:nvSpPr>
            <p:spPr>
              <a:xfrm>
                <a:off x="972000" y="3873600"/>
                <a:ext cx="72000" cy="72000"/>
              </a:xfrm>
              <a:prstGeom prst="ellipse">
                <a:avLst/>
              </a:prstGeom>
              <a:noFill/>
              <a:ln w="5040" cap="flat">
                <a:solidFill>
                  <a:srgbClr val="55A8D0"/>
                </a:solidFill>
              </a:ln>
              <a:effectLst/>
            </p:spPr>
          </p:sp>
          <p:sp>
            <p:nvSpPr>
              <p:cNvPr id="23" name="SCHEM_ellipse-0021"/>
              <p:cNvSpPr/>
              <p:nvPr/>
            </p:nvSpPr>
            <p:spPr>
              <a:xfrm>
                <a:off x="1231200" y="3520800"/>
                <a:ext cx="115200" cy="115200"/>
              </a:xfrm>
              <a:prstGeom prst="ellipse">
                <a:avLst/>
              </a:prstGeom>
              <a:solidFill>
                <a:srgbClr val="DFF6FF"/>
              </a:solidFill>
              <a:ln w="7920" cap="flat">
                <a:solidFill>
                  <a:srgbClr val="2586B3"/>
                </a:solidFill>
              </a:ln>
              <a:effectLst/>
            </p:spPr>
          </p:sp>
          <p:sp>
            <p:nvSpPr>
              <p:cNvPr id="24" name="SCHEM_ellipse-0022"/>
              <p:cNvSpPr/>
              <p:nvPr/>
            </p:nvSpPr>
            <p:spPr>
              <a:xfrm>
                <a:off x="1252800" y="3542400"/>
                <a:ext cx="72000" cy="72000"/>
              </a:xfrm>
              <a:prstGeom prst="ellipse">
                <a:avLst/>
              </a:prstGeom>
              <a:noFill/>
              <a:ln w="5040" cap="flat">
                <a:solidFill>
                  <a:srgbClr val="55A8D0"/>
                </a:solidFill>
              </a:ln>
              <a:effectLst/>
            </p:spPr>
          </p:sp>
          <p:sp>
            <p:nvSpPr>
              <p:cNvPr id="25" name="SCHEM_ellipse-0023"/>
              <p:cNvSpPr/>
              <p:nvPr/>
            </p:nvSpPr>
            <p:spPr>
              <a:xfrm>
                <a:off x="1461600" y="3679200"/>
                <a:ext cx="115200" cy="115200"/>
              </a:xfrm>
              <a:prstGeom prst="ellipse">
                <a:avLst/>
              </a:prstGeom>
              <a:solidFill>
                <a:srgbClr val="DFF6FF"/>
              </a:solidFill>
              <a:ln w="7920" cap="flat">
                <a:solidFill>
                  <a:srgbClr val="2586B3"/>
                </a:solidFill>
              </a:ln>
              <a:effectLst/>
            </p:spPr>
          </p:sp>
          <p:sp>
            <p:nvSpPr>
              <p:cNvPr id="26" name="SCHEM_ellipse-0024"/>
              <p:cNvSpPr/>
              <p:nvPr/>
            </p:nvSpPr>
            <p:spPr>
              <a:xfrm>
                <a:off x="1483200" y="3700800"/>
                <a:ext cx="72000" cy="72000"/>
              </a:xfrm>
              <a:prstGeom prst="ellipse">
                <a:avLst/>
              </a:prstGeom>
              <a:noFill/>
              <a:ln w="5040" cap="flat">
                <a:solidFill>
                  <a:srgbClr val="55A8D0"/>
                </a:solidFill>
              </a:ln>
              <a:effectLst/>
            </p:spPr>
          </p:sp>
          <p:sp>
            <p:nvSpPr>
              <p:cNvPr id="27" name="SCHEM_ellipse-0025"/>
              <p:cNvSpPr/>
              <p:nvPr/>
            </p:nvSpPr>
            <p:spPr>
              <a:xfrm>
                <a:off x="1778400" y="3542400"/>
                <a:ext cx="115200" cy="115200"/>
              </a:xfrm>
              <a:prstGeom prst="ellipse">
                <a:avLst/>
              </a:prstGeom>
              <a:solidFill>
                <a:srgbClr val="DFF6FF"/>
              </a:solidFill>
              <a:ln w="7920" cap="flat">
                <a:solidFill>
                  <a:srgbClr val="2586B3"/>
                </a:solidFill>
              </a:ln>
              <a:effectLst/>
            </p:spPr>
          </p:sp>
          <p:sp>
            <p:nvSpPr>
              <p:cNvPr id="28" name="SCHEM_ellipse-0026"/>
              <p:cNvSpPr/>
              <p:nvPr/>
            </p:nvSpPr>
            <p:spPr>
              <a:xfrm>
                <a:off x="1800000" y="3564000"/>
                <a:ext cx="72000" cy="72000"/>
              </a:xfrm>
              <a:prstGeom prst="ellipse">
                <a:avLst/>
              </a:prstGeom>
              <a:noFill/>
              <a:ln w="5040" cap="flat">
                <a:solidFill>
                  <a:srgbClr val="55A8D0"/>
                </a:solidFill>
              </a:ln>
              <a:effectLst/>
            </p:spPr>
          </p:sp>
          <p:sp>
            <p:nvSpPr>
              <p:cNvPr id="29" name="SCHEM_ellipse-0027"/>
              <p:cNvSpPr/>
              <p:nvPr/>
            </p:nvSpPr>
            <p:spPr>
              <a:xfrm>
                <a:off x="1771200" y="3837600"/>
                <a:ext cx="115200" cy="115200"/>
              </a:xfrm>
              <a:prstGeom prst="ellipse">
                <a:avLst/>
              </a:prstGeom>
              <a:solidFill>
                <a:srgbClr val="DFF6FF"/>
              </a:solidFill>
              <a:ln w="7920" cap="flat">
                <a:solidFill>
                  <a:srgbClr val="2586B3"/>
                </a:solidFill>
              </a:ln>
              <a:effectLst/>
            </p:spPr>
          </p:sp>
          <p:sp>
            <p:nvSpPr>
              <p:cNvPr id="30" name="SCHEM_ellipse-0028"/>
              <p:cNvSpPr/>
              <p:nvPr/>
            </p:nvSpPr>
            <p:spPr>
              <a:xfrm>
                <a:off x="1792800" y="3859200"/>
                <a:ext cx="72000" cy="72000"/>
              </a:xfrm>
              <a:prstGeom prst="ellipse">
                <a:avLst/>
              </a:prstGeom>
              <a:noFill/>
              <a:ln w="5040" cap="flat">
                <a:solidFill>
                  <a:srgbClr val="55A8D0"/>
                </a:solidFill>
              </a:ln>
              <a:effectLst/>
            </p:spPr>
          </p:sp>
          <p:sp>
            <p:nvSpPr>
              <p:cNvPr id="31" name="SCHEM_ellipse-0029"/>
              <p:cNvSpPr/>
              <p:nvPr/>
            </p:nvSpPr>
            <p:spPr>
              <a:xfrm>
                <a:off x="2808000" y="3722400"/>
                <a:ext cx="115200" cy="115200"/>
              </a:xfrm>
              <a:prstGeom prst="ellipse">
                <a:avLst/>
              </a:prstGeom>
              <a:solidFill>
                <a:srgbClr val="DFF6FF"/>
              </a:solidFill>
              <a:ln w="7920" cap="flat">
                <a:solidFill>
                  <a:srgbClr val="2586B3"/>
                </a:solidFill>
              </a:ln>
              <a:effectLst/>
            </p:spPr>
          </p:sp>
          <p:sp>
            <p:nvSpPr>
              <p:cNvPr id="32" name="SCHEM_ellipse-0030"/>
              <p:cNvSpPr/>
              <p:nvPr/>
            </p:nvSpPr>
            <p:spPr>
              <a:xfrm>
                <a:off x="2829600" y="3744000"/>
                <a:ext cx="72000" cy="72000"/>
              </a:xfrm>
              <a:prstGeom prst="ellipse">
                <a:avLst/>
              </a:prstGeom>
              <a:noFill/>
              <a:ln w="5040" cap="flat">
                <a:solidFill>
                  <a:srgbClr val="55A8D0"/>
                </a:solidFill>
              </a:ln>
              <a:effectLst/>
            </p:spPr>
          </p:sp>
          <p:sp>
            <p:nvSpPr>
              <p:cNvPr id="33" name="SCHEM_ellipse-0031"/>
              <p:cNvSpPr/>
              <p:nvPr/>
            </p:nvSpPr>
            <p:spPr>
              <a:xfrm>
                <a:off x="3153600" y="3528000"/>
                <a:ext cx="115200" cy="115200"/>
              </a:xfrm>
              <a:prstGeom prst="ellipse">
                <a:avLst/>
              </a:prstGeom>
              <a:solidFill>
                <a:srgbClr val="DFF6FF"/>
              </a:solidFill>
              <a:ln w="7920" cap="flat">
                <a:solidFill>
                  <a:srgbClr val="2586B3"/>
                </a:solidFill>
              </a:ln>
              <a:effectLst/>
            </p:spPr>
          </p:sp>
          <p:sp>
            <p:nvSpPr>
              <p:cNvPr id="34" name="SCHEM_ellipse-0032"/>
              <p:cNvSpPr/>
              <p:nvPr/>
            </p:nvSpPr>
            <p:spPr>
              <a:xfrm>
                <a:off x="3175200" y="3549600"/>
                <a:ext cx="72000" cy="72000"/>
              </a:xfrm>
              <a:prstGeom prst="ellipse">
                <a:avLst/>
              </a:prstGeom>
              <a:noFill/>
              <a:ln w="5040" cap="flat">
                <a:solidFill>
                  <a:srgbClr val="55A8D0"/>
                </a:solidFill>
              </a:ln>
              <a:effectLst/>
            </p:spPr>
          </p:sp>
          <p:sp>
            <p:nvSpPr>
              <p:cNvPr id="35" name="SCHEM_ellipse-0033"/>
              <p:cNvSpPr/>
              <p:nvPr/>
            </p:nvSpPr>
            <p:spPr>
              <a:xfrm>
                <a:off x="3988800" y="3556800"/>
                <a:ext cx="115200" cy="115200"/>
              </a:xfrm>
              <a:prstGeom prst="ellipse">
                <a:avLst/>
              </a:prstGeom>
              <a:solidFill>
                <a:srgbClr val="DFF6FF"/>
              </a:solidFill>
              <a:ln w="7920" cap="flat">
                <a:solidFill>
                  <a:srgbClr val="2586B3"/>
                </a:solidFill>
              </a:ln>
              <a:effectLst/>
            </p:spPr>
          </p:sp>
          <p:sp>
            <p:nvSpPr>
              <p:cNvPr id="36" name="SCHEM_ellipse-0034"/>
              <p:cNvSpPr/>
              <p:nvPr/>
            </p:nvSpPr>
            <p:spPr>
              <a:xfrm>
                <a:off x="4010400" y="3578400"/>
                <a:ext cx="72000" cy="72000"/>
              </a:xfrm>
              <a:prstGeom prst="ellipse">
                <a:avLst/>
              </a:prstGeom>
              <a:noFill/>
              <a:ln w="5040" cap="flat">
                <a:solidFill>
                  <a:srgbClr val="55A8D0"/>
                </a:solidFill>
              </a:ln>
              <a:effectLst/>
            </p:spPr>
          </p:sp>
          <p:sp>
            <p:nvSpPr>
              <p:cNvPr id="37" name="SCHEM_ellipse-0035"/>
              <p:cNvSpPr/>
              <p:nvPr/>
            </p:nvSpPr>
            <p:spPr>
              <a:xfrm>
                <a:off x="4233600" y="3823200"/>
                <a:ext cx="115200" cy="115200"/>
              </a:xfrm>
              <a:prstGeom prst="ellipse">
                <a:avLst/>
              </a:prstGeom>
              <a:solidFill>
                <a:srgbClr val="DFF6FF"/>
              </a:solidFill>
              <a:ln w="7920" cap="flat">
                <a:solidFill>
                  <a:srgbClr val="2586B3"/>
                </a:solidFill>
              </a:ln>
              <a:effectLst/>
            </p:spPr>
          </p:sp>
          <p:sp>
            <p:nvSpPr>
              <p:cNvPr id="38" name="SCHEM_ellipse-0036"/>
              <p:cNvSpPr/>
              <p:nvPr/>
            </p:nvSpPr>
            <p:spPr>
              <a:xfrm>
                <a:off x="4255200" y="3844800"/>
                <a:ext cx="72000" cy="72000"/>
              </a:xfrm>
              <a:prstGeom prst="ellipse">
                <a:avLst/>
              </a:prstGeom>
              <a:noFill/>
              <a:ln w="5040" cap="flat">
                <a:solidFill>
                  <a:srgbClr val="55A8D0"/>
                </a:solidFill>
              </a:ln>
              <a:effectLst/>
            </p:spPr>
          </p:sp>
          <p:sp>
            <p:nvSpPr>
              <p:cNvPr id="39" name="SCHEM_ellipse-0037"/>
              <p:cNvSpPr/>
              <p:nvPr/>
            </p:nvSpPr>
            <p:spPr>
              <a:xfrm>
                <a:off x="4514400" y="3585600"/>
                <a:ext cx="115200" cy="115200"/>
              </a:xfrm>
              <a:prstGeom prst="ellipse">
                <a:avLst/>
              </a:prstGeom>
              <a:solidFill>
                <a:srgbClr val="DFF6FF"/>
              </a:solidFill>
              <a:ln w="7920" cap="flat">
                <a:solidFill>
                  <a:srgbClr val="2586B3"/>
                </a:solidFill>
              </a:ln>
              <a:effectLst/>
            </p:spPr>
          </p:sp>
          <p:sp>
            <p:nvSpPr>
              <p:cNvPr id="40" name="SCHEM_ellipse-0038"/>
              <p:cNvSpPr/>
              <p:nvPr/>
            </p:nvSpPr>
            <p:spPr>
              <a:xfrm>
                <a:off x="4536000" y="3607200"/>
                <a:ext cx="72000" cy="72000"/>
              </a:xfrm>
              <a:prstGeom prst="ellipse">
                <a:avLst/>
              </a:prstGeom>
              <a:noFill/>
              <a:ln w="5040" cap="flat">
                <a:solidFill>
                  <a:srgbClr val="55A8D0"/>
                </a:solidFill>
              </a:ln>
              <a:effectLst/>
            </p:spPr>
          </p:sp>
          <p:sp>
            <p:nvSpPr>
              <p:cNvPr id="41" name="SCHEM_ellipse-0039"/>
              <p:cNvSpPr/>
              <p:nvPr/>
            </p:nvSpPr>
            <p:spPr>
              <a:xfrm>
                <a:off x="5673600" y="3715200"/>
                <a:ext cx="115200" cy="115200"/>
              </a:xfrm>
              <a:prstGeom prst="ellipse">
                <a:avLst/>
              </a:prstGeom>
              <a:solidFill>
                <a:srgbClr val="DFF6FF"/>
              </a:solidFill>
              <a:ln w="7920" cap="flat">
                <a:solidFill>
                  <a:srgbClr val="2586B3"/>
                </a:solidFill>
              </a:ln>
              <a:effectLst/>
            </p:spPr>
          </p:sp>
          <p:sp>
            <p:nvSpPr>
              <p:cNvPr id="42" name="SCHEM_ellipse-0040"/>
              <p:cNvSpPr/>
              <p:nvPr/>
            </p:nvSpPr>
            <p:spPr>
              <a:xfrm>
                <a:off x="5695200" y="3736800"/>
                <a:ext cx="72000" cy="72000"/>
              </a:xfrm>
              <a:prstGeom prst="ellipse">
                <a:avLst/>
              </a:prstGeom>
              <a:noFill/>
              <a:ln w="5040" cap="flat">
                <a:solidFill>
                  <a:srgbClr val="55A8D0"/>
                </a:solidFill>
              </a:ln>
              <a:effectLst/>
            </p:spPr>
          </p:sp>
          <p:sp>
            <p:nvSpPr>
              <p:cNvPr id="43" name="SCHEM_ellipse-0041"/>
              <p:cNvSpPr/>
              <p:nvPr/>
            </p:nvSpPr>
            <p:spPr>
              <a:xfrm>
                <a:off x="6602400" y="3585600"/>
                <a:ext cx="115200" cy="115200"/>
              </a:xfrm>
              <a:prstGeom prst="ellipse">
                <a:avLst/>
              </a:prstGeom>
              <a:solidFill>
                <a:srgbClr val="DFF6FF"/>
              </a:solidFill>
              <a:ln w="7920" cap="flat">
                <a:solidFill>
                  <a:srgbClr val="2586B3"/>
                </a:solidFill>
              </a:ln>
              <a:effectLst/>
            </p:spPr>
          </p:sp>
          <p:sp>
            <p:nvSpPr>
              <p:cNvPr id="44" name="SCHEM_ellipse-0042"/>
              <p:cNvSpPr/>
              <p:nvPr/>
            </p:nvSpPr>
            <p:spPr>
              <a:xfrm>
                <a:off x="6624000" y="3607200"/>
                <a:ext cx="72000" cy="72000"/>
              </a:xfrm>
              <a:prstGeom prst="ellipse">
                <a:avLst/>
              </a:prstGeom>
              <a:noFill/>
              <a:ln w="5040" cap="flat">
                <a:solidFill>
                  <a:srgbClr val="55A8D0"/>
                </a:solidFill>
              </a:ln>
              <a:effectLst/>
            </p:spPr>
          </p:sp>
        </p:grpSp>
        <p:grpSp>
          <p:nvGrpSpPr>
            <p:cNvPr id="45" name="SCHEM_tissue-compartments"/>
            <p:cNvGrpSpPr/>
            <p:nvPr/>
          </p:nvGrpSpPr>
          <p:grpSpPr>
            <a:xfrm>
              <a:off x="223200" y="1166400"/>
              <a:ext cx="7322400" cy="2210400"/>
              <a:chOff x="223200" y="1166400"/>
              <a:chExt cx="7322400" cy="2210400"/>
            </a:xfrm>
          </p:grpSpPr>
          <p:sp>
            <p:nvSpPr>
              <p:cNvPr id="46" name="SCHEM_rect-0044"/>
              <p:cNvSpPr/>
              <p:nvPr/>
            </p:nvSpPr>
            <p:spPr>
              <a:xfrm>
                <a:off x="345600" y="1375200"/>
                <a:ext cx="1656000" cy="1548000"/>
              </a:xfrm>
              <a:prstGeom prst="rect">
                <a:avLst/>
              </a:prstGeom>
              <a:solidFill>
                <a:srgbClr val="FCE5E6"/>
              </a:solidFill>
              <a:ln w="9360" cap="flat">
                <a:noFill/>
              </a:ln>
              <a:effectLst/>
            </p:spPr>
          </p:sp>
          <p:sp>
            <p:nvSpPr>
              <p:cNvPr id="47" name="SCHEM_ellipse-0045"/>
              <p:cNvSpPr/>
              <p:nvPr/>
            </p:nvSpPr>
            <p:spPr>
              <a:xfrm>
                <a:off x="345600" y="1281600"/>
                <a:ext cx="1656000" cy="194400"/>
              </a:xfrm>
              <a:prstGeom prst="ellipse">
                <a:avLst/>
              </a:prstGeom>
              <a:solidFill>
                <a:srgbClr val="FCE5E6"/>
              </a:solidFill>
              <a:ln w="7200" cap="flat">
                <a:solidFill>
                  <a:srgbClr val="B5BDB0"/>
                </a:solidFill>
              </a:ln>
              <a:effectLst/>
            </p:spPr>
          </p:sp>
          <p:sp>
            <p:nvSpPr>
              <p:cNvPr id="48" name="SCHEM_rect-0046"/>
              <p:cNvSpPr/>
              <p:nvPr/>
            </p:nvSpPr>
            <p:spPr>
              <a:xfrm>
                <a:off x="2124000" y="1375200"/>
                <a:ext cx="1656000" cy="1548000"/>
              </a:xfrm>
              <a:prstGeom prst="rect">
                <a:avLst/>
              </a:prstGeom>
              <a:solidFill>
                <a:srgbClr val="E6F1E1"/>
              </a:solidFill>
              <a:ln w="9360" cap="flat">
                <a:noFill/>
              </a:ln>
              <a:effectLst/>
            </p:spPr>
          </p:sp>
          <p:sp>
            <p:nvSpPr>
              <p:cNvPr id="49" name="SCHEM_ellipse-0047"/>
              <p:cNvSpPr/>
              <p:nvPr/>
            </p:nvSpPr>
            <p:spPr>
              <a:xfrm>
                <a:off x="2124000" y="1281600"/>
                <a:ext cx="1656000" cy="194400"/>
              </a:xfrm>
              <a:prstGeom prst="ellipse">
                <a:avLst/>
              </a:prstGeom>
              <a:solidFill>
                <a:srgbClr val="E6F1E1"/>
              </a:solidFill>
              <a:ln w="7200" cap="flat">
                <a:solidFill>
                  <a:srgbClr val="B5BDB0"/>
                </a:solidFill>
              </a:ln>
              <a:effectLst/>
            </p:spPr>
          </p:sp>
          <p:sp>
            <p:nvSpPr>
              <p:cNvPr id="50" name="SCHEM_rect-0048"/>
              <p:cNvSpPr/>
              <p:nvPr/>
            </p:nvSpPr>
            <p:spPr>
              <a:xfrm>
                <a:off x="3945600" y="1375200"/>
                <a:ext cx="1656000" cy="1548000"/>
              </a:xfrm>
              <a:prstGeom prst="rect">
                <a:avLst/>
              </a:prstGeom>
              <a:solidFill>
                <a:srgbClr val="F8F2E4"/>
              </a:solidFill>
              <a:ln w="9360" cap="flat">
                <a:noFill/>
              </a:ln>
              <a:effectLst/>
            </p:spPr>
          </p:sp>
          <p:sp>
            <p:nvSpPr>
              <p:cNvPr id="51" name="SCHEM_ellipse-0049"/>
              <p:cNvSpPr/>
              <p:nvPr/>
            </p:nvSpPr>
            <p:spPr>
              <a:xfrm>
                <a:off x="3945600" y="1281600"/>
                <a:ext cx="1656000" cy="194400"/>
              </a:xfrm>
              <a:prstGeom prst="ellipse">
                <a:avLst/>
              </a:prstGeom>
              <a:solidFill>
                <a:srgbClr val="F8F2E4"/>
              </a:solidFill>
              <a:ln w="7200" cap="flat">
                <a:solidFill>
                  <a:srgbClr val="B5BDB0"/>
                </a:solidFill>
              </a:ln>
              <a:effectLst/>
            </p:spPr>
          </p:sp>
          <p:sp>
            <p:nvSpPr>
              <p:cNvPr id="52" name="SCHEM_ellipse-0050"/>
              <p:cNvSpPr/>
              <p:nvPr/>
            </p:nvSpPr>
            <p:spPr>
              <a:xfrm>
                <a:off x="374400" y="19800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53" name="SCHEM_ellipse-0051"/>
              <p:cNvSpPr/>
              <p:nvPr/>
            </p:nvSpPr>
            <p:spPr>
              <a:xfrm>
                <a:off x="535176" y="20127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54" name="SCHEM_ellipse-0052"/>
              <p:cNvSpPr/>
              <p:nvPr/>
            </p:nvSpPr>
            <p:spPr>
              <a:xfrm>
                <a:off x="655200" y="19800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55" name="SCHEM_ellipse-0053"/>
              <p:cNvSpPr/>
              <p:nvPr/>
            </p:nvSpPr>
            <p:spPr>
              <a:xfrm>
                <a:off x="815976" y="20127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56" name="SCHEM_ellipse-0054"/>
              <p:cNvSpPr/>
              <p:nvPr/>
            </p:nvSpPr>
            <p:spPr>
              <a:xfrm>
                <a:off x="936000" y="19800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57" name="SCHEM_ellipse-0055"/>
              <p:cNvSpPr/>
              <p:nvPr/>
            </p:nvSpPr>
            <p:spPr>
              <a:xfrm>
                <a:off x="1096776" y="20127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58" name="SCHEM_ellipse-0056"/>
              <p:cNvSpPr/>
              <p:nvPr/>
            </p:nvSpPr>
            <p:spPr>
              <a:xfrm>
                <a:off x="1216800" y="19800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59" name="SCHEM_ellipse-0057"/>
              <p:cNvSpPr/>
              <p:nvPr/>
            </p:nvSpPr>
            <p:spPr>
              <a:xfrm>
                <a:off x="1377576" y="20127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60" name="SCHEM_ellipse-0058"/>
              <p:cNvSpPr/>
              <p:nvPr/>
            </p:nvSpPr>
            <p:spPr>
              <a:xfrm>
                <a:off x="1497600" y="19800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61" name="SCHEM_ellipse-0059"/>
              <p:cNvSpPr/>
              <p:nvPr/>
            </p:nvSpPr>
            <p:spPr>
              <a:xfrm>
                <a:off x="1658376" y="20127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62" name="SCHEM_ellipse-0060"/>
              <p:cNvSpPr/>
              <p:nvPr/>
            </p:nvSpPr>
            <p:spPr>
              <a:xfrm>
                <a:off x="432000" y="20664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63" name="SCHEM_ellipse-0061"/>
              <p:cNvSpPr/>
              <p:nvPr/>
            </p:nvSpPr>
            <p:spPr>
              <a:xfrm>
                <a:off x="592776" y="20991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64" name="SCHEM_ellipse-0062"/>
              <p:cNvSpPr/>
              <p:nvPr/>
            </p:nvSpPr>
            <p:spPr>
              <a:xfrm>
                <a:off x="712800" y="20664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65" name="SCHEM_ellipse-0063"/>
              <p:cNvSpPr/>
              <p:nvPr/>
            </p:nvSpPr>
            <p:spPr>
              <a:xfrm>
                <a:off x="873576" y="20991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66" name="SCHEM_ellipse-0064"/>
              <p:cNvSpPr/>
              <p:nvPr/>
            </p:nvSpPr>
            <p:spPr>
              <a:xfrm>
                <a:off x="993600" y="20664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67" name="SCHEM_ellipse-0065"/>
              <p:cNvSpPr/>
              <p:nvPr/>
            </p:nvSpPr>
            <p:spPr>
              <a:xfrm>
                <a:off x="1154376" y="20991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68" name="SCHEM_ellipse-0066"/>
              <p:cNvSpPr/>
              <p:nvPr/>
            </p:nvSpPr>
            <p:spPr>
              <a:xfrm>
                <a:off x="1274400" y="20664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69" name="SCHEM_ellipse-0067"/>
              <p:cNvSpPr/>
              <p:nvPr/>
            </p:nvSpPr>
            <p:spPr>
              <a:xfrm>
                <a:off x="1435176" y="20991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0" name="SCHEM_ellipse-0068"/>
              <p:cNvSpPr/>
              <p:nvPr/>
            </p:nvSpPr>
            <p:spPr>
              <a:xfrm>
                <a:off x="1555200" y="20664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1" name="SCHEM_ellipse-0069"/>
              <p:cNvSpPr/>
              <p:nvPr/>
            </p:nvSpPr>
            <p:spPr>
              <a:xfrm>
                <a:off x="1715976" y="20991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2" name="SCHEM_ellipse-0070"/>
              <p:cNvSpPr/>
              <p:nvPr/>
            </p:nvSpPr>
            <p:spPr>
              <a:xfrm>
                <a:off x="374400" y="21528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3" name="SCHEM_ellipse-0071"/>
              <p:cNvSpPr/>
              <p:nvPr/>
            </p:nvSpPr>
            <p:spPr>
              <a:xfrm>
                <a:off x="535176" y="21855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4" name="SCHEM_ellipse-0072"/>
              <p:cNvSpPr/>
              <p:nvPr/>
            </p:nvSpPr>
            <p:spPr>
              <a:xfrm>
                <a:off x="655200" y="21528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5" name="SCHEM_ellipse-0073"/>
              <p:cNvSpPr/>
              <p:nvPr/>
            </p:nvSpPr>
            <p:spPr>
              <a:xfrm>
                <a:off x="815976" y="21855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6" name="SCHEM_ellipse-0074"/>
              <p:cNvSpPr/>
              <p:nvPr/>
            </p:nvSpPr>
            <p:spPr>
              <a:xfrm>
                <a:off x="936000" y="21528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7" name="SCHEM_ellipse-0075"/>
              <p:cNvSpPr/>
              <p:nvPr/>
            </p:nvSpPr>
            <p:spPr>
              <a:xfrm>
                <a:off x="1096776" y="21855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8" name="SCHEM_ellipse-0076"/>
              <p:cNvSpPr/>
              <p:nvPr/>
            </p:nvSpPr>
            <p:spPr>
              <a:xfrm>
                <a:off x="1216800" y="21528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9" name="SCHEM_ellipse-0077"/>
              <p:cNvSpPr/>
              <p:nvPr/>
            </p:nvSpPr>
            <p:spPr>
              <a:xfrm>
                <a:off x="1377576" y="21855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80" name="SCHEM_ellipse-0078"/>
              <p:cNvSpPr/>
              <p:nvPr/>
            </p:nvSpPr>
            <p:spPr>
              <a:xfrm>
                <a:off x="1497600" y="21528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81" name="SCHEM_ellipse-0079"/>
              <p:cNvSpPr/>
              <p:nvPr/>
            </p:nvSpPr>
            <p:spPr>
              <a:xfrm>
                <a:off x="1658376" y="21855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82" name="SCHEM_ellipse-0080"/>
              <p:cNvSpPr/>
              <p:nvPr/>
            </p:nvSpPr>
            <p:spPr>
              <a:xfrm>
                <a:off x="432000" y="22392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83" name="SCHEM_ellipse-0081"/>
              <p:cNvSpPr/>
              <p:nvPr/>
            </p:nvSpPr>
            <p:spPr>
              <a:xfrm>
                <a:off x="592776" y="22719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84" name="SCHEM_ellipse-0082"/>
              <p:cNvSpPr/>
              <p:nvPr/>
            </p:nvSpPr>
            <p:spPr>
              <a:xfrm>
                <a:off x="712800" y="22392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85" name="SCHEM_ellipse-0083"/>
              <p:cNvSpPr/>
              <p:nvPr/>
            </p:nvSpPr>
            <p:spPr>
              <a:xfrm>
                <a:off x="873576" y="22719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86" name="SCHEM_ellipse-0084"/>
              <p:cNvSpPr/>
              <p:nvPr/>
            </p:nvSpPr>
            <p:spPr>
              <a:xfrm>
                <a:off x="993600" y="22392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87" name="SCHEM_ellipse-0085"/>
              <p:cNvSpPr/>
              <p:nvPr/>
            </p:nvSpPr>
            <p:spPr>
              <a:xfrm>
                <a:off x="1154376" y="22719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88" name="SCHEM_ellipse-0086"/>
              <p:cNvSpPr/>
              <p:nvPr/>
            </p:nvSpPr>
            <p:spPr>
              <a:xfrm>
                <a:off x="1274400" y="22392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89" name="SCHEM_ellipse-0087"/>
              <p:cNvSpPr/>
              <p:nvPr/>
            </p:nvSpPr>
            <p:spPr>
              <a:xfrm>
                <a:off x="1435176" y="22719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90" name="SCHEM_ellipse-0088"/>
              <p:cNvSpPr/>
              <p:nvPr/>
            </p:nvSpPr>
            <p:spPr>
              <a:xfrm>
                <a:off x="1555200" y="22392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91" name="SCHEM_ellipse-0089"/>
              <p:cNvSpPr/>
              <p:nvPr/>
            </p:nvSpPr>
            <p:spPr>
              <a:xfrm>
                <a:off x="1715976" y="22719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92" name="SCHEM_ellipse-0090"/>
              <p:cNvSpPr/>
              <p:nvPr/>
            </p:nvSpPr>
            <p:spPr>
              <a:xfrm>
                <a:off x="374400" y="23256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93" name="SCHEM_ellipse-0091"/>
              <p:cNvSpPr/>
              <p:nvPr/>
            </p:nvSpPr>
            <p:spPr>
              <a:xfrm>
                <a:off x="535176" y="23583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94" name="SCHEM_ellipse-0092"/>
              <p:cNvSpPr/>
              <p:nvPr/>
            </p:nvSpPr>
            <p:spPr>
              <a:xfrm>
                <a:off x="655200" y="23256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95" name="SCHEM_ellipse-0093"/>
              <p:cNvSpPr/>
              <p:nvPr/>
            </p:nvSpPr>
            <p:spPr>
              <a:xfrm>
                <a:off x="815976" y="23583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96" name="SCHEM_ellipse-0094"/>
              <p:cNvSpPr/>
              <p:nvPr/>
            </p:nvSpPr>
            <p:spPr>
              <a:xfrm>
                <a:off x="936000" y="23256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97" name="SCHEM_ellipse-0095"/>
              <p:cNvSpPr/>
              <p:nvPr/>
            </p:nvSpPr>
            <p:spPr>
              <a:xfrm>
                <a:off x="1096776" y="23583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98" name="SCHEM_ellipse-0096"/>
              <p:cNvSpPr/>
              <p:nvPr/>
            </p:nvSpPr>
            <p:spPr>
              <a:xfrm>
                <a:off x="1216800" y="23256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99" name="SCHEM_ellipse-0097"/>
              <p:cNvSpPr/>
              <p:nvPr/>
            </p:nvSpPr>
            <p:spPr>
              <a:xfrm>
                <a:off x="1377576" y="23583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100" name="SCHEM_ellipse-0098"/>
              <p:cNvSpPr/>
              <p:nvPr/>
            </p:nvSpPr>
            <p:spPr>
              <a:xfrm>
                <a:off x="1497600" y="23256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101" name="SCHEM_ellipse-0099"/>
              <p:cNvSpPr/>
              <p:nvPr/>
            </p:nvSpPr>
            <p:spPr>
              <a:xfrm>
                <a:off x="1658376" y="23583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102" name="SCHEM_rect-0100"/>
              <p:cNvSpPr/>
              <p:nvPr/>
            </p:nvSpPr>
            <p:spPr>
              <a:xfrm>
                <a:off x="396000" y="1965600"/>
                <a:ext cx="122400" cy="871200"/>
              </a:xfrm>
              <a:prstGeom prst="rect">
                <a:avLst/>
              </a:prstGeom>
              <a:gradFill rotWithShape="1">
                <a:gsLst>
                  <a:gs pos="0">
                    <a:srgbClr val="E5E7E2"/>
                  </a:gs>
                  <a:gs pos="100000">
                    <a:srgbClr val="A1AAA4"/>
                  </a:gs>
                </a:gsLst>
                <a:lin ang="5400000" scaled="1"/>
              </a:gra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3" name="SCHEM_ellipse-0101"/>
              <p:cNvSpPr/>
              <p:nvPr/>
            </p:nvSpPr>
            <p:spPr>
              <a:xfrm>
                <a:off x="381600" y="1936800"/>
                <a:ext cx="151200" cy="64800"/>
              </a:xfrm>
              <a:prstGeom prst="ellipse">
                <a:avLst/>
              </a:prstGeom>
              <a:solidFill>
                <a:srgbClr val="D8DDDA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4" name="SCHEM_ellipse-0102"/>
              <p:cNvSpPr/>
              <p:nvPr/>
            </p:nvSpPr>
            <p:spPr>
              <a:xfrm>
                <a:off x="381600" y="2815200"/>
                <a:ext cx="151200" cy="43200"/>
              </a:xfrm>
              <a:prstGeom prst="ellipse">
                <a:avLst/>
              </a:prstGeom>
              <a:solidFill>
                <a:srgbClr val="A5ADAA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5" name="SCHEM_rect-0103"/>
              <p:cNvSpPr/>
              <p:nvPr/>
            </p:nvSpPr>
            <p:spPr>
              <a:xfrm>
                <a:off x="1800000" y="1965600"/>
                <a:ext cx="122400" cy="871200"/>
              </a:xfrm>
              <a:prstGeom prst="rect">
                <a:avLst/>
              </a:prstGeom>
              <a:gradFill rotWithShape="1">
                <a:gsLst>
                  <a:gs pos="0">
                    <a:srgbClr val="E5E7E2"/>
                  </a:gs>
                  <a:gs pos="100000">
                    <a:srgbClr val="A1AAA4"/>
                  </a:gs>
                </a:gsLst>
                <a:lin ang="5400000" scaled="1"/>
              </a:gra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6" name="SCHEM_ellipse-0104"/>
              <p:cNvSpPr/>
              <p:nvPr/>
            </p:nvSpPr>
            <p:spPr>
              <a:xfrm>
                <a:off x="1785600" y="1936800"/>
                <a:ext cx="151200" cy="64800"/>
              </a:xfrm>
              <a:prstGeom prst="ellipse">
                <a:avLst/>
              </a:prstGeom>
              <a:solidFill>
                <a:srgbClr val="D8DDDA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7" name="SCHEM_ellipse-0105"/>
              <p:cNvSpPr/>
              <p:nvPr/>
            </p:nvSpPr>
            <p:spPr>
              <a:xfrm>
                <a:off x="1785600" y="2815200"/>
                <a:ext cx="151200" cy="43200"/>
              </a:xfrm>
              <a:prstGeom prst="ellipse">
                <a:avLst/>
              </a:prstGeom>
              <a:solidFill>
                <a:srgbClr val="A5ADAA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8" name="SCHEM_path-0106"/>
              <p:cNvSpPr/>
              <p:nvPr/>
            </p:nvSpPr>
            <p:spPr>
              <a:xfrm>
                <a:off x="2304000" y="2575132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09" name="SCHEM_path-0107"/>
              <p:cNvSpPr/>
              <p:nvPr/>
            </p:nvSpPr>
            <p:spPr>
              <a:xfrm>
                <a:off x="2304000" y="2335037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10" name="SCHEM_path-0108"/>
              <p:cNvSpPr/>
              <p:nvPr/>
            </p:nvSpPr>
            <p:spPr>
              <a:xfrm>
                <a:off x="2304000" y="2422868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11" name="SCHEM_path-0109"/>
              <p:cNvSpPr/>
              <p:nvPr/>
            </p:nvSpPr>
            <p:spPr>
              <a:xfrm>
                <a:off x="2304000" y="2574012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12" name="SCHEM_path-0110"/>
              <p:cNvSpPr/>
              <p:nvPr/>
            </p:nvSpPr>
            <p:spPr>
              <a:xfrm>
                <a:off x="2304000" y="1868355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13" name="SCHEM_path-0111"/>
              <p:cNvSpPr/>
              <p:nvPr/>
            </p:nvSpPr>
            <p:spPr>
              <a:xfrm>
                <a:off x="2304000" y="2279738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14" name="SCHEM_path-0112"/>
              <p:cNvSpPr/>
              <p:nvPr/>
            </p:nvSpPr>
            <p:spPr>
              <a:xfrm>
                <a:off x="2304000" y="2574373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15" name="SCHEM_path-0113"/>
              <p:cNvSpPr/>
              <p:nvPr/>
            </p:nvSpPr>
            <p:spPr>
              <a:xfrm>
                <a:off x="2304000" y="2538459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16" name="SCHEM_path-0114"/>
              <p:cNvSpPr/>
              <p:nvPr/>
            </p:nvSpPr>
            <p:spPr>
              <a:xfrm>
                <a:off x="2304000" y="2211026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17" name="SCHEM_path-0115"/>
              <p:cNvSpPr/>
              <p:nvPr/>
            </p:nvSpPr>
            <p:spPr>
              <a:xfrm>
                <a:off x="2304000" y="1769367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18" name="SCHEM_path-0116"/>
              <p:cNvSpPr/>
              <p:nvPr/>
            </p:nvSpPr>
            <p:spPr>
              <a:xfrm>
                <a:off x="2304000" y="2034371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19" name="SCHEM_path-0117"/>
              <p:cNvSpPr/>
              <p:nvPr/>
            </p:nvSpPr>
            <p:spPr>
              <a:xfrm>
                <a:off x="2304000" y="2671656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20" name="SCHEM_path-0118"/>
              <p:cNvSpPr/>
              <p:nvPr/>
            </p:nvSpPr>
            <p:spPr>
              <a:xfrm>
                <a:off x="2304000" y="1696994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21" name="SCHEM_path-0119"/>
              <p:cNvSpPr/>
              <p:nvPr/>
            </p:nvSpPr>
            <p:spPr>
              <a:xfrm>
                <a:off x="2304000" y="1933266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22" name="SCHEM_path-0120"/>
              <p:cNvSpPr/>
              <p:nvPr/>
            </p:nvSpPr>
            <p:spPr>
              <a:xfrm>
                <a:off x="2304000" y="2623723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23" name="SCHEM_path-0121"/>
              <p:cNvSpPr/>
              <p:nvPr/>
            </p:nvSpPr>
            <p:spPr>
              <a:xfrm>
                <a:off x="2304000" y="2075824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24" name="SCHEM_path-0122"/>
              <p:cNvSpPr/>
              <p:nvPr/>
            </p:nvSpPr>
            <p:spPr>
              <a:xfrm>
                <a:off x="2304000" y="1812349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25" name="SCHEM_path-0123"/>
              <p:cNvSpPr/>
              <p:nvPr/>
            </p:nvSpPr>
            <p:spPr>
              <a:xfrm>
                <a:off x="2504446" y="1795443"/>
                <a:ext cx="547533" cy="494099"/>
              </a:xfrm>
              <a:custGeom>
                <a:avLst/>
                <a:gdLst/>
                <a:ahLst/>
                <a:cxnLst/>
                <a:rect l="0" t="0" r="r" b="b"/>
                <a:pathLst>
                  <a:path w="547533" h="494099">
                    <a:moveTo>
                      <a:pt x="546052" y="249357"/>
                    </a:moveTo>
                    <a:cubicBezTo>
                      <a:pt x="547533" y="300358"/>
                      <a:pt x="521362" y="366521"/>
                      <a:pt x="487086" y="405418"/>
                    </a:cubicBezTo>
                    <a:cubicBezTo>
                      <a:pt x="452811" y="444315"/>
                      <a:pt x="391003" y="471380"/>
                      <a:pt x="340397" y="482740"/>
                    </a:cubicBezTo>
                    <a:cubicBezTo>
                      <a:pt x="289792" y="494099"/>
                      <a:pt x="232490" y="487902"/>
                      <a:pt x="183454" y="473574"/>
                    </a:cubicBezTo>
                    <a:cubicBezTo>
                      <a:pt x="134418" y="459247"/>
                      <a:pt x="76370" y="434144"/>
                      <a:pt x="46180" y="396774"/>
                    </a:cubicBezTo>
                    <a:cubicBezTo>
                      <a:pt x="15990" y="359405"/>
                      <a:pt x="4625" y="300088"/>
                      <a:pt x="2312" y="249357"/>
                    </a:cubicBezTo>
                    <a:cubicBezTo>
                      <a:pt x="0" y="198627"/>
                      <a:pt x="2260" y="130180"/>
                      <a:pt x="32306" y="92391"/>
                    </a:cubicBezTo>
                    <a:cubicBezTo>
                      <a:pt x="62352" y="54602"/>
                      <a:pt x="131061" y="35889"/>
                      <a:pt x="182591" y="22623"/>
                    </a:cubicBezTo>
                    <a:cubicBezTo>
                      <a:pt x="234121" y="9358"/>
                      <a:pt x="292219" y="0"/>
                      <a:pt x="341487" y="12798"/>
                    </a:cubicBezTo>
                    <a:cubicBezTo>
                      <a:pt x="390755" y="25597"/>
                      <a:pt x="444105" y="59988"/>
                      <a:pt x="478199" y="99414"/>
                    </a:cubicBezTo>
                    <a:cubicBezTo>
                      <a:pt x="512293" y="138841"/>
                      <a:pt x="544571" y="198357"/>
                      <a:pt x="546052" y="249357"/>
                    </a:cubicBezTo>
                    <a:close/>
                  </a:path>
                </a:pathLst>
              </a:custGeom>
              <a:solidFill>
                <a:srgbClr val="E9D1AA"/>
              </a:solidFill>
              <a:ln w="7200" cap="flat">
                <a:solidFill>
                  <a:srgbClr val="B59D7D"/>
                </a:solidFill>
              </a:ln>
              <a:effectLst/>
            </p:spPr>
          </p:sp>
          <p:sp>
            <p:nvSpPr>
              <p:cNvPr id="126" name="SCHEM_ellipse-0124"/>
              <p:cNvSpPr/>
              <p:nvPr/>
            </p:nvSpPr>
            <p:spPr>
              <a:xfrm>
                <a:off x="2772000" y="1994400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27" name="SCHEM_ellipse-0125"/>
              <p:cNvSpPr/>
              <p:nvPr/>
            </p:nvSpPr>
            <p:spPr>
              <a:xfrm>
                <a:off x="2797200" y="2019600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28" name="SCHEM_ellipse-0126"/>
              <p:cNvSpPr/>
              <p:nvPr/>
            </p:nvSpPr>
            <p:spPr>
              <a:xfrm>
                <a:off x="2651899" y="2058247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29" name="SCHEM_ellipse-0127"/>
              <p:cNvSpPr/>
              <p:nvPr/>
            </p:nvSpPr>
            <p:spPr>
              <a:xfrm>
                <a:off x="2677099" y="2083447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30" name="SCHEM_ellipse-0128"/>
              <p:cNvSpPr/>
              <p:nvPr/>
            </p:nvSpPr>
            <p:spPr>
              <a:xfrm>
                <a:off x="2731470" y="1882033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31" name="SCHEM_ellipse-0129"/>
              <p:cNvSpPr/>
              <p:nvPr/>
            </p:nvSpPr>
            <p:spPr>
              <a:xfrm>
                <a:off x="2756670" y="1907233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32" name="SCHEM_ellipse-0130"/>
              <p:cNvSpPr/>
              <p:nvPr/>
            </p:nvSpPr>
            <p:spPr>
              <a:xfrm>
                <a:off x="2798754" y="2095056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33" name="SCHEM_ellipse-0131"/>
              <p:cNvSpPr/>
              <p:nvPr/>
            </p:nvSpPr>
            <p:spPr>
              <a:xfrm>
                <a:off x="2823954" y="2120256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34" name="SCHEM_ellipse-0132"/>
              <p:cNvSpPr/>
              <p:nvPr/>
            </p:nvSpPr>
            <p:spPr>
              <a:xfrm>
                <a:off x="2585076" y="1970230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35" name="SCHEM_ellipse-0133"/>
              <p:cNvSpPr/>
              <p:nvPr/>
            </p:nvSpPr>
            <p:spPr>
              <a:xfrm>
                <a:off x="2610276" y="1995430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36" name="SCHEM_ellipse-0134"/>
              <p:cNvSpPr/>
              <p:nvPr/>
            </p:nvSpPr>
            <p:spPr>
              <a:xfrm>
                <a:off x="2847387" y="1914417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37" name="SCHEM_ellipse-0135"/>
              <p:cNvSpPr/>
              <p:nvPr/>
            </p:nvSpPr>
            <p:spPr>
              <a:xfrm>
                <a:off x="2872587" y="1939617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38" name="SCHEM_ellipse-0136"/>
              <p:cNvSpPr/>
              <p:nvPr/>
            </p:nvSpPr>
            <p:spPr>
              <a:xfrm>
                <a:off x="2680424" y="2147437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39" name="SCHEM_ellipse-0137"/>
              <p:cNvSpPr/>
              <p:nvPr/>
            </p:nvSpPr>
            <p:spPr>
              <a:xfrm>
                <a:off x="2705624" y="2172637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40" name="SCHEM_ellipse-0138"/>
              <p:cNvSpPr/>
              <p:nvPr/>
            </p:nvSpPr>
            <p:spPr>
              <a:xfrm>
                <a:off x="2644602" y="1846052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41" name="SCHEM_ellipse-0139"/>
              <p:cNvSpPr/>
              <p:nvPr/>
            </p:nvSpPr>
            <p:spPr>
              <a:xfrm>
                <a:off x="2669802" y="1871252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42" name="SCHEM_ellipse-0140"/>
              <p:cNvSpPr/>
              <p:nvPr/>
            </p:nvSpPr>
            <p:spPr>
              <a:xfrm>
                <a:off x="2886151" y="2054549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43" name="SCHEM_ellipse-0141"/>
              <p:cNvSpPr/>
              <p:nvPr/>
            </p:nvSpPr>
            <p:spPr>
              <a:xfrm>
                <a:off x="2911351" y="2079749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44" name="SCHEM_ellipse-0142"/>
              <p:cNvSpPr/>
              <p:nvPr/>
            </p:nvSpPr>
            <p:spPr>
              <a:xfrm>
                <a:off x="2552634" y="2064081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45" name="SCHEM_ellipse-0143"/>
              <p:cNvSpPr/>
              <p:nvPr/>
            </p:nvSpPr>
            <p:spPr>
              <a:xfrm>
                <a:off x="2577834" y="2089281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46" name="SCHEM_ellipse-0144"/>
              <p:cNvSpPr/>
              <p:nvPr/>
            </p:nvSpPr>
            <p:spPr>
              <a:xfrm>
                <a:off x="2802165" y="1822403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47" name="SCHEM_ellipse-0145"/>
              <p:cNvSpPr/>
              <p:nvPr/>
            </p:nvSpPr>
            <p:spPr>
              <a:xfrm>
                <a:off x="2827365" y="1847603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48" name="SCHEM_ellipse-0146"/>
              <p:cNvSpPr/>
              <p:nvPr/>
            </p:nvSpPr>
            <p:spPr>
              <a:xfrm>
                <a:off x="2780405" y="2182147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49" name="SCHEM_ellipse-0147"/>
              <p:cNvSpPr/>
              <p:nvPr/>
            </p:nvSpPr>
            <p:spPr>
              <a:xfrm>
                <a:off x="2805605" y="2207347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50" name="SCHEM_ellipse-0148"/>
              <p:cNvSpPr/>
              <p:nvPr/>
            </p:nvSpPr>
            <p:spPr>
              <a:xfrm>
                <a:off x="2545792" y="1892412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51" name="SCHEM_ellipse-0149"/>
              <p:cNvSpPr/>
              <p:nvPr/>
            </p:nvSpPr>
            <p:spPr>
              <a:xfrm>
                <a:off x="2570992" y="1917612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52" name="SCHEM_ellipse-0150"/>
              <p:cNvSpPr/>
              <p:nvPr/>
            </p:nvSpPr>
            <p:spPr>
              <a:xfrm>
                <a:off x="2926225" y="1949516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53" name="SCHEM_ellipse-0151"/>
              <p:cNvSpPr/>
              <p:nvPr/>
            </p:nvSpPr>
            <p:spPr>
              <a:xfrm>
                <a:off x="2951425" y="1974716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54" name="SCHEM_ellipse-0152"/>
              <p:cNvSpPr/>
              <p:nvPr/>
            </p:nvSpPr>
            <p:spPr>
              <a:xfrm>
                <a:off x="2597572" y="2170624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55" name="SCHEM_ellipse-0153"/>
              <p:cNvSpPr/>
              <p:nvPr/>
            </p:nvSpPr>
            <p:spPr>
              <a:xfrm>
                <a:off x="2622772" y="2195824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56" name="SCHEM_ellipse-0154"/>
              <p:cNvSpPr/>
              <p:nvPr/>
            </p:nvSpPr>
            <p:spPr>
              <a:xfrm>
                <a:off x="2693283" y="1774930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57" name="SCHEM_ellipse-0155"/>
              <p:cNvSpPr/>
              <p:nvPr/>
            </p:nvSpPr>
            <p:spPr>
              <a:xfrm>
                <a:off x="2718483" y="1800130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58" name="SCHEM_ellipse-0156"/>
              <p:cNvSpPr/>
              <p:nvPr/>
            </p:nvSpPr>
            <p:spPr>
              <a:xfrm>
                <a:off x="2895008" y="2140723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59" name="SCHEM_ellipse-0157"/>
              <p:cNvSpPr/>
              <p:nvPr/>
            </p:nvSpPr>
            <p:spPr>
              <a:xfrm>
                <a:off x="2920208" y="2165923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60" name="SCHEM_ellipse-0158"/>
              <p:cNvSpPr/>
              <p:nvPr/>
            </p:nvSpPr>
            <p:spPr>
              <a:xfrm>
                <a:off x="2489467" y="2003854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61" name="SCHEM_ellipse-0159"/>
              <p:cNvSpPr/>
              <p:nvPr/>
            </p:nvSpPr>
            <p:spPr>
              <a:xfrm>
                <a:off x="2514667" y="2029054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62" name="SCHEM_path-0160"/>
              <p:cNvSpPr/>
              <p:nvPr/>
            </p:nvSpPr>
            <p:spPr>
              <a:xfrm>
                <a:off x="3085829" y="2082523"/>
                <a:ext cx="519175" cy="528319"/>
              </a:xfrm>
              <a:custGeom>
                <a:avLst/>
                <a:gdLst/>
                <a:ahLst/>
                <a:cxnLst/>
                <a:rect l="0" t="0" r="r" b="b"/>
                <a:pathLst>
                  <a:path w="519175" h="528319">
                    <a:moveTo>
                      <a:pt x="503186" y="264677"/>
                    </a:moveTo>
                    <a:cubicBezTo>
                      <a:pt x="510136" y="312958"/>
                      <a:pt x="519175" y="381733"/>
                      <a:pt x="493458" y="423873"/>
                    </a:cubicBezTo>
                    <a:cubicBezTo>
                      <a:pt x="467742" y="466013"/>
                      <a:pt x="400240" y="506718"/>
                      <a:pt x="348888" y="517518"/>
                    </a:cubicBezTo>
                    <a:cubicBezTo>
                      <a:pt x="297536" y="528319"/>
                      <a:pt x="235360" y="506339"/>
                      <a:pt x="185346" y="488675"/>
                    </a:cubicBezTo>
                    <a:cubicBezTo>
                      <a:pt x="135331" y="471012"/>
                      <a:pt x="79473" y="448871"/>
                      <a:pt x="48803" y="411538"/>
                    </a:cubicBezTo>
                    <a:cubicBezTo>
                      <a:pt x="18133" y="374205"/>
                      <a:pt x="2650" y="314543"/>
                      <a:pt x="1325" y="264677"/>
                    </a:cubicBezTo>
                    <a:cubicBezTo>
                      <a:pt x="0" y="214811"/>
                      <a:pt x="11913" y="154719"/>
                      <a:pt x="40853" y="112343"/>
                    </a:cubicBezTo>
                    <a:cubicBezTo>
                      <a:pt x="69794" y="69967"/>
                      <a:pt x="125800" y="20842"/>
                      <a:pt x="174968" y="10421"/>
                    </a:cubicBezTo>
                    <a:cubicBezTo>
                      <a:pt x="224136" y="0"/>
                      <a:pt x="289729" y="29191"/>
                      <a:pt x="335861" y="49818"/>
                    </a:cubicBezTo>
                    <a:cubicBezTo>
                      <a:pt x="381992" y="70445"/>
                      <a:pt x="423871" y="98373"/>
                      <a:pt x="451759" y="134183"/>
                    </a:cubicBezTo>
                    <a:cubicBezTo>
                      <a:pt x="479646" y="169992"/>
                      <a:pt x="496236" y="216395"/>
                      <a:pt x="503186" y="264677"/>
                    </a:cubicBezTo>
                    <a:close/>
                  </a:path>
                </a:pathLst>
              </a:custGeom>
              <a:solidFill>
                <a:srgbClr val="E9D1AA"/>
              </a:solidFill>
              <a:ln w="7200" cap="flat">
                <a:solidFill>
                  <a:srgbClr val="B59D7D"/>
                </a:solidFill>
              </a:ln>
              <a:effectLst/>
            </p:spPr>
          </p:sp>
          <p:sp>
            <p:nvSpPr>
              <p:cNvPr id="163" name="SCHEM_ellipse-0161"/>
              <p:cNvSpPr/>
              <p:nvPr/>
            </p:nvSpPr>
            <p:spPr>
              <a:xfrm>
                <a:off x="3355200" y="2296800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64" name="SCHEM_ellipse-0162"/>
              <p:cNvSpPr/>
              <p:nvPr/>
            </p:nvSpPr>
            <p:spPr>
              <a:xfrm>
                <a:off x="3380400" y="2322000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65" name="SCHEM_ellipse-0163"/>
              <p:cNvSpPr/>
              <p:nvPr/>
            </p:nvSpPr>
            <p:spPr>
              <a:xfrm>
                <a:off x="3235099" y="2360647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66" name="SCHEM_ellipse-0164"/>
              <p:cNvSpPr/>
              <p:nvPr/>
            </p:nvSpPr>
            <p:spPr>
              <a:xfrm>
                <a:off x="3260299" y="2385847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67" name="SCHEM_ellipse-0165"/>
              <p:cNvSpPr/>
              <p:nvPr/>
            </p:nvSpPr>
            <p:spPr>
              <a:xfrm>
                <a:off x="3314670" y="2184433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68" name="SCHEM_ellipse-0166"/>
              <p:cNvSpPr/>
              <p:nvPr/>
            </p:nvSpPr>
            <p:spPr>
              <a:xfrm>
                <a:off x="3339870" y="2209633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69" name="SCHEM_ellipse-0167"/>
              <p:cNvSpPr/>
              <p:nvPr/>
            </p:nvSpPr>
            <p:spPr>
              <a:xfrm>
                <a:off x="3381954" y="2397456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70" name="SCHEM_ellipse-0168"/>
              <p:cNvSpPr/>
              <p:nvPr/>
            </p:nvSpPr>
            <p:spPr>
              <a:xfrm>
                <a:off x="3407154" y="2422656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71" name="SCHEM_ellipse-0169"/>
              <p:cNvSpPr/>
              <p:nvPr/>
            </p:nvSpPr>
            <p:spPr>
              <a:xfrm>
                <a:off x="3168276" y="2272630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72" name="SCHEM_ellipse-0170"/>
              <p:cNvSpPr/>
              <p:nvPr/>
            </p:nvSpPr>
            <p:spPr>
              <a:xfrm>
                <a:off x="3193476" y="2297830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73" name="SCHEM_ellipse-0171"/>
              <p:cNvSpPr/>
              <p:nvPr/>
            </p:nvSpPr>
            <p:spPr>
              <a:xfrm>
                <a:off x="3430587" y="2216817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74" name="SCHEM_ellipse-0172"/>
              <p:cNvSpPr/>
              <p:nvPr/>
            </p:nvSpPr>
            <p:spPr>
              <a:xfrm>
                <a:off x="3455787" y="2242017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75" name="SCHEM_ellipse-0173"/>
              <p:cNvSpPr/>
              <p:nvPr/>
            </p:nvSpPr>
            <p:spPr>
              <a:xfrm>
                <a:off x="3263624" y="2449837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76" name="SCHEM_ellipse-0174"/>
              <p:cNvSpPr/>
              <p:nvPr/>
            </p:nvSpPr>
            <p:spPr>
              <a:xfrm>
                <a:off x="3288824" y="2475037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77" name="SCHEM_ellipse-0175"/>
              <p:cNvSpPr/>
              <p:nvPr/>
            </p:nvSpPr>
            <p:spPr>
              <a:xfrm>
                <a:off x="3227802" y="2148452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78" name="SCHEM_ellipse-0176"/>
              <p:cNvSpPr/>
              <p:nvPr/>
            </p:nvSpPr>
            <p:spPr>
              <a:xfrm>
                <a:off x="3253002" y="2173652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79" name="SCHEM_ellipse-0177"/>
              <p:cNvSpPr/>
              <p:nvPr/>
            </p:nvSpPr>
            <p:spPr>
              <a:xfrm>
                <a:off x="3469351" y="2356949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80" name="SCHEM_ellipse-0178"/>
              <p:cNvSpPr/>
              <p:nvPr/>
            </p:nvSpPr>
            <p:spPr>
              <a:xfrm>
                <a:off x="3494551" y="2382149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81" name="SCHEM_ellipse-0179"/>
              <p:cNvSpPr/>
              <p:nvPr/>
            </p:nvSpPr>
            <p:spPr>
              <a:xfrm>
                <a:off x="3135834" y="2366481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82" name="SCHEM_ellipse-0180"/>
              <p:cNvSpPr/>
              <p:nvPr/>
            </p:nvSpPr>
            <p:spPr>
              <a:xfrm>
                <a:off x="3161034" y="2391681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83" name="SCHEM_ellipse-0181"/>
              <p:cNvSpPr/>
              <p:nvPr/>
            </p:nvSpPr>
            <p:spPr>
              <a:xfrm>
                <a:off x="3385365" y="2124803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84" name="SCHEM_ellipse-0182"/>
              <p:cNvSpPr/>
              <p:nvPr/>
            </p:nvSpPr>
            <p:spPr>
              <a:xfrm>
                <a:off x="3410565" y="2150003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85" name="SCHEM_ellipse-0183"/>
              <p:cNvSpPr/>
              <p:nvPr/>
            </p:nvSpPr>
            <p:spPr>
              <a:xfrm>
                <a:off x="3363605" y="2484547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86" name="SCHEM_ellipse-0184"/>
              <p:cNvSpPr/>
              <p:nvPr/>
            </p:nvSpPr>
            <p:spPr>
              <a:xfrm>
                <a:off x="3388805" y="2509747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87" name="SCHEM_ellipse-0185"/>
              <p:cNvSpPr/>
              <p:nvPr/>
            </p:nvSpPr>
            <p:spPr>
              <a:xfrm>
                <a:off x="3128992" y="2194812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88" name="SCHEM_ellipse-0186"/>
              <p:cNvSpPr/>
              <p:nvPr/>
            </p:nvSpPr>
            <p:spPr>
              <a:xfrm>
                <a:off x="3154192" y="2220012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89" name="SCHEM_ellipse-0187"/>
              <p:cNvSpPr/>
              <p:nvPr/>
            </p:nvSpPr>
            <p:spPr>
              <a:xfrm>
                <a:off x="3509425" y="2251916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90" name="SCHEM_ellipse-0188"/>
              <p:cNvSpPr/>
              <p:nvPr/>
            </p:nvSpPr>
            <p:spPr>
              <a:xfrm>
                <a:off x="3534625" y="2277116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91" name="SCHEM_ellipse-0189"/>
              <p:cNvSpPr/>
              <p:nvPr/>
            </p:nvSpPr>
            <p:spPr>
              <a:xfrm>
                <a:off x="3180772" y="2473024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92" name="SCHEM_ellipse-0190"/>
              <p:cNvSpPr/>
              <p:nvPr/>
            </p:nvSpPr>
            <p:spPr>
              <a:xfrm>
                <a:off x="3205972" y="2498224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93" name="SCHEM_ellipse-0191"/>
              <p:cNvSpPr/>
              <p:nvPr/>
            </p:nvSpPr>
            <p:spPr>
              <a:xfrm>
                <a:off x="3276483" y="2077330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94" name="SCHEM_ellipse-0192"/>
              <p:cNvSpPr/>
              <p:nvPr/>
            </p:nvSpPr>
            <p:spPr>
              <a:xfrm>
                <a:off x="3301683" y="2102530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95" name="SCHEM_ellipse-0193"/>
              <p:cNvSpPr/>
              <p:nvPr/>
            </p:nvSpPr>
            <p:spPr>
              <a:xfrm>
                <a:off x="3478208" y="2443123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96" name="SCHEM_ellipse-0194"/>
              <p:cNvSpPr/>
              <p:nvPr/>
            </p:nvSpPr>
            <p:spPr>
              <a:xfrm>
                <a:off x="3503408" y="2468323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97" name="SCHEM_ellipse-0195"/>
              <p:cNvSpPr/>
              <p:nvPr/>
            </p:nvSpPr>
            <p:spPr>
              <a:xfrm>
                <a:off x="3072667" y="2306254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98" name="SCHEM_ellipse-0196"/>
              <p:cNvSpPr/>
              <p:nvPr/>
            </p:nvSpPr>
            <p:spPr>
              <a:xfrm>
                <a:off x="3097867" y="2331454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99" name="SCHEM_path-0197"/>
              <p:cNvSpPr/>
              <p:nvPr/>
            </p:nvSpPr>
            <p:spPr>
              <a:xfrm>
                <a:off x="2412520" y="2342600"/>
                <a:ext cx="575895" cy="479943"/>
              </a:xfrm>
              <a:custGeom>
                <a:avLst/>
                <a:gdLst/>
                <a:ahLst/>
                <a:cxnLst/>
                <a:rect l="0" t="0" r="r" b="b"/>
                <a:pathLst>
                  <a:path w="575895" h="479943">
                    <a:moveTo>
                      <a:pt x="573001" y="256600"/>
                    </a:moveTo>
                    <a:cubicBezTo>
                      <a:pt x="575895" y="308846"/>
                      <a:pt x="553304" y="383857"/>
                      <a:pt x="516678" y="419314"/>
                    </a:cubicBezTo>
                    <a:cubicBezTo>
                      <a:pt x="480052" y="454771"/>
                      <a:pt x="404897" y="460737"/>
                      <a:pt x="353244" y="469343"/>
                    </a:cubicBezTo>
                    <a:cubicBezTo>
                      <a:pt x="301592" y="477949"/>
                      <a:pt x="257372" y="479943"/>
                      <a:pt x="206764" y="470949"/>
                    </a:cubicBezTo>
                    <a:cubicBezTo>
                      <a:pt x="156157" y="461955"/>
                      <a:pt x="83826" y="451103"/>
                      <a:pt x="49600" y="415378"/>
                    </a:cubicBezTo>
                    <a:cubicBezTo>
                      <a:pt x="15373" y="379653"/>
                      <a:pt x="0" y="308558"/>
                      <a:pt x="1407" y="256600"/>
                    </a:cubicBezTo>
                    <a:cubicBezTo>
                      <a:pt x="2813" y="204642"/>
                      <a:pt x="24536" y="141465"/>
                      <a:pt x="58039" y="103631"/>
                    </a:cubicBezTo>
                    <a:cubicBezTo>
                      <a:pt x="91542" y="65796"/>
                      <a:pt x="151441" y="44746"/>
                      <a:pt x="202423" y="29592"/>
                    </a:cubicBezTo>
                    <a:cubicBezTo>
                      <a:pt x="253404" y="14438"/>
                      <a:pt x="314445" y="0"/>
                      <a:pt x="363928" y="12707"/>
                    </a:cubicBezTo>
                    <a:cubicBezTo>
                      <a:pt x="413410" y="25415"/>
                      <a:pt x="464471" y="65187"/>
                      <a:pt x="499317" y="105836"/>
                    </a:cubicBezTo>
                    <a:cubicBezTo>
                      <a:pt x="534162" y="146485"/>
                      <a:pt x="570107" y="204354"/>
                      <a:pt x="573001" y="256600"/>
                    </a:cubicBezTo>
                    <a:close/>
                  </a:path>
                </a:pathLst>
              </a:custGeom>
              <a:solidFill>
                <a:srgbClr val="E9D1AA"/>
              </a:solidFill>
              <a:ln w="7200" cap="flat">
                <a:solidFill>
                  <a:srgbClr val="B59D7D"/>
                </a:solidFill>
              </a:ln>
              <a:effectLst/>
            </p:spPr>
          </p:sp>
          <p:sp>
            <p:nvSpPr>
              <p:cNvPr id="200" name="SCHEM_ellipse-0198"/>
              <p:cNvSpPr/>
              <p:nvPr/>
            </p:nvSpPr>
            <p:spPr>
              <a:xfrm>
                <a:off x="2700000" y="2548800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01" name="SCHEM_ellipse-0199"/>
              <p:cNvSpPr/>
              <p:nvPr/>
            </p:nvSpPr>
            <p:spPr>
              <a:xfrm>
                <a:off x="2725200" y="2574000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02" name="SCHEM_ellipse-0200"/>
              <p:cNvSpPr/>
              <p:nvPr/>
            </p:nvSpPr>
            <p:spPr>
              <a:xfrm>
                <a:off x="2579899" y="2612647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03" name="SCHEM_ellipse-0201"/>
              <p:cNvSpPr/>
              <p:nvPr/>
            </p:nvSpPr>
            <p:spPr>
              <a:xfrm>
                <a:off x="2605099" y="2637847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04" name="SCHEM_ellipse-0202"/>
              <p:cNvSpPr/>
              <p:nvPr/>
            </p:nvSpPr>
            <p:spPr>
              <a:xfrm>
                <a:off x="2659470" y="2436433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05" name="SCHEM_ellipse-0203"/>
              <p:cNvSpPr/>
              <p:nvPr/>
            </p:nvSpPr>
            <p:spPr>
              <a:xfrm>
                <a:off x="2684670" y="2461633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06" name="SCHEM_ellipse-0204"/>
              <p:cNvSpPr/>
              <p:nvPr/>
            </p:nvSpPr>
            <p:spPr>
              <a:xfrm>
                <a:off x="2726754" y="2649456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07" name="SCHEM_ellipse-0205"/>
              <p:cNvSpPr/>
              <p:nvPr/>
            </p:nvSpPr>
            <p:spPr>
              <a:xfrm>
                <a:off x="2751954" y="2674656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08" name="SCHEM_ellipse-0206"/>
              <p:cNvSpPr/>
              <p:nvPr/>
            </p:nvSpPr>
            <p:spPr>
              <a:xfrm>
                <a:off x="2513076" y="2524630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09" name="SCHEM_ellipse-0207"/>
              <p:cNvSpPr/>
              <p:nvPr/>
            </p:nvSpPr>
            <p:spPr>
              <a:xfrm>
                <a:off x="2538276" y="2549830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10" name="SCHEM_ellipse-0208"/>
              <p:cNvSpPr/>
              <p:nvPr/>
            </p:nvSpPr>
            <p:spPr>
              <a:xfrm>
                <a:off x="2775387" y="2468817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11" name="SCHEM_ellipse-0209"/>
              <p:cNvSpPr/>
              <p:nvPr/>
            </p:nvSpPr>
            <p:spPr>
              <a:xfrm>
                <a:off x="2800587" y="2494017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12" name="SCHEM_ellipse-0210"/>
              <p:cNvSpPr/>
              <p:nvPr/>
            </p:nvSpPr>
            <p:spPr>
              <a:xfrm>
                <a:off x="2608424" y="2701837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13" name="SCHEM_ellipse-0211"/>
              <p:cNvSpPr/>
              <p:nvPr/>
            </p:nvSpPr>
            <p:spPr>
              <a:xfrm>
                <a:off x="2633624" y="2727037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14" name="SCHEM_ellipse-0212"/>
              <p:cNvSpPr/>
              <p:nvPr/>
            </p:nvSpPr>
            <p:spPr>
              <a:xfrm>
                <a:off x="2572602" y="2400452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15" name="SCHEM_ellipse-0213"/>
              <p:cNvSpPr/>
              <p:nvPr/>
            </p:nvSpPr>
            <p:spPr>
              <a:xfrm>
                <a:off x="2597802" y="2425652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16" name="SCHEM_ellipse-0214"/>
              <p:cNvSpPr/>
              <p:nvPr/>
            </p:nvSpPr>
            <p:spPr>
              <a:xfrm>
                <a:off x="2814151" y="2608949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17" name="SCHEM_ellipse-0215"/>
              <p:cNvSpPr/>
              <p:nvPr/>
            </p:nvSpPr>
            <p:spPr>
              <a:xfrm>
                <a:off x="2839351" y="2634149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18" name="SCHEM_ellipse-0216"/>
              <p:cNvSpPr/>
              <p:nvPr/>
            </p:nvSpPr>
            <p:spPr>
              <a:xfrm>
                <a:off x="2480634" y="2618481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19" name="SCHEM_ellipse-0217"/>
              <p:cNvSpPr/>
              <p:nvPr/>
            </p:nvSpPr>
            <p:spPr>
              <a:xfrm>
                <a:off x="2505834" y="2643681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20" name="SCHEM_ellipse-0218"/>
              <p:cNvSpPr/>
              <p:nvPr/>
            </p:nvSpPr>
            <p:spPr>
              <a:xfrm>
                <a:off x="2730165" y="2376803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21" name="SCHEM_ellipse-0219"/>
              <p:cNvSpPr/>
              <p:nvPr/>
            </p:nvSpPr>
            <p:spPr>
              <a:xfrm>
                <a:off x="2755365" y="2402003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22" name="SCHEM_ellipse-0220"/>
              <p:cNvSpPr/>
              <p:nvPr/>
            </p:nvSpPr>
            <p:spPr>
              <a:xfrm>
                <a:off x="2708405" y="2736547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23" name="SCHEM_ellipse-0221"/>
              <p:cNvSpPr/>
              <p:nvPr/>
            </p:nvSpPr>
            <p:spPr>
              <a:xfrm>
                <a:off x="2733605" y="2761747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24" name="SCHEM_ellipse-0222"/>
              <p:cNvSpPr/>
              <p:nvPr/>
            </p:nvSpPr>
            <p:spPr>
              <a:xfrm>
                <a:off x="2473792" y="2446812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25" name="SCHEM_ellipse-0223"/>
              <p:cNvSpPr/>
              <p:nvPr/>
            </p:nvSpPr>
            <p:spPr>
              <a:xfrm>
                <a:off x="2498992" y="2472012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26" name="SCHEM_ellipse-0224"/>
              <p:cNvSpPr/>
              <p:nvPr/>
            </p:nvSpPr>
            <p:spPr>
              <a:xfrm>
                <a:off x="2854225" y="2503916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27" name="SCHEM_ellipse-0225"/>
              <p:cNvSpPr/>
              <p:nvPr/>
            </p:nvSpPr>
            <p:spPr>
              <a:xfrm>
                <a:off x="2879425" y="2529116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28" name="SCHEM_ellipse-0226"/>
              <p:cNvSpPr/>
              <p:nvPr/>
            </p:nvSpPr>
            <p:spPr>
              <a:xfrm>
                <a:off x="2525572" y="2725024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29" name="SCHEM_ellipse-0227"/>
              <p:cNvSpPr/>
              <p:nvPr/>
            </p:nvSpPr>
            <p:spPr>
              <a:xfrm>
                <a:off x="2550772" y="2750224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30" name="SCHEM_ellipse-0228"/>
              <p:cNvSpPr/>
              <p:nvPr/>
            </p:nvSpPr>
            <p:spPr>
              <a:xfrm>
                <a:off x="2621283" y="2329330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31" name="SCHEM_ellipse-0229"/>
              <p:cNvSpPr/>
              <p:nvPr/>
            </p:nvSpPr>
            <p:spPr>
              <a:xfrm>
                <a:off x="2646483" y="2354530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32" name="SCHEM_ellipse-0230"/>
              <p:cNvSpPr/>
              <p:nvPr/>
            </p:nvSpPr>
            <p:spPr>
              <a:xfrm>
                <a:off x="2823008" y="2695123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33" name="SCHEM_ellipse-0231"/>
              <p:cNvSpPr/>
              <p:nvPr/>
            </p:nvSpPr>
            <p:spPr>
              <a:xfrm>
                <a:off x="2848208" y="2720323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34" name="SCHEM_ellipse-0232"/>
              <p:cNvSpPr/>
              <p:nvPr/>
            </p:nvSpPr>
            <p:spPr>
              <a:xfrm>
                <a:off x="2417467" y="2558254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35" name="SCHEM_ellipse-0233"/>
              <p:cNvSpPr/>
              <p:nvPr/>
            </p:nvSpPr>
            <p:spPr>
              <a:xfrm>
                <a:off x="2442667" y="2583454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36" name="SCHEM_rect-0234"/>
              <p:cNvSpPr/>
              <p:nvPr/>
            </p:nvSpPr>
            <p:spPr>
              <a:xfrm>
                <a:off x="4032000" y="1879200"/>
                <a:ext cx="1476000" cy="1015200"/>
              </a:xfrm>
              <a:prstGeom prst="rect">
                <a:avLst/>
              </a:prstGeom>
              <a:solidFill>
                <a:srgbClr val="E5DFCF"/>
              </a:solidFill>
              <a:ln w="9360" cap="flat">
                <a:solidFill>
                  <a:srgbClr val="968F7E"/>
                </a:solidFill>
              </a:ln>
              <a:effectLst/>
            </p:spPr>
          </p:sp>
          <p:sp>
            <p:nvSpPr>
              <p:cNvPr id="237" name="SCHEM_path-0235"/>
              <p:cNvSpPr/>
              <p:nvPr/>
            </p:nvSpPr>
            <p:spPr>
              <a:xfrm>
                <a:off x="4034663" y="1898422"/>
                <a:ext cx="189829" cy="143517"/>
              </a:xfrm>
              <a:custGeom>
                <a:avLst/>
                <a:gdLst/>
                <a:ahLst/>
                <a:cxnLst/>
                <a:rect l="0" t="0" r="r" b="b"/>
                <a:pathLst>
                  <a:path w="189829" h="143517">
                    <a:moveTo>
                      <a:pt x="188676" y="74378"/>
                    </a:moveTo>
                    <a:cubicBezTo>
                      <a:pt x="189829" y="90874"/>
                      <a:pt x="175022" y="115168"/>
                      <a:pt x="158733" y="126528"/>
                    </a:cubicBezTo>
                    <a:cubicBezTo>
                      <a:pt x="142443" y="137889"/>
                      <a:pt x="112270" y="143517"/>
                      <a:pt x="90937" y="142543"/>
                    </a:cubicBezTo>
                    <a:cubicBezTo>
                      <a:pt x="69605" y="141569"/>
                      <a:pt x="45833" y="132046"/>
                      <a:pt x="30738" y="120685"/>
                    </a:cubicBezTo>
                    <a:cubicBezTo>
                      <a:pt x="15644" y="109324"/>
                      <a:pt x="741" y="90099"/>
                      <a:pt x="370" y="74378"/>
                    </a:cubicBezTo>
                    <a:cubicBezTo>
                      <a:pt x="0" y="58657"/>
                      <a:pt x="13421" y="38725"/>
                      <a:pt x="28516" y="26361"/>
                    </a:cubicBezTo>
                    <a:cubicBezTo>
                      <a:pt x="43610" y="13998"/>
                      <a:pt x="70388" y="0"/>
                      <a:pt x="90937" y="198"/>
                    </a:cubicBezTo>
                    <a:cubicBezTo>
                      <a:pt x="111487" y="397"/>
                      <a:pt x="135522" y="15188"/>
                      <a:pt x="151812" y="27551"/>
                    </a:cubicBezTo>
                    <a:cubicBezTo>
                      <a:pt x="168102" y="39915"/>
                      <a:pt x="187522" y="57882"/>
                      <a:pt x="188676" y="74378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38" name="SCHEM_path-0236"/>
              <p:cNvSpPr/>
              <p:nvPr/>
            </p:nvSpPr>
            <p:spPr>
              <a:xfrm>
                <a:off x="4236481" y="1900148"/>
                <a:ext cx="173619" cy="147657"/>
              </a:xfrm>
              <a:custGeom>
                <a:avLst/>
                <a:gdLst/>
                <a:ahLst/>
                <a:cxnLst/>
                <a:rect l="0" t="0" r="r" b="b"/>
                <a:pathLst>
                  <a:path w="173619" h="147657">
                    <a:moveTo>
                      <a:pt x="173172" y="72652"/>
                    </a:moveTo>
                    <a:cubicBezTo>
                      <a:pt x="173321" y="90271"/>
                      <a:pt x="173619" y="113543"/>
                      <a:pt x="159877" y="125851"/>
                    </a:cubicBezTo>
                    <a:cubicBezTo>
                      <a:pt x="146134" y="138159"/>
                      <a:pt x="112269" y="147657"/>
                      <a:pt x="90719" y="146501"/>
                    </a:cubicBezTo>
                    <a:cubicBezTo>
                      <a:pt x="69169" y="145344"/>
                      <a:pt x="45616" y="131222"/>
                      <a:pt x="30579" y="118914"/>
                    </a:cubicBezTo>
                    <a:cubicBezTo>
                      <a:pt x="15541" y="106606"/>
                      <a:pt x="987" y="88452"/>
                      <a:pt x="493" y="72652"/>
                    </a:cubicBezTo>
                    <a:cubicBezTo>
                      <a:pt x="0" y="56852"/>
                      <a:pt x="12582" y="36112"/>
                      <a:pt x="27619" y="24114"/>
                    </a:cubicBezTo>
                    <a:cubicBezTo>
                      <a:pt x="42657" y="12116"/>
                      <a:pt x="68825" y="1324"/>
                      <a:pt x="90719" y="662"/>
                    </a:cubicBezTo>
                    <a:cubicBezTo>
                      <a:pt x="112613" y="0"/>
                      <a:pt x="145241" y="8143"/>
                      <a:pt x="158983" y="20142"/>
                    </a:cubicBezTo>
                    <a:cubicBezTo>
                      <a:pt x="172725" y="32140"/>
                      <a:pt x="173023" y="55034"/>
                      <a:pt x="173172" y="72652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39" name="SCHEM_path-0237"/>
              <p:cNvSpPr/>
              <p:nvPr/>
            </p:nvSpPr>
            <p:spPr>
              <a:xfrm>
                <a:off x="4429601" y="1899674"/>
                <a:ext cx="200963" cy="137855"/>
              </a:xfrm>
              <a:custGeom>
                <a:avLst/>
                <a:gdLst/>
                <a:ahLst/>
                <a:cxnLst/>
                <a:rect l="0" t="0" r="r" b="b"/>
                <a:pathLst>
                  <a:path w="200963" h="137855">
                    <a:moveTo>
                      <a:pt x="199340" y="73126"/>
                    </a:moveTo>
                    <a:cubicBezTo>
                      <a:pt x="200963" y="90002"/>
                      <a:pt x="186575" y="117143"/>
                      <a:pt x="169884" y="127499"/>
                    </a:cubicBezTo>
                    <a:cubicBezTo>
                      <a:pt x="153194" y="137855"/>
                      <a:pt x="120571" y="136946"/>
                      <a:pt x="99199" y="135262"/>
                    </a:cubicBezTo>
                    <a:cubicBezTo>
                      <a:pt x="77826" y="133578"/>
                      <a:pt x="57907" y="127751"/>
                      <a:pt x="41649" y="117394"/>
                    </a:cubicBezTo>
                    <a:cubicBezTo>
                      <a:pt x="25391" y="107038"/>
                      <a:pt x="3304" y="89153"/>
                      <a:pt x="1652" y="73126"/>
                    </a:cubicBezTo>
                    <a:cubicBezTo>
                      <a:pt x="0" y="57099"/>
                      <a:pt x="15480" y="33281"/>
                      <a:pt x="31738" y="21233"/>
                    </a:cubicBezTo>
                    <a:cubicBezTo>
                      <a:pt x="47996" y="9184"/>
                      <a:pt x="77797" y="0"/>
                      <a:pt x="99199" y="835"/>
                    </a:cubicBezTo>
                    <a:cubicBezTo>
                      <a:pt x="120600" y="1670"/>
                      <a:pt x="143456" y="14194"/>
                      <a:pt x="160147" y="26243"/>
                    </a:cubicBezTo>
                    <a:cubicBezTo>
                      <a:pt x="176837" y="38291"/>
                      <a:pt x="197717" y="56250"/>
                      <a:pt x="199340" y="73126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40" name="SCHEM_path-0238"/>
              <p:cNvSpPr/>
              <p:nvPr/>
            </p:nvSpPr>
            <p:spPr>
              <a:xfrm>
                <a:off x="4636004" y="1909482"/>
                <a:ext cx="179823" cy="130761"/>
              </a:xfrm>
              <a:custGeom>
                <a:avLst/>
                <a:gdLst/>
                <a:ahLst/>
                <a:cxnLst/>
                <a:rect l="0" t="0" r="r" b="b"/>
                <a:pathLst>
                  <a:path w="179823" h="130761">
                    <a:moveTo>
                      <a:pt x="179079" y="63318"/>
                    </a:moveTo>
                    <a:cubicBezTo>
                      <a:pt x="178335" y="80439"/>
                      <a:pt x="173052" y="101744"/>
                      <a:pt x="158938" y="112965"/>
                    </a:cubicBezTo>
                    <a:cubicBezTo>
                      <a:pt x="144825" y="124187"/>
                      <a:pt x="116062" y="130528"/>
                      <a:pt x="94396" y="130644"/>
                    </a:cubicBezTo>
                    <a:cubicBezTo>
                      <a:pt x="72731" y="130761"/>
                      <a:pt x="44451" y="124886"/>
                      <a:pt x="28946" y="113664"/>
                    </a:cubicBezTo>
                    <a:cubicBezTo>
                      <a:pt x="13441" y="102443"/>
                      <a:pt x="0" y="79049"/>
                      <a:pt x="1366" y="63318"/>
                    </a:cubicBezTo>
                    <a:cubicBezTo>
                      <a:pt x="2732" y="47586"/>
                      <a:pt x="21636" y="29512"/>
                      <a:pt x="37142" y="19276"/>
                    </a:cubicBezTo>
                    <a:cubicBezTo>
                      <a:pt x="52647" y="9039"/>
                      <a:pt x="73353" y="3406"/>
                      <a:pt x="94396" y="1900"/>
                    </a:cubicBezTo>
                    <a:cubicBezTo>
                      <a:pt x="115440" y="393"/>
                      <a:pt x="149289" y="0"/>
                      <a:pt x="163402" y="10236"/>
                    </a:cubicBezTo>
                    <a:cubicBezTo>
                      <a:pt x="177516" y="20473"/>
                      <a:pt x="179823" y="46196"/>
                      <a:pt x="179079" y="63318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41" name="SCHEM_path-0239"/>
              <p:cNvSpPr/>
              <p:nvPr/>
            </p:nvSpPr>
            <p:spPr>
              <a:xfrm>
                <a:off x="4850382" y="1895620"/>
                <a:ext cx="168028" cy="145040"/>
              </a:xfrm>
              <a:custGeom>
                <a:avLst/>
                <a:gdLst/>
                <a:ahLst/>
                <a:cxnLst/>
                <a:rect l="0" t="0" r="r" b="b"/>
                <a:pathLst>
                  <a:path w="168028" h="145040">
                    <a:moveTo>
                      <a:pt x="166259" y="77180"/>
                    </a:moveTo>
                    <a:cubicBezTo>
                      <a:pt x="164490" y="93368"/>
                      <a:pt x="153552" y="110370"/>
                      <a:pt x="139446" y="121663"/>
                    </a:cubicBezTo>
                    <a:cubicBezTo>
                      <a:pt x="125339" y="132956"/>
                      <a:pt x="101025" y="144837"/>
                      <a:pt x="81618" y="144938"/>
                    </a:cubicBezTo>
                    <a:cubicBezTo>
                      <a:pt x="62210" y="145040"/>
                      <a:pt x="36500" y="133562"/>
                      <a:pt x="23001" y="122269"/>
                    </a:cubicBezTo>
                    <a:cubicBezTo>
                      <a:pt x="9502" y="110976"/>
                      <a:pt x="1251" y="92691"/>
                      <a:pt x="626" y="77180"/>
                    </a:cubicBezTo>
                    <a:cubicBezTo>
                      <a:pt x="0" y="61669"/>
                      <a:pt x="5748" y="41936"/>
                      <a:pt x="19247" y="29202"/>
                    </a:cubicBezTo>
                    <a:cubicBezTo>
                      <a:pt x="32746" y="16469"/>
                      <a:pt x="59815" y="1557"/>
                      <a:pt x="81618" y="778"/>
                    </a:cubicBezTo>
                    <a:cubicBezTo>
                      <a:pt x="103420" y="0"/>
                      <a:pt x="135953" y="11798"/>
                      <a:pt x="150060" y="24532"/>
                    </a:cubicBezTo>
                    <a:cubicBezTo>
                      <a:pt x="164167" y="37265"/>
                      <a:pt x="168028" y="60991"/>
                      <a:pt x="166259" y="77180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42" name="SCHEM_path-0240"/>
              <p:cNvSpPr/>
              <p:nvPr/>
            </p:nvSpPr>
            <p:spPr>
              <a:xfrm>
                <a:off x="5038060" y="1908445"/>
                <a:ext cx="189210" cy="139115"/>
              </a:xfrm>
              <a:custGeom>
                <a:avLst/>
                <a:gdLst/>
                <a:ahLst/>
                <a:cxnLst/>
                <a:rect l="0" t="0" r="r" b="b"/>
                <a:pathLst>
                  <a:path w="189210" h="139115">
                    <a:moveTo>
                      <a:pt x="188509" y="64355"/>
                    </a:moveTo>
                    <a:cubicBezTo>
                      <a:pt x="189210" y="81137"/>
                      <a:pt x="178584" y="103921"/>
                      <a:pt x="163089" y="116316"/>
                    </a:cubicBezTo>
                    <a:cubicBezTo>
                      <a:pt x="147594" y="128711"/>
                      <a:pt x="118565" y="138332"/>
                      <a:pt x="95540" y="138724"/>
                    </a:cubicBezTo>
                    <a:cubicBezTo>
                      <a:pt x="72514" y="139115"/>
                      <a:pt x="40850" y="131061"/>
                      <a:pt x="24936" y="118666"/>
                    </a:cubicBezTo>
                    <a:cubicBezTo>
                      <a:pt x="9021" y="106271"/>
                      <a:pt x="0" y="82419"/>
                      <a:pt x="51" y="64355"/>
                    </a:cubicBezTo>
                    <a:cubicBezTo>
                      <a:pt x="102" y="46291"/>
                      <a:pt x="9327" y="20560"/>
                      <a:pt x="25242" y="10280"/>
                    </a:cubicBezTo>
                    <a:cubicBezTo>
                      <a:pt x="41157" y="0"/>
                      <a:pt x="73266" y="1783"/>
                      <a:pt x="95540" y="2675"/>
                    </a:cubicBezTo>
                    <a:cubicBezTo>
                      <a:pt x="117813" y="3566"/>
                      <a:pt x="143390" y="5348"/>
                      <a:pt x="158885" y="15628"/>
                    </a:cubicBezTo>
                    <a:cubicBezTo>
                      <a:pt x="174380" y="25908"/>
                      <a:pt x="187809" y="47574"/>
                      <a:pt x="188509" y="64355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43" name="SCHEM_path-0241"/>
              <p:cNvSpPr/>
              <p:nvPr/>
            </p:nvSpPr>
            <p:spPr>
              <a:xfrm>
                <a:off x="5254612" y="1903623"/>
                <a:ext cx="177384" cy="139502"/>
              </a:xfrm>
              <a:custGeom>
                <a:avLst/>
                <a:gdLst/>
                <a:ahLst/>
                <a:cxnLst/>
                <a:rect l="0" t="0" r="r" b="b"/>
                <a:pathLst>
                  <a:path w="177384" h="139502">
                    <a:moveTo>
                      <a:pt x="177227" y="69177"/>
                    </a:moveTo>
                    <a:cubicBezTo>
                      <a:pt x="177384" y="86688"/>
                      <a:pt x="165464" y="110538"/>
                      <a:pt x="149357" y="122076"/>
                    </a:cubicBezTo>
                    <a:cubicBezTo>
                      <a:pt x="133251" y="133615"/>
                      <a:pt x="102089" y="139502"/>
                      <a:pt x="80588" y="138409"/>
                    </a:cubicBezTo>
                    <a:cubicBezTo>
                      <a:pt x="59086" y="137315"/>
                      <a:pt x="33609" y="127054"/>
                      <a:pt x="20348" y="115515"/>
                    </a:cubicBezTo>
                    <a:cubicBezTo>
                      <a:pt x="7086" y="103976"/>
                      <a:pt x="2036" y="85406"/>
                      <a:pt x="1018" y="69177"/>
                    </a:cubicBezTo>
                    <a:cubicBezTo>
                      <a:pt x="0" y="52947"/>
                      <a:pt x="979" y="29638"/>
                      <a:pt x="14240" y="18140"/>
                    </a:cubicBezTo>
                    <a:cubicBezTo>
                      <a:pt x="27502" y="6642"/>
                      <a:pt x="58226" y="378"/>
                      <a:pt x="80588" y="189"/>
                    </a:cubicBezTo>
                    <a:cubicBezTo>
                      <a:pt x="102949" y="0"/>
                      <a:pt x="132304" y="5507"/>
                      <a:pt x="148410" y="17005"/>
                    </a:cubicBezTo>
                    <a:cubicBezTo>
                      <a:pt x="164517" y="28503"/>
                      <a:pt x="177069" y="51665"/>
                      <a:pt x="177227" y="69177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44" name="SCHEM_path-0242"/>
              <p:cNvSpPr/>
              <p:nvPr/>
            </p:nvSpPr>
            <p:spPr>
              <a:xfrm>
                <a:off x="4093268" y="2075901"/>
                <a:ext cx="173002" cy="141356"/>
              </a:xfrm>
              <a:custGeom>
                <a:avLst/>
                <a:gdLst/>
                <a:ahLst/>
                <a:cxnLst/>
                <a:rect l="0" t="0" r="r" b="b"/>
                <a:pathLst>
                  <a:path w="173002" h="141356">
                    <a:moveTo>
                      <a:pt x="172259" y="76899"/>
                    </a:moveTo>
                    <a:cubicBezTo>
                      <a:pt x="173002" y="92211"/>
                      <a:pt x="159593" y="113963"/>
                      <a:pt x="144672" y="124546"/>
                    </a:cubicBezTo>
                    <a:cubicBezTo>
                      <a:pt x="129751" y="135128"/>
                      <a:pt x="104630" y="139431"/>
                      <a:pt x="82732" y="140394"/>
                    </a:cubicBezTo>
                    <a:cubicBezTo>
                      <a:pt x="60834" y="141356"/>
                      <a:pt x="26566" y="140904"/>
                      <a:pt x="13283" y="130321"/>
                    </a:cubicBezTo>
                    <a:cubicBezTo>
                      <a:pt x="0" y="119739"/>
                      <a:pt x="2110" y="93997"/>
                      <a:pt x="3033" y="76899"/>
                    </a:cubicBezTo>
                    <a:cubicBezTo>
                      <a:pt x="3956" y="59802"/>
                      <a:pt x="5538" y="40416"/>
                      <a:pt x="18821" y="27737"/>
                    </a:cubicBezTo>
                    <a:cubicBezTo>
                      <a:pt x="32104" y="15058"/>
                      <a:pt x="62499" y="0"/>
                      <a:pt x="82732" y="824"/>
                    </a:cubicBezTo>
                    <a:cubicBezTo>
                      <a:pt x="102965" y="1647"/>
                      <a:pt x="125298" y="19999"/>
                      <a:pt x="140219" y="32678"/>
                    </a:cubicBezTo>
                    <a:cubicBezTo>
                      <a:pt x="155141" y="45357"/>
                      <a:pt x="171517" y="61588"/>
                      <a:pt x="172259" y="76899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45" name="SCHEM_path-0243"/>
              <p:cNvSpPr/>
              <p:nvPr/>
            </p:nvSpPr>
            <p:spPr>
              <a:xfrm>
                <a:off x="4278964" y="2079484"/>
                <a:ext cx="191179" cy="144524"/>
              </a:xfrm>
              <a:custGeom>
                <a:avLst/>
                <a:gdLst/>
                <a:ahLst/>
                <a:cxnLst/>
                <a:rect l="0" t="0" r="r" b="b"/>
                <a:pathLst>
                  <a:path w="191179" h="144524">
                    <a:moveTo>
                      <a:pt x="190497" y="73316"/>
                    </a:moveTo>
                    <a:cubicBezTo>
                      <a:pt x="191179" y="88891"/>
                      <a:pt x="176732" y="109818"/>
                      <a:pt x="161422" y="121613"/>
                    </a:cubicBezTo>
                    <a:cubicBezTo>
                      <a:pt x="146112" y="133409"/>
                      <a:pt x="118999" y="144524"/>
                      <a:pt x="98636" y="144089"/>
                    </a:cubicBezTo>
                    <a:cubicBezTo>
                      <a:pt x="78272" y="143655"/>
                      <a:pt x="55419" y="130800"/>
                      <a:pt x="39241" y="119004"/>
                    </a:cubicBezTo>
                    <a:cubicBezTo>
                      <a:pt x="23063" y="107209"/>
                      <a:pt x="3133" y="89751"/>
                      <a:pt x="1567" y="73316"/>
                    </a:cubicBezTo>
                    <a:cubicBezTo>
                      <a:pt x="0" y="56882"/>
                      <a:pt x="13663" y="32401"/>
                      <a:pt x="29841" y="20397"/>
                    </a:cubicBezTo>
                    <a:cubicBezTo>
                      <a:pt x="46019" y="8394"/>
                      <a:pt x="77387" y="0"/>
                      <a:pt x="98636" y="1295"/>
                    </a:cubicBezTo>
                    <a:cubicBezTo>
                      <a:pt x="119884" y="2589"/>
                      <a:pt x="142022" y="16161"/>
                      <a:pt x="157332" y="28165"/>
                    </a:cubicBezTo>
                    <a:cubicBezTo>
                      <a:pt x="172643" y="40169"/>
                      <a:pt x="189815" y="57741"/>
                      <a:pt x="190497" y="73316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46" name="SCHEM_path-0244"/>
              <p:cNvSpPr/>
              <p:nvPr/>
            </p:nvSpPr>
            <p:spPr>
              <a:xfrm>
                <a:off x="4488398" y="2088395"/>
                <a:ext cx="180222" cy="141094"/>
              </a:xfrm>
              <a:custGeom>
                <a:avLst/>
                <a:gdLst/>
                <a:ahLst/>
                <a:cxnLst/>
                <a:rect l="0" t="0" r="r" b="b"/>
                <a:pathLst>
                  <a:path w="180222" h="141094">
                    <a:moveTo>
                      <a:pt x="180100" y="64405"/>
                    </a:moveTo>
                    <a:cubicBezTo>
                      <a:pt x="180222" y="80922"/>
                      <a:pt x="170463" y="101484"/>
                      <a:pt x="155580" y="114235"/>
                    </a:cubicBezTo>
                    <a:cubicBezTo>
                      <a:pt x="140697" y="126986"/>
                      <a:pt x="112156" y="141094"/>
                      <a:pt x="90802" y="140910"/>
                    </a:cubicBezTo>
                    <a:cubicBezTo>
                      <a:pt x="69448" y="140727"/>
                      <a:pt x="42538" y="125884"/>
                      <a:pt x="27456" y="113133"/>
                    </a:cubicBezTo>
                    <a:cubicBezTo>
                      <a:pt x="12374" y="100382"/>
                      <a:pt x="618" y="80885"/>
                      <a:pt x="309" y="64405"/>
                    </a:cubicBezTo>
                    <a:cubicBezTo>
                      <a:pt x="0" y="47925"/>
                      <a:pt x="10521" y="24962"/>
                      <a:pt x="25603" y="14252"/>
                    </a:cubicBezTo>
                    <a:cubicBezTo>
                      <a:pt x="40685" y="3543"/>
                      <a:pt x="69260" y="0"/>
                      <a:pt x="90802" y="147"/>
                    </a:cubicBezTo>
                    <a:cubicBezTo>
                      <a:pt x="112343" y="295"/>
                      <a:pt x="139969" y="4426"/>
                      <a:pt x="154852" y="15136"/>
                    </a:cubicBezTo>
                    <a:cubicBezTo>
                      <a:pt x="169735" y="25846"/>
                      <a:pt x="179979" y="47889"/>
                      <a:pt x="180100" y="64405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47" name="SCHEM_path-0245"/>
              <p:cNvSpPr/>
              <p:nvPr/>
            </p:nvSpPr>
            <p:spPr>
              <a:xfrm>
                <a:off x="4700417" y="2086212"/>
                <a:ext cx="170547" cy="139829"/>
              </a:xfrm>
              <a:custGeom>
                <a:avLst/>
                <a:gdLst/>
                <a:ahLst/>
                <a:cxnLst/>
                <a:rect l="0" t="0" r="r" b="b"/>
                <a:pathLst>
                  <a:path w="170547" h="139829">
                    <a:moveTo>
                      <a:pt x="170159" y="66588"/>
                    </a:moveTo>
                    <a:cubicBezTo>
                      <a:pt x="169771" y="83878"/>
                      <a:pt x="161611" y="105523"/>
                      <a:pt x="146649" y="117562"/>
                    </a:cubicBezTo>
                    <a:cubicBezTo>
                      <a:pt x="131686" y="129601"/>
                      <a:pt x="101165" y="139829"/>
                      <a:pt x="80383" y="138824"/>
                    </a:cubicBezTo>
                    <a:cubicBezTo>
                      <a:pt x="59600" y="137819"/>
                      <a:pt x="35254" y="123572"/>
                      <a:pt x="21955" y="111533"/>
                    </a:cubicBezTo>
                    <a:cubicBezTo>
                      <a:pt x="8656" y="99494"/>
                      <a:pt x="1178" y="82023"/>
                      <a:pt x="589" y="66588"/>
                    </a:cubicBezTo>
                    <a:cubicBezTo>
                      <a:pt x="0" y="51154"/>
                      <a:pt x="5122" y="29882"/>
                      <a:pt x="18421" y="18925"/>
                    </a:cubicBezTo>
                    <a:cubicBezTo>
                      <a:pt x="31720" y="7969"/>
                      <a:pt x="58624" y="1700"/>
                      <a:pt x="80383" y="850"/>
                    </a:cubicBezTo>
                    <a:cubicBezTo>
                      <a:pt x="102142" y="0"/>
                      <a:pt x="134013" y="2868"/>
                      <a:pt x="148976" y="13824"/>
                    </a:cubicBezTo>
                    <a:cubicBezTo>
                      <a:pt x="163939" y="24781"/>
                      <a:pt x="170547" y="49299"/>
                      <a:pt x="170159" y="66588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48" name="SCHEM_path-0246"/>
              <p:cNvSpPr/>
              <p:nvPr/>
            </p:nvSpPr>
            <p:spPr>
              <a:xfrm>
                <a:off x="4897272" y="2089153"/>
                <a:ext cx="171431" cy="136496"/>
              </a:xfrm>
              <a:custGeom>
                <a:avLst/>
                <a:gdLst/>
                <a:ahLst/>
                <a:cxnLst/>
                <a:rect l="0" t="0" r="r" b="b"/>
                <a:pathLst>
                  <a:path w="171431" h="136496">
                    <a:moveTo>
                      <a:pt x="170264" y="63647"/>
                    </a:moveTo>
                    <a:cubicBezTo>
                      <a:pt x="171431" y="79849"/>
                      <a:pt x="166006" y="102859"/>
                      <a:pt x="151817" y="114947"/>
                    </a:cubicBezTo>
                    <a:cubicBezTo>
                      <a:pt x="137628" y="127035"/>
                      <a:pt x="107774" y="135856"/>
                      <a:pt x="85128" y="136176"/>
                    </a:cubicBezTo>
                    <a:cubicBezTo>
                      <a:pt x="62482" y="136496"/>
                      <a:pt x="29868" y="128956"/>
                      <a:pt x="15942" y="116868"/>
                    </a:cubicBezTo>
                    <a:cubicBezTo>
                      <a:pt x="2015" y="104780"/>
                      <a:pt x="0" y="80180"/>
                      <a:pt x="1570" y="63647"/>
                    </a:cubicBezTo>
                    <a:cubicBezTo>
                      <a:pt x="3140" y="47115"/>
                      <a:pt x="11435" y="28279"/>
                      <a:pt x="25361" y="17673"/>
                    </a:cubicBezTo>
                    <a:cubicBezTo>
                      <a:pt x="39287" y="7067"/>
                      <a:pt x="65219" y="0"/>
                      <a:pt x="85128" y="11"/>
                    </a:cubicBezTo>
                    <a:cubicBezTo>
                      <a:pt x="105037" y="21"/>
                      <a:pt x="130624" y="7130"/>
                      <a:pt x="144813" y="17736"/>
                    </a:cubicBezTo>
                    <a:cubicBezTo>
                      <a:pt x="159002" y="28342"/>
                      <a:pt x="169097" y="47446"/>
                      <a:pt x="170264" y="63647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49" name="SCHEM_path-0247"/>
              <p:cNvSpPr/>
              <p:nvPr/>
            </p:nvSpPr>
            <p:spPr>
              <a:xfrm>
                <a:off x="5096867" y="2078658"/>
                <a:ext cx="169105" cy="146604"/>
              </a:xfrm>
              <a:custGeom>
                <a:avLst/>
                <a:gdLst/>
                <a:ahLst/>
                <a:cxnLst/>
                <a:rect l="0" t="0" r="r" b="b"/>
                <a:pathLst>
                  <a:path w="169105" h="146604">
                    <a:moveTo>
                      <a:pt x="168993" y="74142"/>
                    </a:moveTo>
                    <a:cubicBezTo>
                      <a:pt x="169105" y="91223"/>
                      <a:pt x="167729" y="113644"/>
                      <a:pt x="154086" y="125644"/>
                    </a:cubicBezTo>
                    <a:cubicBezTo>
                      <a:pt x="140443" y="137644"/>
                      <a:pt x="110054" y="145676"/>
                      <a:pt x="87133" y="146140"/>
                    </a:cubicBezTo>
                    <a:cubicBezTo>
                      <a:pt x="64213" y="146604"/>
                      <a:pt x="30794" y="140428"/>
                      <a:pt x="16561" y="128428"/>
                    </a:cubicBezTo>
                    <a:cubicBezTo>
                      <a:pt x="2329" y="116428"/>
                      <a:pt x="0" y="90901"/>
                      <a:pt x="1737" y="74142"/>
                    </a:cubicBezTo>
                    <a:cubicBezTo>
                      <a:pt x="3474" y="57383"/>
                      <a:pt x="12750" y="40098"/>
                      <a:pt x="26982" y="27872"/>
                    </a:cubicBezTo>
                    <a:cubicBezTo>
                      <a:pt x="41215" y="15646"/>
                      <a:pt x="66061" y="1572"/>
                      <a:pt x="87133" y="786"/>
                    </a:cubicBezTo>
                    <a:cubicBezTo>
                      <a:pt x="108205" y="0"/>
                      <a:pt x="139771" y="10931"/>
                      <a:pt x="153414" y="23157"/>
                    </a:cubicBezTo>
                    <a:cubicBezTo>
                      <a:pt x="167057" y="35383"/>
                      <a:pt x="168881" y="57061"/>
                      <a:pt x="168993" y="74142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50" name="SCHEM_path-0248"/>
              <p:cNvSpPr/>
              <p:nvPr/>
            </p:nvSpPr>
            <p:spPr>
              <a:xfrm>
                <a:off x="5284448" y="2075739"/>
                <a:ext cx="203191" cy="150735"/>
              </a:xfrm>
              <a:custGeom>
                <a:avLst/>
                <a:gdLst/>
                <a:ahLst/>
                <a:cxnLst/>
                <a:rect l="0" t="0" r="r" b="b"/>
                <a:pathLst>
                  <a:path w="203191" h="150735">
                    <a:moveTo>
                      <a:pt x="201492" y="77061"/>
                    </a:moveTo>
                    <a:cubicBezTo>
                      <a:pt x="199793" y="92839"/>
                      <a:pt x="174310" y="108241"/>
                      <a:pt x="157587" y="120473"/>
                    </a:cubicBezTo>
                    <a:cubicBezTo>
                      <a:pt x="140864" y="132704"/>
                      <a:pt x="120335" y="150164"/>
                      <a:pt x="101152" y="150449"/>
                    </a:cubicBezTo>
                    <a:cubicBezTo>
                      <a:pt x="81969" y="150735"/>
                      <a:pt x="59288" y="134418"/>
                      <a:pt x="42489" y="122186"/>
                    </a:cubicBezTo>
                    <a:cubicBezTo>
                      <a:pt x="25690" y="109955"/>
                      <a:pt x="0" y="91827"/>
                      <a:pt x="358" y="77061"/>
                    </a:cubicBezTo>
                    <a:cubicBezTo>
                      <a:pt x="716" y="62295"/>
                      <a:pt x="27839" y="46216"/>
                      <a:pt x="44638" y="33589"/>
                    </a:cubicBezTo>
                    <a:cubicBezTo>
                      <a:pt x="61437" y="20961"/>
                      <a:pt x="80628" y="2594"/>
                      <a:pt x="101152" y="1297"/>
                    </a:cubicBezTo>
                    <a:cubicBezTo>
                      <a:pt x="121676" y="0"/>
                      <a:pt x="151058" y="13180"/>
                      <a:pt x="167781" y="25808"/>
                    </a:cubicBezTo>
                    <a:cubicBezTo>
                      <a:pt x="184505" y="38435"/>
                      <a:pt x="203191" y="61284"/>
                      <a:pt x="201492" y="77061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51" name="SCHEM_path-0249"/>
              <p:cNvSpPr/>
              <p:nvPr/>
            </p:nvSpPr>
            <p:spPr>
              <a:xfrm>
                <a:off x="4034750" y="2263585"/>
                <a:ext cx="174827" cy="136860"/>
              </a:xfrm>
              <a:custGeom>
                <a:avLst/>
                <a:gdLst/>
                <a:ahLst/>
                <a:cxnLst/>
                <a:rect l="0" t="0" r="r" b="b"/>
                <a:pathLst>
                  <a:path w="174827" h="136860">
                    <a:moveTo>
                      <a:pt x="174312" y="69215"/>
                    </a:moveTo>
                    <a:cubicBezTo>
                      <a:pt x="174827" y="85825"/>
                      <a:pt x="171086" y="109111"/>
                      <a:pt x="157176" y="120235"/>
                    </a:cubicBezTo>
                    <a:cubicBezTo>
                      <a:pt x="143265" y="131358"/>
                      <a:pt x="111782" y="136860"/>
                      <a:pt x="90850" y="135955"/>
                    </a:cubicBezTo>
                    <a:cubicBezTo>
                      <a:pt x="69917" y="135050"/>
                      <a:pt x="46595" y="125931"/>
                      <a:pt x="31579" y="114807"/>
                    </a:cubicBezTo>
                    <a:cubicBezTo>
                      <a:pt x="16563" y="103684"/>
                      <a:pt x="1502" y="84990"/>
                      <a:pt x="751" y="69215"/>
                    </a:cubicBezTo>
                    <a:cubicBezTo>
                      <a:pt x="0" y="53439"/>
                      <a:pt x="12055" y="31679"/>
                      <a:pt x="27072" y="20155"/>
                    </a:cubicBezTo>
                    <a:cubicBezTo>
                      <a:pt x="42088" y="8631"/>
                      <a:pt x="69681" y="0"/>
                      <a:pt x="90850" y="70"/>
                    </a:cubicBezTo>
                    <a:cubicBezTo>
                      <a:pt x="112018" y="139"/>
                      <a:pt x="140174" y="9049"/>
                      <a:pt x="154084" y="20573"/>
                    </a:cubicBezTo>
                    <a:cubicBezTo>
                      <a:pt x="167994" y="32097"/>
                      <a:pt x="173796" y="52604"/>
                      <a:pt x="174312" y="69215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52" name="SCHEM_path-0250"/>
              <p:cNvSpPr/>
              <p:nvPr/>
            </p:nvSpPr>
            <p:spPr>
              <a:xfrm>
                <a:off x="4237937" y="2265152"/>
                <a:ext cx="185016" cy="138000"/>
              </a:xfrm>
              <a:custGeom>
                <a:avLst/>
                <a:gdLst/>
                <a:ahLst/>
                <a:cxnLst/>
                <a:rect l="0" t="0" r="r" b="b"/>
                <a:pathLst>
                  <a:path w="185016" h="138000">
                    <a:moveTo>
                      <a:pt x="183400" y="67648"/>
                    </a:moveTo>
                    <a:cubicBezTo>
                      <a:pt x="185016" y="83894"/>
                      <a:pt x="173159" y="108477"/>
                      <a:pt x="157469" y="120114"/>
                    </a:cubicBezTo>
                    <a:cubicBezTo>
                      <a:pt x="141780" y="131750"/>
                      <a:pt x="111305" y="138000"/>
                      <a:pt x="89263" y="137467"/>
                    </a:cubicBezTo>
                    <a:cubicBezTo>
                      <a:pt x="67222" y="136933"/>
                      <a:pt x="39892" y="128549"/>
                      <a:pt x="25220" y="116912"/>
                    </a:cubicBezTo>
                    <a:cubicBezTo>
                      <a:pt x="10548" y="105276"/>
                      <a:pt x="2463" y="85017"/>
                      <a:pt x="1231" y="67648"/>
                    </a:cubicBezTo>
                    <a:cubicBezTo>
                      <a:pt x="0" y="50279"/>
                      <a:pt x="3160" y="23699"/>
                      <a:pt x="17832" y="12701"/>
                    </a:cubicBezTo>
                    <a:cubicBezTo>
                      <a:pt x="32504" y="1702"/>
                      <a:pt x="67606" y="0"/>
                      <a:pt x="89263" y="1656"/>
                    </a:cubicBezTo>
                    <a:cubicBezTo>
                      <a:pt x="110921" y="3312"/>
                      <a:pt x="132088" y="11638"/>
                      <a:pt x="147778" y="22637"/>
                    </a:cubicBezTo>
                    <a:cubicBezTo>
                      <a:pt x="163467" y="33636"/>
                      <a:pt x="181785" y="51402"/>
                      <a:pt x="183400" y="67648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53" name="SCHEM_path-0251"/>
              <p:cNvSpPr/>
              <p:nvPr/>
            </p:nvSpPr>
            <p:spPr>
              <a:xfrm>
                <a:off x="4442964" y="2256153"/>
                <a:ext cx="185364" cy="150967"/>
              </a:xfrm>
              <a:custGeom>
                <a:avLst/>
                <a:gdLst/>
                <a:ahLst/>
                <a:cxnLst/>
                <a:rect l="0" t="0" r="r" b="b"/>
                <a:pathLst>
                  <a:path w="185364" h="150967">
                    <a:moveTo>
                      <a:pt x="184892" y="76647"/>
                    </a:moveTo>
                    <a:cubicBezTo>
                      <a:pt x="184421" y="94114"/>
                      <a:pt x="169049" y="115642"/>
                      <a:pt x="152540" y="127958"/>
                    </a:cubicBezTo>
                    <a:cubicBezTo>
                      <a:pt x="136030" y="140274"/>
                      <a:pt x="108624" y="150115"/>
                      <a:pt x="85836" y="150541"/>
                    </a:cubicBezTo>
                    <a:cubicBezTo>
                      <a:pt x="63047" y="150967"/>
                      <a:pt x="30000" y="142831"/>
                      <a:pt x="15808" y="130515"/>
                    </a:cubicBezTo>
                    <a:cubicBezTo>
                      <a:pt x="1615" y="118199"/>
                      <a:pt x="0" y="94078"/>
                      <a:pt x="682" y="76647"/>
                    </a:cubicBezTo>
                    <a:cubicBezTo>
                      <a:pt x="1364" y="59216"/>
                      <a:pt x="5709" y="38626"/>
                      <a:pt x="19901" y="25928"/>
                    </a:cubicBezTo>
                    <a:cubicBezTo>
                      <a:pt x="34093" y="13231"/>
                      <a:pt x="63258" y="923"/>
                      <a:pt x="85836" y="461"/>
                    </a:cubicBezTo>
                    <a:cubicBezTo>
                      <a:pt x="108414" y="0"/>
                      <a:pt x="138860" y="10462"/>
                      <a:pt x="155369" y="23160"/>
                    </a:cubicBezTo>
                    <a:cubicBezTo>
                      <a:pt x="171879" y="35858"/>
                      <a:pt x="185364" y="59181"/>
                      <a:pt x="184892" y="76647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54" name="SCHEM_path-0252"/>
              <p:cNvSpPr/>
              <p:nvPr/>
            </p:nvSpPr>
            <p:spPr>
              <a:xfrm>
                <a:off x="4645394" y="2257675"/>
                <a:ext cx="168567" cy="147252"/>
              </a:xfrm>
              <a:custGeom>
                <a:avLst/>
                <a:gdLst/>
                <a:ahLst/>
                <a:cxnLst/>
                <a:rect l="0" t="0" r="r" b="b"/>
                <a:pathLst>
                  <a:path w="168567" h="147252">
                    <a:moveTo>
                      <a:pt x="168117" y="75125"/>
                    </a:moveTo>
                    <a:cubicBezTo>
                      <a:pt x="168567" y="91896"/>
                      <a:pt x="165615" y="114524"/>
                      <a:pt x="151763" y="126477"/>
                    </a:cubicBezTo>
                    <a:cubicBezTo>
                      <a:pt x="137911" y="138429"/>
                      <a:pt x="106724" y="147252"/>
                      <a:pt x="85006" y="146840"/>
                    </a:cubicBezTo>
                    <a:cubicBezTo>
                      <a:pt x="63288" y="146429"/>
                      <a:pt x="35490" y="135963"/>
                      <a:pt x="21455" y="124010"/>
                    </a:cubicBezTo>
                    <a:cubicBezTo>
                      <a:pt x="7420" y="112057"/>
                      <a:pt x="1591" y="92032"/>
                      <a:pt x="795" y="75125"/>
                    </a:cubicBezTo>
                    <a:cubicBezTo>
                      <a:pt x="0" y="58218"/>
                      <a:pt x="2647" y="34998"/>
                      <a:pt x="16682" y="22568"/>
                    </a:cubicBezTo>
                    <a:cubicBezTo>
                      <a:pt x="30718" y="10139"/>
                      <a:pt x="62942" y="0"/>
                      <a:pt x="85006" y="547"/>
                    </a:cubicBezTo>
                    <a:cubicBezTo>
                      <a:pt x="107069" y="1094"/>
                      <a:pt x="135212" y="13420"/>
                      <a:pt x="149064" y="25849"/>
                    </a:cubicBezTo>
                    <a:cubicBezTo>
                      <a:pt x="162916" y="38279"/>
                      <a:pt x="167667" y="58354"/>
                      <a:pt x="168117" y="75125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55" name="SCHEM_path-0253"/>
              <p:cNvSpPr/>
              <p:nvPr/>
            </p:nvSpPr>
            <p:spPr>
              <a:xfrm>
                <a:off x="4846246" y="2260373"/>
                <a:ext cx="186463" cy="137661"/>
              </a:xfrm>
              <a:custGeom>
                <a:avLst/>
                <a:gdLst/>
                <a:ahLst/>
                <a:cxnLst/>
                <a:rect l="0" t="0" r="r" b="b"/>
                <a:pathLst>
                  <a:path w="186463" h="137661">
                    <a:moveTo>
                      <a:pt x="185943" y="72427"/>
                    </a:moveTo>
                    <a:cubicBezTo>
                      <a:pt x="185422" y="87800"/>
                      <a:pt x="160847" y="107080"/>
                      <a:pt x="144148" y="117345"/>
                    </a:cubicBezTo>
                    <a:cubicBezTo>
                      <a:pt x="127450" y="127611"/>
                      <a:pt x="107397" y="132343"/>
                      <a:pt x="85754" y="134018"/>
                    </a:cubicBezTo>
                    <a:cubicBezTo>
                      <a:pt x="64112" y="135693"/>
                      <a:pt x="28216" y="137661"/>
                      <a:pt x="14295" y="127395"/>
                    </a:cubicBezTo>
                    <a:cubicBezTo>
                      <a:pt x="374" y="117130"/>
                      <a:pt x="0" y="89036"/>
                      <a:pt x="2228" y="72427"/>
                    </a:cubicBezTo>
                    <a:cubicBezTo>
                      <a:pt x="4455" y="55817"/>
                      <a:pt x="13740" y="39738"/>
                      <a:pt x="27661" y="27740"/>
                    </a:cubicBezTo>
                    <a:cubicBezTo>
                      <a:pt x="41582" y="15742"/>
                      <a:pt x="65819" y="878"/>
                      <a:pt x="85754" y="439"/>
                    </a:cubicBezTo>
                    <a:cubicBezTo>
                      <a:pt x="105690" y="0"/>
                      <a:pt x="130575" y="13107"/>
                      <a:pt x="147273" y="25104"/>
                    </a:cubicBezTo>
                    <a:cubicBezTo>
                      <a:pt x="163971" y="37102"/>
                      <a:pt x="186463" y="57053"/>
                      <a:pt x="185943" y="72427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56" name="SCHEM_path-0254"/>
              <p:cNvSpPr/>
              <p:nvPr/>
            </p:nvSpPr>
            <p:spPr>
              <a:xfrm>
                <a:off x="5040432" y="2262249"/>
                <a:ext cx="194715" cy="148218"/>
              </a:xfrm>
              <a:custGeom>
                <a:avLst/>
                <a:gdLst/>
                <a:ahLst/>
                <a:cxnLst/>
                <a:rect l="0" t="0" r="r" b="b"/>
                <a:pathLst>
                  <a:path w="194715" h="148218">
                    <a:moveTo>
                      <a:pt x="192639" y="70551"/>
                    </a:moveTo>
                    <a:cubicBezTo>
                      <a:pt x="194715" y="87082"/>
                      <a:pt x="180444" y="112271"/>
                      <a:pt x="163866" y="124934"/>
                    </a:cubicBezTo>
                    <a:cubicBezTo>
                      <a:pt x="147288" y="137597"/>
                      <a:pt x="114539" y="148218"/>
                      <a:pt x="93168" y="146530"/>
                    </a:cubicBezTo>
                    <a:cubicBezTo>
                      <a:pt x="71797" y="144841"/>
                      <a:pt x="51023" y="127467"/>
                      <a:pt x="35639" y="114804"/>
                    </a:cubicBezTo>
                    <a:cubicBezTo>
                      <a:pt x="20255" y="102141"/>
                      <a:pt x="1726" y="85966"/>
                      <a:pt x="863" y="70551"/>
                    </a:cubicBezTo>
                    <a:cubicBezTo>
                      <a:pt x="0" y="55136"/>
                      <a:pt x="15076" y="33977"/>
                      <a:pt x="30460" y="22314"/>
                    </a:cubicBezTo>
                    <a:cubicBezTo>
                      <a:pt x="45845" y="10651"/>
                      <a:pt x="73010" y="0"/>
                      <a:pt x="93168" y="573"/>
                    </a:cubicBezTo>
                    <a:cubicBezTo>
                      <a:pt x="113326" y="1145"/>
                      <a:pt x="134831" y="14087"/>
                      <a:pt x="151409" y="25750"/>
                    </a:cubicBezTo>
                    <a:cubicBezTo>
                      <a:pt x="167988" y="37413"/>
                      <a:pt x="190563" y="54020"/>
                      <a:pt x="192639" y="70551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57" name="SCHEM_path-0255"/>
              <p:cNvSpPr/>
              <p:nvPr/>
            </p:nvSpPr>
            <p:spPr>
              <a:xfrm>
                <a:off x="5249790" y="2269911"/>
                <a:ext cx="180514" cy="128558"/>
              </a:xfrm>
              <a:custGeom>
                <a:avLst/>
                <a:gdLst/>
                <a:ahLst/>
                <a:cxnLst/>
                <a:rect l="0" t="0" r="r" b="b"/>
                <a:pathLst>
                  <a:path w="180514" h="128558">
                    <a:moveTo>
                      <a:pt x="180306" y="62889"/>
                    </a:moveTo>
                    <a:cubicBezTo>
                      <a:pt x="180514" y="80432"/>
                      <a:pt x="170268" y="105294"/>
                      <a:pt x="154452" y="115998"/>
                    </a:cubicBezTo>
                    <a:cubicBezTo>
                      <a:pt x="138636" y="126702"/>
                      <a:pt x="108826" y="126804"/>
                      <a:pt x="85410" y="127113"/>
                    </a:cubicBezTo>
                    <a:cubicBezTo>
                      <a:pt x="61994" y="127423"/>
                      <a:pt x="27913" y="128558"/>
                      <a:pt x="13956" y="117854"/>
                    </a:cubicBezTo>
                    <a:cubicBezTo>
                      <a:pt x="0" y="107150"/>
                      <a:pt x="841" y="80572"/>
                      <a:pt x="1672" y="62889"/>
                    </a:cubicBezTo>
                    <a:cubicBezTo>
                      <a:pt x="2502" y="45207"/>
                      <a:pt x="4984" y="22212"/>
                      <a:pt x="18940" y="11759"/>
                    </a:cubicBezTo>
                    <a:cubicBezTo>
                      <a:pt x="32897" y="1305"/>
                      <a:pt x="63033" y="339"/>
                      <a:pt x="85410" y="169"/>
                    </a:cubicBezTo>
                    <a:cubicBezTo>
                      <a:pt x="107787" y="0"/>
                      <a:pt x="137387" y="288"/>
                      <a:pt x="153202" y="10742"/>
                    </a:cubicBezTo>
                    <a:cubicBezTo>
                      <a:pt x="169018" y="21195"/>
                      <a:pt x="180097" y="45347"/>
                      <a:pt x="180306" y="62889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58" name="SCHEM_path-0256"/>
              <p:cNvSpPr/>
              <p:nvPr/>
            </p:nvSpPr>
            <p:spPr>
              <a:xfrm>
                <a:off x="4093440" y="2445203"/>
                <a:ext cx="176916" cy="145632"/>
              </a:xfrm>
              <a:custGeom>
                <a:avLst/>
                <a:gdLst/>
                <a:ahLst/>
                <a:cxnLst/>
                <a:rect l="0" t="0" r="r" b="b"/>
                <a:pathLst>
                  <a:path w="176916" h="145632">
                    <a:moveTo>
                      <a:pt x="176081" y="67597"/>
                    </a:moveTo>
                    <a:cubicBezTo>
                      <a:pt x="176916" y="84118"/>
                      <a:pt x="165081" y="106244"/>
                      <a:pt x="149494" y="119085"/>
                    </a:cubicBezTo>
                    <a:cubicBezTo>
                      <a:pt x="133907" y="131927"/>
                      <a:pt x="103590" y="145632"/>
                      <a:pt x="82560" y="144646"/>
                    </a:cubicBezTo>
                    <a:cubicBezTo>
                      <a:pt x="61530" y="143661"/>
                      <a:pt x="36808" y="126014"/>
                      <a:pt x="23313" y="113172"/>
                    </a:cubicBezTo>
                    <a:cubicBezTo>
                      <a:pt x="9818" y="100331"/>
                      <a:pt x="3186" y="84014"/>
                      <a:pt x="1593" y="67597"/>
                    </a:cubicBezTo>
                    <a:cubicBezTo>
                      <a:pt x="0" y="51181"/>
                      <a:pt x="261" y="25790"/>
                      <a:pt x="13755" y="14671"/>
                    </a:cubicBezTo>
                    <a:cubicBezTo>
                      <a:pt x="27250" y="3551"/>
                      <a:pt x="60772" y="0"/>
                      <a:pt x="82560" y="882"/>
                    </a:cubicBezTo>
                    <a:cubicBezTo>
                      <a:pt x="104349" y="1764"/>
                      <a:pt x="128899" y="8843"/>
                      <a:pt x="144486" y="19962"/>
                    </a:cubicBezTo>
                    <a:cubicBezTo>
                      <a:pt x="160073" y="31081"/>
                      <a:pt x="175246" y="51077"/>
                      <a:pt x="176081" y="67597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59" name="SCHEM_path-0257"/>
              <p:cNvSpPr/>
              <p:nvPr/>
            </p:nvSpPr>
            <p:spPr>
              <a:xfrm>
                <a:off x="4294462" y="2444196"/>
                <a:ext cx="165339" cy="139787"/>
              </a:xfrm>
              <a:custGeom>
                <a:avLst/>
                <a:gdLst/>
                <a:ahLst/>
                <a:cxnLst/>
                <a:rect l="0" t="0" r="r" b="b"/>
                <a:pathLst>
                  <a:path w="165339" h="139787">
                    <a:moveTo>
                      <a:pt x="165130" y="68604"/>
                    </a:moveTo>
                    <a:cubicBezTo>
                      <a:pt x="164921" y="83701"/>
                      <a:pt x="155053" y="101563"/>
                      <a:pt x="141387" y="113412"/>
                    </a:cubicBezTo>
                    <a:cubicBezTo>
                      <a:pt x="127722" y="125260"/>
                      <a:pt x="102674" y="139603"/>
                      <a:pt x="83138" y="139695"/>
                    </a:cubicBezTo>
                    <a:cubicBezTo>
                      <a:pt x="63602" y="139787"/>
                      <a:pt x="37906" y="125813"/>
                      <a:pt x="24170" y="113964"/>
                    </a:cubicBezTo>
                    <a:cubicBezTo>
                      <a:pt x="10435" y="102116"/>
                      <a:pt x="1451" y="84283"/>
                      <a:pt x="726" y="68604"/>
                    </a:cubicBezTo>
                    <a:cubicBezTo>
                      <a:pt x="0" y="52926"/>
                      <a:pt x="6081" y="31247"/>
                      <a:pt x="19816" y="19895"/>
                    </a:cubicBezTo>
                    <a:cubicBezTo>
                      <a:pt x="33551" y="8542"/>
                      <a:pt x="62667" y="0"/>
                      <a:pt x="83138" y="489"/>
                    </a:cubicBezTo>
                    <a:cubicBezTo>
                      <a:pt x="103609" y="979"/>
                      <a:pt x="128978" y="11479"/>
                      <a:pt x="142643" y="22831"/>
                    </a:cubicBezTo>
                    <a:cubicBezTo>
                      <a:pt x="156308" y="34184"/>
                      <a:pt x="165339" y="53508"/>
                      <a:pt x="165130" y="68604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60" name="SCHEM_path-0258"/>
              <p:cNvSpPr/>
              <p:nvPr/>
            </p:nvSpPr>
            <p:spPr>
              <a:xfrm>
                <a:off x="4488513" y="2443490"/>
                <a:ext cx="183640" cy="144613"/>
              </a:xfrm>
              <a:custGeom>
                <a:avLst/>
                <a:gdLst/>
                <a:ahLst/>
                <a:cxnLst/>
                <a:rect l="0" t="0" r="r" b="b"/>
                <a:pathLst>
                  <a:path w="183640" h="144613">
                    <a:moveTo>
                      <a:pt x="182047" y="69310"/>
                    </a:moveTo>
                    <a:cubicBezTo>
                      <a:pt x="180453" y="86311"/>
                      <a:pt x="167435" y="104103"/>
                      <a:pt x="152209" y="116635"/>
                    </a:cubicBezTo>
                    <a:cubicBezTo>
                      <a:pt x="136982" y="129166"/>
                      <a:pt x="111049" y="144613"/>
                      <a:pt x="90687" y="144501"/>
                    </a:cubicBezTo>
                    <a:cubicBezTo>
                      <a:pt x="70325" y="144389"/>
                      <a:pt x="45127" y="128496"/>
                      <a:pt x="30036" y="115965"/>
                    </a:cubicBezTo>
                    <a:cubicBezTo>
                      <a:pt x="14945" y="103433"/>
                      <a:pt x="280" y="84969"/>
                      <a:pt x="140" y="69310"/>
                    </a:cubicBezTo>
                    <a:cubicBezTo>
                      <a:pt x="0" y="53651"/>
                      <a:pt x="14105" y="33356"/>
                      <a:pt x="29196" y="22009"/>
                    </a:cubicBezTo>
                    <a:cubicBezTo>
                      <a:pt x="44287" y="10663"/>
                      <a:pt x="68591" y="2459"/>
                      <a:pt x="90687" y="1230"/>
                    </a:cubicBezTo>
                    <a:cubicBezTo>
                      <a:pt x="112782" y="0"/>
                      <a:pt x="146542" y="3285"/>
                      <a:pt x="161769" y="14632"/>
                    </a:cubicBezTo>
                    <a:cubicBezTo>
                      <a:pt x="176996" y="25978"/>
                      <a:pt x="183640" y="52310"/>
                      <a:pt x="182047" y="69310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61" name="SCHEM_path-0259"/>
              <p:cNvSpPr/>
              <p:nvPr/>
            </p:nvSpPr>
            <p:spPr>
              <a:xfrm>
                <a:off x="4695713" y="2444272"/>
                <a:ext cx="177146" cy="130936"/>
              </a:xfrm>
              <a:custGeom>
                <a:avLst/>
                <a:gdLst/>
                <a:ahLst/>
                <a:cxnLst/>
                <a:rect l="0" t="0" r="r" b="b"/>
                <a:pathLst>
                  <a:path w="177146" h="130936">
                    <a:moveTo>
                      <a:pt x="176252" y="68528"/>
                    </a:moveTo>
                    <a:cubicBezTo>
                      <a:pt x="175358" y="84769"/>
                      <a:pt x="160941" y="104906"/>
                      <a:pt x="145746" y="115189"/>
                    </a:cubicBezTo>
                    <a:cubicBezTo>
                      <a:pt x="130552" y="125472"/>
                      <a:pt x="106231" y="129514"/>
                      <a:pt x="85087" y="130225"/>
                    </a:cubicBezTo>
                    <a:cubicBezTo>
                      <a:pt x="63942" y="130936"/>
                      <a:pt x="32893" y="129739"/>
                      <a:pt x="18879" y="119456"/>
                    </a:cubicBezTo>
                    <a:cubicBezTo>
                      <a:pt x="4866" y="109174"/>
                      <a:pt x="0" y="84730"/>
                      <a:pt x="1006" y="68528"/>
                    </a:cubicBezTo>
                    <a:cubicBezTo>
                      <a:pt x="2011" y="52325"/>
                      <a:pt x="10899" y="33536"/>
                      <a:pt x="24913" y="22240"/>
                    </a:cubicBezTo>
                    <a:cubicBezTo>
                      <a:pt x="38926" y="10944"/>
                      <a:pt x="64054" y="1500"/>
                      <a:pt x="85087" y="750"/>
                    </a:cubicBezTo>
                    <a:cubicBezTo>
                      <a:pt x="106120" y="0"/>
                      <a:pt x="135916" y="6444"/>
                      <a:pt x="151111" y="17740"/>
                    </a:cubicBezTo>
                    <a:cubicBezTo>
                      <a:pt x="166305" y="29036"/>
                      <a:pt x="177146" y="52286"/>
                      <a:pt x="176252" y="68528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62" name="SCHEM_path-0260"/>
              <p:cNvSpPr/>
              <p:nvPr/>
            </p:nvSpPr>
            <p:spPr>
              <a:xfrm>
                <a:off x="4898405" y="2446502"/>
                <a:ext cx="165457" cy="135118"/>
              </a:xfrm>
              <a:custGeom>
                <a:avLst/>
                <a:gdLst/>
                <a:ahLst/>
                <a:cxnLst/>
                <a:rect l="0" t="0" r="r" b="b"/>
                <a:pathLst>
                  <a:path w="165457" h="135118">
                    <a:moveTo>
                      <a:pt x="163820" y="66298"/>
                    </a:moveTo>
                    <a:cubicBezTo>
                      <a:pt x="162183" y="82421"/>
                      <a:pt x="155268" y="99605"/>
                      <a:pt x="141964" y="110889"/>
                    </a:cubicBezTo>
                    <a:cubicBezTo>
                      <a:pt x="128660" y="122173"/>
                      <a:pt x="104768" y="132888"/>
                      <a:pt x="83995" y="134003"/>
                    </a:cubicBezTo>
                    <a:cubicBezTo>
                      <a:pt x="63223" y="135118"/>
                      <a:pt x="31086" y="128865"/>
                      <a:pt x="17328" y="117581"/>
                    </a:cubicBezTo>
                    <a:cubicBezTo>
                      <a:pt x="3570" y="106296"/>
                      <a:pt x="0" y="82277"/>
                      <a:pt x="1450" y="66298"/>
                    </a:cubicBezTo>
                    <a:cubicBezTo>
                      <a:pt x="2900" y="50319"/>
                      <a:pt x="12269" y="32546"/>
                      <a:pt x="26026" y="21706"/>
                    </a:cubicBezTo>
                    <a:cubicBezTo>
                      <a:pt x="39784" y="10866"/>
                      <a:pt x="63036" y="2518"/>
                      <a:pt x="83995" y="1259"/>
                    </a:cubicBezTo>
                    <a:cubicBezTo>
                      <a:pt x="104955" y="0"/>
                      <a:pt x="138481" y="3312"/>
                      <a:pt x="151785" y="14152"/>
                    </a:cubicBezTo>
                    <a:cubicBezTo>
                      <a:pt x="165089" y="24991"/>
                      <a:pt x="165457" y="50175"/>
                      <a:pt x="163820" y="66298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63" name="SCHEM_path-0261"/>
              <p:cNvSpPr/>
              <p:nvPr/>
            </p:nvSpPr>
            <p:spPr>
              <a:xfrm>
                <a:off x="5093300" y="2449528"/>
                <a:ext cx="172676" cy="130832"/>
              </a:xfrm>
              <a:custGeom>
                <a:avLst/>
                <a:gdLst/>
                <a:ahLst/>
                <a:cxnLst/>
                <a:rect l="0" t="0" r="r" b="b"/>
                <a:pathLst>
                  <a:path w="172676" h="130832">
                    <a:moveTo>
                      <a:pt x="171927" y="63272"/>
                    </a:moveTo>
                    <a:cubicBezTo>
                      <a:pt x="171177" y="79107"/>
                      <a:pt x="163747" y="98012"/>
                      <a:pt x="150209" y="109049"/>
                    </a:cubicBezTo>
                    <a:cubicBezTo>
                      <a:pt x="136671" y="120085"/>
                      <a:pt x="112278" y="128152"/>
                      <a:pt x="90700" y="129492"/>
                    </a:cubicBezTo>
                    <a:cubicBezTo>
                      <a:pt x="69122" y="130832"/>
                      <a:pt x="35779" y="128125"/>
                      <a:pt x="20739" y="117088"/>
                    </a:cubicBezTo>
                    <a:cubicBezTo>
                      <a:pt x="5698" y="106052"/>
                      <a:pt x="0" y="80860"/>
                      <a:pt x="457" y="63272"/>
                    </a:cubicBezTo>
                    <a:cubicBezTo>
                      <a:pt x="913" y="45685"/>
                      <a:pt x="8438" y="22040"/>
                      <a:pt x="23479" y="11564"/>
                    </a:cubicBezTo>
                    <a:cubicBezTo>
                      <a:pt x="38519" y="1087"/>
                      <a:pt x="68829" y="0"/>
                      <a:pt x="90700" y="412"/>
                    </a:cubicBezTo>
                    <a:cubicBezTo>
                      <a:pt x="112571" y="825"/>
                      <a:pt x="141167" y="3561"/>
                      <a:pt x="154705" y="14038"/>
                    </a:cubicBezTo>
                    <a:cubicBezTo>
                      <a:pt x="168242" y="24515"/>
                      <a:pt x="172676" y="47437"/>
                      <a:pt x="171927" y="63272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64" name="SCHEM_path-0262"/>
              <p:cNvSpPr/>
              <p:nvPr/>
            </p:nvSpPr>
            <p:spPr>
              <a:xfrm>
                <a:off x="5290450" y="2435175"/>
                <a:ext cx="188119" cy="153047"/>
              </a:xfrm>
              <a:custGeom>
                <a:avLst/>
                <a:gdLst/>
                <a:ahLst/>
                <a:cxnLst/>
                <a:rect l="0" t="0" r="r" b="b"/>
                <a:pathLst>
                  <a:path w="188119" h="153047">
                    <a:moveTo>
                      <a:pt x="186988" y="77625"/>
                    </a:moveTo>
                    <a:cubicBezTo>
                      <a:pt x="188119" y="93648"/>
                      <a:pt x="176338" y="115848"/>
                      <a:pt x="161031" y="128303"/>
                    </a:cubicBezTo>
                    <a:cubicBezTo>
                      <a:pt x="145725" y="140758"/>
                      <a:pt x="116210" y="153047"/>
                      <a:pt x="95150" y="152354"/>
                    </a:cubicBezTo>
                    <a:cubicBezTo>
                      <a:pt x="74090" y="151662"/>
                      <a:pt x="50270" y="136602"/>
                      <a:pt x="34671" y="124147"/>
                    </a:cubicBezTo>
                    <a:cubicBezTo>
                      <a:pt x="19072" y="111692"/>
                      <a:pt x="3113" y="94329"/>
                      <a:pt x="1557" y="77625"/>
                    </a:cubicBezTo>
                    <a:cubicBezTo>
                      <a:pt x="0" y="60920"/>
                      <a:pt x="9733" y="36627"/>
                      <a:pt x="25332" y="23919"/>
                    </a:cubicBezTo>
                    <a:cubicBezTo>
                      <a:pt x="40931" y="11210"/>
                      <a:pt x="73664" y="0"/>
                      <a:pt x="95150" y="1375"/>
                    </a:cubicBezTo>
                    <a:cubicBezTo>
                      <a:pt x="116636" y="2749"/>
                      <a:pt x="138940" y="19457"/>
                      <a:pt x="154246" y="32166"/>
                    </a:cubicBezTo>
                    <a:cubicBezTo>
                      <a:pt x="169553" y="44874"/>
                      <a:pt x="185857" y="61602"/>
                      <a:pt x="186988" y="77625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65" name="SCHEM_path-0263"/>
              <p:cNvSpPr/>
              <p:nvPr/>
            </p:nvSpPr>
            <p:spPr>
              <a:xfrm>
                <a:off x="4028925" y="2629077"/>
                <a:ext cx="184215" cy="140935"/>
              </a:xfrm>
              <a:custGeom>
                <a:avLst/>
                <a:gdLst/>
                <a:ahLst/>
                <a:cxnLst/>
                <a:rect l="0" t="0" r="r" b="b"/>
                <a:pathLst>
                  <a:path w="184215" h="140935">
                    <a:moveTo>
                      <a:pt x="183311" y="63723"/>
                    </a:moveTo>
                    <a:cubicBezTo>
                      <a:pt x="184215" y="81290"/>
                      <a:pt x="182339" y="105663"/>
                      <a:pt x="167899" y="118511"/>
                    </a:cubicBezTo>
                    <a:cubicBezTo>
                      <a:pt x="153460" y="131358"/>
                      <a:pt x="120252" y="140935"/>
                      <a:pt x="96675" y="140808"/>
                    </a:cubicBezTo>
                    <a:cubicBezTo>
                      <a:pt x="73098" y="140681"/>
                      <a:pt x="42532" y="130599"/>
                      <a:pt x="26438" y="117751"/>
                    </a:cubicBezTo>
                    <a:cubicBezTo>
                      <a:pt x="10344" y="104904"/>
                      <a:pt x="0" y="81648"/>
                      <a:pt x="110" y="63723"/>
                    </a:cubicBezTo>
                    <a:cubicBezTo>
                      <a:pt x="219" y="45798"/>
                      <a:pt x="11002" y="20402"/>
                      <a:pt x="27097" y="10201"/>
                    </a:cubicBezTo>
                    <a:cubicBezTo>
                      <a:pt x="43191" y="0"/>
                      <a:pt x="74112" y="2032"/>
                      <a:pt x="96675" y="2516"/>
                    </a:cubicBezTo>
                    <a:cubicBezTo>
                      <a:pt x="119238" y="3000"/>
                      <a:pt x="148037" y="2905"/>
                      <a:pt x="162477" y="13106"/>
                    </a:cubicBezTo>
                    <a:cubicBezTo>
                      <a:pt x="176916" y="23307"/>
                      <a:pt x="182407" y="46155"/>
                      <a:pt x="183311" y="63723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66" name="SCHEM_path-0264"/>
              <p:cNvSpPr/>
              <p:nvPr/>
            </p:nvSpPr>
            <p:spPr>
              <a:xfrm>
                <a:off x="4228844" y="2620865"/>
                <a:ext cx="193302" cy="144830"/>
              </a:xfrm>
              <a:custGeom>
                <a:avLst/>
                <a:gdLst/>
                <a:ahLst/>
                <a:cxnLst/>
                <a:rect l="0" t="0" r="r" b="b"/>
                <a:pathLst>
                  <a:path w="193302" h="144830">
                    <a:moveTo>
                      <a:pt x="192598" y="71935"/>
                    </a:moveTo>
                    <a:cubicBezTo>
                      <a:pt x="191893" y="87259"/>
                      <a:pt x="171714" y="104377"/>
                      <a:pt x="156007" y="116282"/>
                    </a:cubicBezTo>
                    <a:cubicBezTo>
                      <a:pt x="140300" y="128187"/>
                      <a:pt x="119476" y="141901"/>
                      <a:pt x="98356" y="143366"/>
                    </a:cubicBezTo>
                    <a:cubicBezTo>
                      <a:pt x="77235" y="144830"/>
                      <a:pt x="45536" y="136973"/>
                      <a:pt x="29282" y="125068"/>
                    </a:cubicBezTo>
                    <a:cubicBezTo>
                      <a:pt x="13028" y="113163"/>
                      <a:pt x="0" y="89008"/>
                      <a:pt x="829" y="71935"/>
                    </a:cubicBezTo>
                    <a:cubicBezTo>
                      <a:pt x="1659" y="54861"/>
                      <a:pt x="18004" y="34571"/>
                      <a:pt x="34258" y="22629"/>
                    </a:cubicBezTo>
                    <a:cubicBezTo>
                      <a:pt x="50513" y="10687"/>
                      <a:pt x="77360" y="0"/>
                      <a:pt x="98356" y="285"/>
                    </a:cubicBezTo>
                    <a:cubicBezTo>
                      <a:pt x="119351" y="569"/>
                      <a:pt x="144527" y="12394"/>
                      <a:pt x="160234" y="24336"/>
                    </a:cubicBezTo>
                    <a:cubicBezTo>
                      <a:pt x="175941" y="36278"/>
                      <a:pt x="193302" y="56610"/>
                      <a:pt x="192598" y="71935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67" name="SCHEM_path-0265"/>
              <p:cNvSpPr/>
              <p:nvPr/>
            </p:nvSpPr>
            <p:spPr>
              <a:xfrm>
                <a:off x="4433433" y="2621131"/>
                <a:ext cx="189350" cy="145571"/>
              </a:xfrm>
              <a:custGeom>
                <a:avLst/>
                <a:gdLst/>
                <a:ahLst/>
                <a:cxnLst/>
                <a:rect l="0" t="0" r="r" b="b"/>
                <a:pathLst>
                  <a:path w="189350" h="145571">
                    <a:moveTo>
                      <a:pt x="188693" y="71669"/>
                    </a:moveTo>
                    <a:cubicBezTo>
                      <a:pt x="189350" y="87263"/>
                      <a:pt x="173709" y="107768"/>
                      <a:pt x="158155" y="119967"/>
                    </a:cubicBezTo>
                    <a:cubicBezTo>
                      <a:pt x="142601" y="132167"/>
                      <a:pt x="115376" y="145571"/>
                      <a:pt x="95367" y="144863"/>
                    </a:cubicBezTo>
                    <a:cubicBezTo>
                      <a:pt x="75358" y="144155"/>
                      <a:pt x="53865" y="127918"/>
                      <a:pt x="38101" y="115719"/>
                    </a:cubicBezTo>
                    <a:cubicBezTo>
                      <a:pt x="22337" y="103520"/>
                      <a:pt x="1566" y="86955"/>
                      <a:pt x="783" y="71669"/>
                    </a:cubicBezTo>
                    <a:cubicBezTo>
                      <a:pt x="0" y="56383"/>
                      <a:pt x="17638" y="35882"/>
                      <a:pt x="33402" y="24004"/>
                    </a:cubicBezTo>
                    <a:cubicBezTo>
                      <a:pt x="49166" y="12125"/>
                      <a:pt x="75232" y="0"/>
                      <a:pt x="95367" y="400"/>
                    </a:cubicBezTo>
                    <a:cubicBezTo>
                      <a:pt x="115502" y="800"/>
                      <a:pt x="138659" y="14524"/>
                      <a:pt x="154213" y="26402"/>
                    </a:cubicBezTo>
                    <a:cubicBezTo>
                      <a:pt x="169768" y="38280"/>
                      <a:pt x="188036" y="56075"/>
                      <a:pt x="188693" y="71669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68" name="SCHEM_path-0266"/>
              <p:cNvSpPr/>
              <p:nvPr/>
            </p:nvSpPr>
            <p:spPr>
              <a:xfrm>
                <a:off x="4638092" y="2626817"/>
                <a:ext cx="176460" cy="130433"/>
              </a:xfrm>
              <a:custGeom>
                <a:avLst/>
                <a:gdLst/>
                <a:ahLst/>
                <a:cxnLst/>
                <a:rect l="0" t="0" r="r" b="b"/>
                <a:pathLst>
                  <a:path w="176460" h="130433">
                    <a:moveTo>
                      <a:pt x="176386" y="65983"/>
                    </a:moveTo>
                    <a:cubicBezTo>
                      <a:pt x="176460" y="81855"/>
                      <a:pt x="168445" y="103032"/>
                      <a:pt x="154432" y="113771"/>
                    </a:cubicBezTo>
                    <a:cubicBezTo>
                      <a:pt x="140419" y="124509"/>
                      <a:pt x="113042" y="130393"/>
                      <a:pt x="92308" y="130413"/>
                    </a:cubicBezTo>
                    <a:cubicBezTo>
                      <a:pt x="71574" y="130433"/>
                      <a:pt x="45308" y="124629"/>
                      <a:pt x="30029" y="113890"/>
                    </a:cubicBezTo>
                    <a:cubicBezTo>
                      <a:pt x="14750" y="103152"/>
                      <a:pt x="1270" y="82440"/>
                      <a:pt x="635" y="65983"/>
                    </a:cubicBezTo>
                    <a:cubicBezTo>
                      <a:pt x="0" y="49526"/>
                      <a:pt x="10941" y="26049"/>
                      <a:pt x="26220" y="15146"/>
                    </a:cubicBezTo>
                    <a:cubicBezTo>
                      <a:pt x="41499" y="4243"/>
                      <a:pt x="71014" y="0"/>
                      <a:pt x="92308" y="565"/>
                    </a:cubicBezTo>
                    <a:cubicBezTo>
                      <a:pt x="113603" y="1131"/>
                      <a:pt x="139973" y="7635"/>
                      <a:pt x="153986" y="18538"/>
                    </a:cubicBezTo>
                    <a:cubicBezTo>
                      <a:pt x="167999" y="29441"/>
                      <a:pt x="176312" y="50111"/>
                      <a:pt x="176386" y="65983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69" name="SCHEM_path-0267"/>
              <p:cNvSpPr/>
              <p:nvPr/>
            </p:nvSpPr>
            <p:spPr>
              <a:xfrm>
                <a:off x="4830766" y="2628858"/>
                <a:ext cx="192011" cy="127785"/>
              </a:xfrm>
              <a:custGeom>
                <a:avLst/>
                <a:gdLst/>
                <a:ahLst/>
                <a:cxnLst/>
                <a:rect l="0" t="0" r="r" b="b"/>
                <a:pathLst>
                  <a:path w="192011" h="127785">
                    <a:moveTo>
                      <a:pt x="190667" y="63942"/>
                    </a:moveTo>
                    <a:cubicBezTo>
                      <a:pt x="192011" y="80761"/>
                      <a:pt x="185761" y="107209"/>
                      <a:pt x="170855" y="117497"/>
                    </a:cubicBezTo>
                    <a:cubicBezTo>
                      <a:pt x="155950" y="127785"/>
                      <a:pt x="122931" y="126832"/>
                      <a:pt x="101234" y="125670"/>
                    </a:cubicBezTo>
                    <a:cubicBezTo>
                      <a:pt x="79538" y="124508"/>
                      <a:pt x="57389" y="120812"/>
                      <a:pt x="40678" y="110524"/>
                    </a:cubicBezTo>
                    <a:cubicBezTo>
                      <a:pt x="23967" y="100237"/>
                      <a:pt x="1938" y="80215"/>
                      <a:pt x="969" y="63942"/>
                    </a:cubicBezTo>
                    <a:cubicBezTo>
                      <a:pt x="0" y="47670"/>
                      <a:pt x="18153" y="23443"/>
                      <a:pt x="34864" y="12889"/>
                    </a:cubicBezTo>
                    <a:cubicBezTo>
                      <a:pt x="51575" y="2334"/>
                      <a:pt x="79913" y="0"/>
                      <a:pt x="101234" y="617"/>
                    </a:cubicBezTo>
                    <a:cubicBezTo>
                      <a:pt x="122556" y="1233"/>
                      <a:pt x="147890" y="6034"/>
                      <a:pt x="162795" y="16588"/>
                    </a:cubicBezTo>
                    <a:cubicBezTo>
                      <a:pt x="177701" y="27142"/>
                      <a:pt x="189324" y="47124"/>
                      <a:pt x="190667" y="63942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70" name="SCHEM_path-0268"/>
              <p:cNvSpPr/>
              <p:nvPr/>
            </p:nvSpPr>
            <p:spPr>
              <a:xfrm>
                <a:off x="5041031" y="2621843"/>
                <a:ext cx="180720" cy="136240"/>
              </a:xfrm>
              <a:custGeom>
                <a:avLst/>
                <a:gdLst/>
                <a:ahLst/>
                <a:cxnLst/>
                <a:rect l="0" t="0" r="r" b="b"/>
                <a:pathLst>
                  <a:path w="180720" h="136240">
                    <a:moveTo>
                      <a:pt x="180332" y="70957"/>
                    </a:moveTo>
                    <a:cubicBezTo>
                      <a:pt x="179944" y="86581"/>
                      <a:pt x="166966" y="106275"/>
                      <a:pt x="152339" y="116934"/>
                    </a:cubicBezTo>
                    <a:cubicBezTo>
                      <a:pt x="137712" y="127592"/>
                      <a:pt x="114226" y="133573"/>
                      <a:pt x="92569" y="134907"/>
                    </a:cubicBezTo>
                    <a:cubicBezTo>
                      <a:pt x="70913" y="136240"/>
                      <a:pt x="37735" y="135591"/>
                      <a:pt x="22401" y="124933"/>
                    </a:cubicBezTo>
                    <a:cubicBezTo>
                      <a:pt x="7067" y="114274"/>
                      <a:pt x="0" y="88512"/>
                      <a:pt x="568" y="70957"/>
                    </a:cubicBezTo>
                    <a:cubicBezTo>
                      <a:pt x="1135" y="53402"/>
                      <a:pt x="10473" y="31327"/>
                      <a:pt x="25806" y="19601"/>
                    </a:cubicBezTo>
                    <a:cubicBezTo>
                      <a:pt x="41140" y="7874"/>
                      <a:pt x="71093" y="0"/>
                      <a:pt x="92569" y="598"/>
                    </a:cubicBezTo>
                    <a:cubicBezTo>
                      <a:pt x="114046" y="1197"/>
                      <a:pt x="140038" y="11464"/>
                      <a:pt x="154665" y="23191"/>
                    </a:cubicBezTo>
                    <a:cubicBezTo>
                      <a:pt x="169292" y="34917"/>
                      <a:pt x="180720" y="55333"/>
                      <a:pt x="180332" y="70957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71" name="SCHEM_path-0269"/>
              <p:cNvSpPr/>
              <p:nvPr/>
            </p:nvSpPr>
            <p:spPr>
              <a:xfrm>
                <a:off x="5238635" y="2615675"/>
                <a:ext cx="190048" cy="143267"/>
              </a:xfrm>
              <a:custGeom>
                <a:avLst/>
                <a:gdLst/>
                <a:ahLst/>
                <a:cxnLst/>
                <a:rect l="0" t="0" r="r" b="b"/>
                <a:pathLst>
                  <a:path w="190048" h="143267">
                    <a:moveTo>
                      <a:pt x="189891" y="77125"/>
                    </a:moveTo>
                    <a:cubicBezTo>
                      <a:pt x="189734" y="91769"/>
                      <a:pt x="168758" y="109734"/>
                      <a:pt x="153203" y="120693"/>
                    </a:cubicBezTo>
                    <a:cubicBezTo>
                      <a:pt x="137649" y="131652"/>
                      <a:pt x="115948" y="142493"/>
                      <a:pt x="96565" y="142880"/>
                    </a:cubicBezTo>
                    <a:cubicBezTo>
                      <a:pt x="77183" y="143267"/>
                      <a:pt x="52812" y="133973"/>
                      <a:pt x="36910" y="123014"/>
                    </a:cubicBezTo>
                    <a:cubicBezTo>
                      <a:pt x="21008" y="112055"/>
                      <a:pt x="2301" y="93307"/>
                      <a:pt x="1151" y="77125"/>
                    </a:cubicBezTo>
                    <a:cubicBezTo>
                      <a:pt x="0" y="60944"/>
                      <a:pt x="14104" y="38589"/>
                      <a:pt x="30007" y="25927"/>
                    </a:cubicBezTo>
                    <a:cubicBezTo>
                      <a:pt x="45909" y="13264"/>
                      <a:pt x="75875" y="0"/>
                      <a:pt x="96565" y="1151"/>
                    </a:cubicBezTo>
                    <a:cubicBezTo>
                      <a:pt x="117255" y="2302"/>
                      <a:pt x="138592" y="20170"/>
                      <a:pt x="154146" y="32833"/>
                    </a:cubicBezTo>
                    <a:cubicBezTo>
                      <a:pt x="169700" y="45495"/>
                      <a:pt x="190048" y="62482"/>
                      <a:pt x="189891" y="77125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72" name="SCHEM_ellipse-0270"/>
              <p:cNvSpPr/>
              <p:nvPr/>
            </p:nvSpPr>
            <p:spPr>
              <a:xfrm>
                <a:off x="4474144" y="2666893"/>
                <a:ext cx="100800" cy="129600"/>
              </a:xfrm>
              <a:prstGeom prst="ellipse">
                <a:avLst/>
              </a:prstGeom>
              <a:solidFill>
                <a:srgbClr val="E5C79F"/>
              </a:solidFill>
              <a:ln w="5760" cap="flat">
                <a:solidFill>
                  <a:srgbClr val="ACA18C"/>
                </a:solidFill>
              </a:ln>
              <a:effectLst/>
            </p:spPr>
          </p:sp>
          <p:sp>
            <p:nvSpPr>
              <p:cNvPr id="273" name="SCHEM_ellipse-0271"/>
              <p:cNvSpPr/>
              <p:nvPr/>
            </p:nvSpPr>
            <p:spPr>
              <a:xfrm>
                <a:off x="4502944" y="2702893"/>
                <a:ext cx="43200" cy="57600"/>
              </a:xfrm>
              <a:prstGeom prst="ellipse">
                <a:avLst/>
              </a:prstGeom>
              <a:solidFill>
                <a:srgbClr val="7F94AE"/>
              </a:solidFill>
              <a:ln w="9360" cap="flat">
                <a:noFill/>
              </a:ln>
              <a:effectLst/>
            </p:spPr>
          </p:sp>
          <p:sp>
            <p:nvSpPr>
              <p:cNvPr id="274" name="SCHEM_ellipse-0272"/>
              <p:cNvSpPr/>
              <p:nvPr/>
            </p:nvSpPr>
            <p:spPr>
              <a:xfrm>
                <a:off x="4498065" y="2264941"/>
                <a:ext cx="100800" cy="129600"/>
              </a:xfrm>
              <a:prstGeom prst="ellipse">
                <a:avLst/>
              </a:prstGeom>
              <a:solidFill>
                <a:srgbClr val="E5C79F"/>
              </a:solidFill>
              <a:ln w="5760" cap="flat">
                <a:solidFill>
                  <a:srgbClr val="ACA18C"/>
                </a:solidFill>
              </a:ln>
              <a:effectLst/>
            </p:spPr>
          </p:sp>
          <p:sp>
            <p:nvSpPr>
              <p:cNvPr id="275" name="SCHEM_ellipse-0273"/>
              <p:cNvSpPr/>
              <p:nvPr/>
            </p:nvSpPr>
            <p:spPr>
              <a:xfrm>
                <a:off x="4526865" y="2300941"/>
                <a:ext cx="43200" cy="57600"/>
              </a:xfrm>
              <a:prstGeom prst="ellipse">
                <a:avLst/>
              </a:prstGeom>
              <a:solidFill>
                <a:srgbClr val="7F94AE"/>
              </a:solidFill>
              <a:ln w="9360" cap="flat">
                <a:noFill/>
              </a:ln>
              <a:effectLst/>
            </p:spPr>
          </p:sp>
          <p:sp>
            <p:nvSpPr>
              <p:cNvPr id="276" name="SCHEM_ellipse-0274"/>
              <p:cNvSpPr/>
              <p:nvPr/>
            </p:nvSpPr>
            <p:spPr>
              <a:xfrm>
                <a:off x="4872440" y="2580825"/>
                <a:ext cx="100800" cy="129600"/>
              </a:xfrm>
              <a:prstGeom prst="ellipse">
                <a:avLst/>
              </a:prstGeom>
              <a:solidFill>
                <a:srgbClr val="E5C79F"/>
              </a:solidFill>
              <a:ln w="5760" cap="flat">
                <a:solidFill>
                  <a:srgbClr val="ACA18C"/>
                </a:solidFill>
              </a:ln>
              <a:effectLst/>
            </p:spPr>
          </p:sp>
          <p:sp>
            <p:nvSpPr>
              <p:cNvPr id="277" name="SCHEM_ellipse-0275"/>
              <p:cNvSpPr/>
              <p:nvPr/>
            </p:nvSpPr>
            <p:spPr>
              <a:xfrm>
                <a:off x="4901240" y="2616825"/>
                <a:ext cx="43200" cy="57600"/>
              </a:xfrm>
              <a:prstGeom prst="ellipse">
                <a:avLst/>
              </a:prstGeom>
              <a:solidFill>
                <a:srgbClr val="7F94AE"/>
              </a:solidFill>
              <a:ln w="9360" cap="flat">
                <a:noFill/>
              </a:ln>
              <a:effectLst/>
            </p:spPr>
          </p:sp>
          <p:sp>
            <p:nvSpPr>
              <p:cNvPr id="278" name="SCHEM_ellipse-0276"/>
              <p:cNvSpPr/>
              <p:nvPr/>
            </p:nvSpPr>
            <p:spPr>
              <a:xfrm>
                <a:off x="4698693" y="1976040"/>
                <a:ext cx="100800" cy="129600"/>
              </a:xfrm>
              <a:prstGeom prst="ellipse">
                <a:avLst/>
              </a:prstGeom>
              <a:solidFill>
                <a:srgbClr val="E5C79F"/>
              </a:solidFill>
              <a:ln w="5760" cap="flat">
                <a:solidFill>
                  <a:srgbClr val="ACA18C"/>
                </a:solidFill>
              </a:ln>
              <a:effectLst/>
            </p:spPr>
          </p:sp>
          <p:sp>
            <p:nvSpPr>
              <p:cNvPr id="279" name="SCHEM_ellipse-0277"/>
              <p:cNvSpPr/>
              <p:nvPr/>
            </p:nvSpPr>
            <p:spPr>
              <a:xfrm>
                <a:off x="4727493" y="2012040"/>
                <a:ext cx="43200" cy="57600"/>
              </a:xfrm>
              <a:prstGeom prst="ellipse">
                <a:avLst/>
              </a:prstGeom>
              <a:solidFill>
                <a:srgbClr val="7F94AE"/>
              </a:solidFill>
              <a:ln w="9360" cap="flat">
                <a:noFill/>
              </a:ln>
              <a:effectLst/>
            </p:spPr>
          </p:sp>
          <p:sp>
            <p:nvSpPr>
              <p:cNvPr id="280" name="SCHEM_ellipse-0278"/>
              <p:cNvSpPr/>
              <p:nvPr/>
            </p:nvSpPr>
            <p:spPr>
              <a:xfrm>
                <a:off x="4802626" y="1937313"/>
                <a:ext cx="100800" cy="129600"/>
              </a:xfrm>
              <a:prstGeom prst="ellipse">
                <a:avLst/>
              </a:prstGeom>
              <a:solidFill>
                <a:srgbClr val="E5C79F"/>
              </a:solidFill>
              <a:ln w="5760" cap="flat">
                <a:solidFill>
                  <a:srgbClr val="ACA18C"/>
                </a:solidFill>
              </a:ln>
              <a:effectLst/>
            </p:spPr>
          </p:sp>
          <p:sp>
            <p:nvSpPr>
              <p:cNvPr id="281" name="SCHEM_ellipse-0279"/>
              <p:cNvSpPr/>
              <p:nvPr/>
            </p:nvSpPr>
            <p:spPr>
              <a:xfrm>
                <a:off x="4831426" y="1973313"/>
                <a:ext cx="43200" cy="57600"/>
              </a:xfrm>
              <a:prstGeom prst="ellipse">
                <a:avLst/>
              </a:prstGeom>
              <a:solidFill>
                <a:srgbClr val="7F94AE"/>
              </a:solidFill>
              <a:ln w="9360" cap="flat">
                <a:noFill/>
              </a:ln>
              <a:effectLst/>
            </p:spPr>
          </p:sp>
          <p:sp>
            <p:nvSpPr>
              <p:cNvPr id="282" name="SCHEM_ellipse-0280"/>
              <p:cNvSpPr/>
              <p:nvPr/>
            </p:nvSpPr>
            <p:spPr>
              <a:xfrm>
                <a:off x="4189143" y="2066970"/>
                <a:ext cx="100800" cy="129600"/>
              </a:xfrm>
              <a:prstGeom prst="ellipse">
                <a:avLst/>
              </a:prstGeom>
              <a:solidFill>
                <a:srgbClr val="E5C79F"/>
              </a:solidFill>
              <a:ln w="5760" cap="flat">
                <a:solidFill>
                  <a:srgbClr val="ACA18C"/>
                </a:solidFill>
              </a:ln>
              <a:effectLst/>
            </p:spPr>
          </p:sp>
          <p:sp>
            <p:nvSpPr>
              <p:cNvPr id="283" name="SCHEM_ellipse-0281"/>
              <p:cNvSpPr/>
              <p:nvPr/>
            </p:nvSpPr>
            <p:spPr>
              <a:xfrm>
                <a:off x="4217943" y="2102970"/>
                <a:ext cx="43200" cy="57600"/>
              </a:xfrm>
              <a:prstGeom prst="ellipse">
                <a:avLst/>
              </a:prstGeom>
              <a:solidFill>
                <a:srgbClr val="7F94AE"/>
              </a:solidFill>
              <a:ln w="9360" cap="flat">
                <a:noFill/>
              </a:ln>
              <a:effectLst/>
            </p:spPr>
          </p:sp>
          <p:sp>
            <p:nvSpPr>
              <p:cNvPr id="284" name="SCHEM_ellipse-0282"/>
              <p:cNvSpPr/>
              <p:nvPr/>
            </p:nvSpPr>
            <p:spPr>
              <a:xfrm>
                <a:off x="4956710" y="2144756"/>
                <a:ext cx="100800" cy="129600"/>
              </a:xfrm>
              <a:prstGeom prst="ellipse">
                <a:avLst/>
              </a:prstGeom>
              <a:solidFill>
                <a:srgbClr val="E5C79F"/>
              </a:solidFill>
              <a:ln w="5760" cap="flat">
                <a:solidFill>
                  <a:srgbClr val="ACA18C"/>
                </a:solidFill>
              </a:ln>
              <a:effectLst/>
            </p:spPr>
          </p:sp>
          <p:sp>
            <p:nvSpPr>
              <p:cNvPr id="285" name="SCHEM_ellipse-0283"/>
              <p:cNvSpPr/>
              <p:nvPr/>
            </p:nvSpPr>
            <p:spPr>
              <a:xfrm>
                <a:off x="4985510" y="2180756"/>
                <a:ext cx="43200" cy="57600"/>
              </a:xfrm>
              <a:prstGeom prst="ellipse">
                <a:avLst/>
              </a:prstGeom>
              <a:solidFill>
                <a:srgbClr val="7F94AE"/>
              </a:solidFill>
              <a:ln w="9360" cap="flat">
                <a:noFill/>
              </a:ln>
              <a:effectLst/>
            </p:spPr>
          </p:sp>
          <p:sp>
            <p:nvSpPr>
              <p:cNvPr id="286" name="SCHEM_ellipse-0284"/>
              <p:cNvSpPr/>
              <p:nvPr/>
            </p:nvSpPr>
            <p:spPr>
              <a:xfrm>
                <a:off x="4952624" y="2044429"/>
                <a:ext cx="100800" cy="129600"/>
              </a:xfrm>
              <a:prstGeom prst="ellipse">
                <a:avLst/>
              </a:prstGeom>
              <a:solidFill>
                <a:srgbClr val="E5C79F"/>
              </a:solidFill>
              <a:ln w="5760" cap="flat">
                <a:solidFill>
                  <a:srgbClr val="ACA18C"/>
                </a:solidFill>
              </a:ln>
              <a:effectLst/>
            </p:spPr>
          </p:sp>
          <p:sp>
            <p:nvSpPr>
              <p:cNvPr id="287" name="SCHEM_ellipse-0285"/>
              <p:cNvSpPr/>
              <p:nvPr/>
            </p:nvSpPr>
            <p:spPr>
              <a:xfrm>
                <a:off x="4981424" y="2080429"/>
                <a:ext cx="43200" cy="57600"/>
              </a:xfrm>
              <a:prstGeom prst="ellipse">
                <a:avLst/>
              </a:prstGeom>
              <a:solidFill>
                <a:srgbClr val="7F94AE"/>
              </a:solidFill>
              <a:ln w="9360" cap="flat">
                <a:noFill/>
              </a:ln>
              <a:effectLst/>
            </p:spPr>
          </p:sp>
          <p:sp>
            <p:nvSpPr>
              <p:cNvPr id="288" name="SCHEM_ellipse-0286"/>
              <p:cNvSpPr/>
              <p:nvPr/>
            </p:nvSpPr>
            <p:spPr>
              <a:xfrm>
                <a:off x="4218840" y="1927498"/>
                <a:ext cx="100800" cy="129600"/>
              </a:xfrm>
              <a:prstGeom prst="ellipse">
                <a:avLst/>
              </a:prstGeom>
              <a:solidFill>
                <a:srgbClr val="E5C79F"/>
              </a:solidFill>
              <a:ln w="5760" cap="flat">
                <a:solidFill>
                  <a:srgbClr val="ACA18C"/>
                </a:solidFill>
              </a:ln>
              <a:effectLst/>
            </p:spPr>
          </p:sp>
          <p:sp>
            <p:nvSpPr>
              <p:cNvPr id="289" name="SCHEM_ellipse-0287"/>
              <p:cNvSpPr/>
              <p:nvPr/>
            </p:nvSpPr>
            <p:spPr>
              <a:xfrm>
                <a:off x="4247640" y="1963498"/>
                <a:ext cx="43200" cy="57600"/>
              </a:xfrm>
              <a:prstGeom prst="ellipse">
                <a:avLst/>
              </a:prstGeom>
              <a:solidFill>
                <a:srgbClr val="7F94AE"/>
              </a:solidFill>
              <a:ln w="9360" cap="flat">
                <a:noFill/>
              </a:ln>
              <a:effectLst/>
            </p:spPr>
          </p:sp>
          <p:sp>
            <p:nvSpPr>
              <p:cNvPr id="290" name="SCHEM_ellipse-0288"/>
              <p:cNvSpPr/>
              <p:nvPr/>
            </p:nvSpPr>
            <p:spPr>
              <a:xfrm>
                <a:off x="4972532" y="2625531"/>
                <a:ext cx="100800" cy="129600"/>
              </a:xfrm>
              <a:prstGeom prst="ellipse">
                <a:avLst/>
              </a:prstGeom>
              <a:solidFill>
                <a:srgbClr val="E5C79F"/>
              </a:solidFill>
              <a:ln w="5760" cap="flat">
                <a:solidFill>
                  <a:srgbClr val="ACA18C"/>
                </a:solidFill>
              </a:ln>
              <a:effectLst/>
            </p:spPr>
          </p:sp>
          <p:sp>
            <p:nvSpPr>
              <p:cNvPr id="291" name="SCHEM_ellipse-0289"/>
              <p:cNvSpPr/>
              <p:nvPr/>
            </p:nvSpPr>
            <p:spPr>
              <a:xfrm>
                <a:off x="5001332" y="2661531"/>
                <a:ext cx="43200" cy="57600"/>
              </a:xfrm>
              <a:prstGeom prst="ellipse">
                <a:avLst/>
              </a:prstGeom>
              <a:solidFill>
                <a:srgbClr val="7F94AE"/>
              </a:solidFill>
              <a:ln w="9360" cap="flat">
                <a:noFill/>
              </a:ln>
              <a:effectLst/>
            </p:spPr>
          </p:sp>
          <p:sp>
            <p:nvSpPr>
              <p:cNvPr id="292" name="SCHEM_ellipse-0290"/>
              <p:cNvSpPr/>
              <p:nvPr/>
            </p:nvSpPr>
            <p:spPr>
              <a:xfrm>
                <a:off x="4349523" y="2106418"/>
                <a:ext cx="100800" cy="129600"/>
              </a:xfrm>
              <a:prstGeom prst="ellipse">
                <a:avLst/>
              </a:prstGeom>
              <a:solidFill>
                <a:srgbClr val="E5C79F"/>
              </a:solidFill>
              <a:ln w="5760" cap="flat">
                <a:solidFill>
                  <a:srgbClr val="ACA18C"/>
                </a:solidFill>
              </a:ln>
              <a:effectLst/>
            </p:spPr>
          </p:sp>
          <p:sp>
            <p:nvSpPr>
              <p:cNvPr id="293" name="SCHEM_ellipse-0291"/>
              <p:cNvSpPr/>
              <p:nvPr/>
            </p:nvSpPr>
            <p:spPr>
              <a:xfrm>
                <a:off x="4378323" y="2142418"/>
                <a:ext cx="43200" cy="57600"/>
              </a:xfrm>
              <a:prstGeom prst="ellipse">
                <a:avLst/>
              </a:prstGeom>
              <a:solidFill>
                <a:srgbClr val="7F94AE"/>
              </a:solidFill>
              <a:ln w="9360" cap="flat">
                <a:noFill/>
              </a:ln>
              <a:effectLst/>
            </p:spPr>
          </p:sp>
          <p:sp>
            <p:nvSpPr>
              <p:cNvPr id="294" name="SCHEM_ellipse-0292"/>
              <p:cNvSpPr/>
              <p:nvPr/>
            </p:nvSpPr>
            <p:spPr>
              <a:xfrm>
                <a:off x="4084635" y="2446586"/>
                <a:ext cx="100800" cy="129600"/>
              </a:xfrm>
              <a:prstGeom prst="ellipse">
                <a:avLst/>
              </a:prstGeom>
              <a:solidFill>
                <a:srgbClr val="E5C79F"/>
              </a:solidFill>
              <a:ln w="5760" cap="flat">
                <a:solidFill>
                  <a:srgbClr val="ACA18C"/>
                </a:solidFill>
              </a:ln>
              <a:effectLst/>
            </p:spPr>
          </p:sp>
          <p:sp>
            <p:nvSpPr>
              <p:cNvPr id="295" name="SCHEM_ellipse-0293"/>
              <p:cNvSpPr/>
              <p:nvPr/>
            </p:nvSpPr>
            <p:spPr>
              <a:xfrm>
                <a:off x="4113435" y="2482586"/>
                <a:ext cx="43200" cy="57600"/>
              </a:xfrm>
              <a:prstGeom prst="ellipse">
                <a:avLst/>
              </a:prstGeom>
              <a:solidFill>
                <a:srgbClr val="7F94AE"/>
              </a:solidFill>
              <a:ln w="9360" cap="flat">
                <a:noFill/>
              </a:ln>
              <a:effectLst/>
            </p:spPr>
          </p:sp>
          <p:sp>
            <p:nvSpPr>
              <p:cNvPr id="296" name="SCHEM_ellipse-0294"/>
              <p:cNvSpPr/>
              <p:nvPr/>
            </p:nvSpPr>
            <p:spPr>
              <a:xfrm>
                <a:off x="4453436" y="2022316"/>
                <a:ext cx="100800" cy="129600"/>
              </a:xfrm>
              <a:prstGeom prst="ellipse">
                <a:avLst/>
              </a:prstGeom>
              <a:solidFill>
                <a:srgbClr val="E5C79F"/>
              </a:solidFill>
              <a:ln w="5760" cap="flat">
                <a:solidFill>
                  <a:srgbClr val="ACA18C"/>
                </a:solidFill>
              </a:ln>
              <a:effectLst/>
            </p:spPr>
          </p:sp>
          <p:sp>
            <p:nvSpPr>
              <p:cNvPr id="297" name="SCHEM_ellipse-0295"/>
              <p:cNvSpPr/>
              <p:nvPr/>
            </p:nvSpPr>
            <p:spPr>
              <a:xfrm>
                <a:off x="4482236" y="2058316"/>
                <a:ext cx="43200" cy="57600"/>
              </a:xfrm>
              <a:prstGeom prst="ellipse">
                <a:avLst/>
              </a:prstGeom>
              <a:solidFill>
                <a:srgbClr val="7F94AE"/>
              </a:solidFill>
              <a:ln w="9360" cap="flat">
                <a:noFill/>
              </a:ln>
              <a:effectLst/>
            </p:spPr>
          </p:sp>
          <p:sp>
            <p:nvSpPr>
              <p:cNvPr id="298" name="SCHEM_ellipse-0296"/>
              <p:cNvSpPr/>
              <p:nvPr/>
            </p:nvSpPr>
            <p:spPr>
              <a:xfrm>
                <a:off x="4897033" y="2408897"/>
                <a:ext cx="100800" cy="129600"/>
              </a:xfrm>
              <a:prstGeom prst="ellipse">
                <a:avLst/>
              </a:prstGeom>
              <a:solidFill>
                <a:srgbClr val="E5C79F"/>
              </a:solidFill>
              <a:ln w="5760" cap="flat">
                <a:solidFill>
                  <a:srgbClr val="ACA18C"/>
                </a:solidFill>
              </a:ln>
              <a:effectLst/>
            </p:spPr>
          </p:sp>
          <p:sp>
            <p:nvSpPr>
              <p:cNvPr id="299" name="SCHEM_ellipse-0297"/>
              <p:cNvSpPr/>
              <p:nvPr/>
            </p:nvSpPr>
            <p:spPr>
              <a:xfrm>
                <a:off x="4925833" y="2444897"/>
                <a:ext cx="43200" cy="57600"/>
              </a:xfrm>
              <a:prstGeom prst="ellipse">
                <a:avLst/>
              </a:prstGeom>
              <a:solidFill>
                <a:srgbClr val="7F94AE"/>
              </a:solidFill>
              <a:ln w="9360" cap="flat">
                <a:noFill/>
              </a:ln>
              <a:effectLst/>
            </p:spPr>
          </p:sp>
          <p:sp>
            <p:nvSpPr>
              <p:cNvPr id="300" name="SCHEM_ellipse-0298"/>
              <p:cNvSpPr/>
              <p:nvPr/>
            </p:nvSpPr>
            <p:spPr>
              <a:xfrm>
                <a:off x="4641373" y="2035797"/>
                <a:ext cx="100800" cy="129600"/>
              </a:xfrm>
              <a:prstGeom prst="ellipse">
                <a:avLst/>
              </a:prstGeom>
              <a:solidFill>
                <a:srgbClr val="E5C79F"/>
              </a:solidFill>
              <a:ln w="5760" cap="flat">
                <a:solidFill>
                  <a:srgbClr val="ACA18C"/>
                </a:solidFill>
              </a:ln>
              <a:effectLst/>
            </p:spPr>
          </p:sp>
          <p:sp>
            <p:nvSpPr>
              <p:cNvPr id="301" name="SCHEM_ellipse-0299"/>
              <p:cNvSpPr/>
              <p:nvPr/>
            </p:nvSpPr>
            <p:spPr>
              <a:xfrm>
                <a:off x="4670173" y="2071797"/>
                <a:ext cx="43200" cy="57600"/>
              </a:xfrm>
              <a:prstGeom prst="ellipse">
                <a:avLst/>
              </a:prstGeom>
              <a:solidFill>
                <a:srgbClr val="7F94AE"/>
              </a:solidFill>
              <a:ln w="9360" cap="flat">
                <a:noFill/>
              </a:ln>
              <a:effectLst/>
            </p:spPr>
          </p:sp>
          <p:sp>
            <p:nvSpPr>
              <p:cNvPr id="302" name="SCHEM_ellipse-0300"/>
              <p:cNvSpPr/>
              <p:nvPr/>
            </p:nvSpPr>
            <p:spPr>
              <a:xfrm>
                <a:off x="4886520" y="2372112"/>
                <a:ext cx="100800" cy="129600"/>
              </a:xfrm>
              <a:prstGeom prst="ellipse">
                <a:avLst/>
              </a:prstGeom>
              <a:solidFill>
                <a:srgbClr val="E5C79F"/>
              </a:solidFill>
              <a:ln w="5760" cap="flat">
                <a:solidFill>
                  <a:srgbClr val="ACA18C"/>
                </a:solidFill>
              </a:ln>
              <a:effectLst/>
            </p:spPr>
          </p:sp>
          <p:sp>
            <p:nvSpPr>
              <p:cNvPr id="303" name="SCHEM_ellipse-0301"/>
              <p:cNvSpPr/>
              <p:nvPr/>
            </p:nvSpPr>
            <p:spPr>
              <a:xfrm>
                <a:off x="4915320" y="2408112"/>
                <a:ext cx="43200" cy="57600"/>
              </a:xfrm>
              <a:prstGeom prst="ellipse">
                <a:avLst/>
              </a:prstGeom>
              <a:solidFill>
                <a:srgbClr val="7F94AE"/>
              </a:solidFill>
              <a:ln w="9360" cap="flat">
                <a:noFill/>
              </a:ln>
              <a:effectLst/>
            </p:spPr>
          </p:sp>
          <p:sp>
            <p:nvSpPr>
              <p:cNvPr id="304" name="SCHEM_rect-0302"/>
              <p:cNvSpPr/>
              <p:nvPr/>
            </p:nvSpPr>
            <p:spPr>
              <a:xfrm>
                <a:off x="5760000" y="2311200"/>
                <a:ext cx="1670400" cy="612000"/>
              </a:xfrm>
              <a:prstGeom prst="rect">
                <a:avLst/>
              </a:prstGeom>
              <a:solidFill>
                <a:srgbClr val="F9E8D8"/>
              </a:solidFill>
              <a:ln w="9360" cap="flat">
                <a:noFill/>
              </a:ln>
              <a:effectLst/>
            </p:spPr>
          </p:sp>
          <p:sp>
            <p:nvSpPr>
              <p:cNvPr id="305" name="SCHEM_path-0303"/>
              <p:cNvSpPr/>
              <p:nvPr/>
            </p:nvSpPr>
            <p:spPr>
              <a:xfrm>
                <a:off x="5760000" y="2419319"/>
                <a:ext cx="1670400" cy="419447"/>
              </a:xfrm>
              <a:custGeom>
                <a:avLst/>
                <a:gdLst/>
                <a:ahLst/>
                <a:cxnLst/>
                <a:rect l="0" t="0" r="r" b="b"/>
                <a:pathLst>
                  <a:path w="1670400" h="419447">
                    <a:moveTo>
                      <a:pt x="0" y="144539"/>
                    </a:moveTo>
                    <a:cubicBezTo>
                      <a:pt x="501120" y="223567"/>
                      <a:pt x="1002240" y="419447"/>
                      <a:pt x="1670400" y="0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306" name="SCHEM_path-0304"/>
              <p:cNvSpPr/>
              <p:nvPr/>
            </p:nvSpPr>
            <p:spPr>
              <a:xfrm>
                <a:off x="5760000" y="2316589"/>
                <a:ext cx="1670400" cy="140324"/>
              </a:xfrm>
              <a:custGeom>
                <a:avLst/>
                <a:gdLst/>
                <a:ahLst/>
                <a:cxnLst/>
                <a:rect l="0" t="0" r="r" b="b"/>
                <a:pathLst>
                  <a:path w="1670400" h="140324">
                    <a:moveTo>
                      <a:pt x="0" y="140324"/>
                    </a:moveTo>
                    <a:cubicBezTo>
                      <a:pt x="501120" y="12418"/>
                      <a:pt x="1002240" y="66001"/>
                      <a:pt x="1670400" y="0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307" name="SCHEM_path-0305"/>
              <p:cNvSpPr/>
              <p:nvPr/>
            </p:nvSpPr>
            <p:spPr>
              <a:xfrm>
                <a:off x="5760000" y="2416982"/>
                <a:ext cx="1670400" cy="499788"/>
              </a:xfrm>
              <a:custGeom>
                <a:avLst/>
                <a:gdLst/>
                <a:ahLst/>
                <a:cxnLst/>
                <a:rect l="0" t="0" r="r" b="b"/>
                <a:pathLst>
                  <a:path w="1670400" h="499788">
                    <a:moveTo>
                      <a:pt x="0" y="0"/>
                    </a:moveTo>
                    <a:cubicBezTo>
                      <a:pt x="501120" y="208611"/>
                      <a:pt x="1002240" y="499788"/>
                      <a:pt x="1670400" y="318646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308" name="SCHEM_path-0306"/>
              <p:cNvSpPr/>
              <p:nvPr/>
            </p:nvSpPr>
            <p:spPr>
              <a:xfrm>
                <a:off x="5760000" y="2510785"/>
                <a:ext cx="1670400" cy="223496"/>
              </a:xfrm>
              <a:custGeom>
                <a:avLst/>
                <a:gdLst/>
                <a:ahLst/>
                <a:cxnLst/>
                <a:rect l="0" t="0" r="r" b="b"/>
                <a:pathLst>
                  <a:path w="1670400" h="223496">
                    <a:moveTo>
                      <a:pt x="0" y="35513"/>
                    </a:moveTo>
                    <a:cubicBezTo>
                      <a:pt x="501120" y="48304"/>
                      <a:pt x="1002240" y="223496"/>
                      <a:pt x="1670400" y="0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309" name="SCHEM_path-0307"/>
              <p:cNvSpPr/>
              <p:nvPr/>
            </p:nvSpPr>
            <p:spPr>
              <a:xfrm>
                <a:off x="5760000" y="2368496"/>
                <a:ext cx="1670400" cy="457716"/>
              </a:xfrm>
              <a:custGeom>
                <a:avLst/>
                <a:gdLst/>
                <a:ahLst/>
                <a:cxnLst/>
                <a:rect l="0" t="0" r="r" b="b"/>
                <a:pathLst>
                  <a:path w="1670400" h="457716">
                    <a:moveTo>
                      <a:pt x="0" y="0"/>
                    </a:moveTo>
                    <a:cubicBezTo>
                      <a:pt x="501120" y="457716"/>
                      <a:pt x="1002240" y="320442"/>
                      <a:pt x="1670400" y="11254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310" name="SCHEM_path-0308"/>
              <p:cNvSpPr/>
              <p:nvPr/>
            </p:nvSpPr>
            <p:spPr>
              <a:xfrm>
                <a:off x="5760000" y="2366463"/>
                <a:ext cx="1670400" cy="531598"/>
              </a:xfrm>
              <a:custGeom>
                <a:avLst/>
                <a:gdLst/>
                <a:ahLst/>
                <a:cxnLst/>
                <a:rect l="0" t="0" r="r" b="b"/>
                <a:pathLst>
                  <a:path w="1670400" h="531598">
                    <a:moveTo>
                      <a:pt x="0" y="0"/>
                    </a:moveTo>
                    <a:cubicBezTo>
                      <a:pt x="501120" y="2649"/>
                      <a:pt x="1002240" y="531598"/>
                      <a:pt x="1670400" y="10660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311" name="SCHEM_path-0309"/>
              <p:cNvSpPr/>
              <p:nvPr/>
            </p:nvSpPr>
            <p:spPr>
              <a:xfrm>
                <a:off x="5760000" y="2332622"/>
                <a:ext cx="1670400" cy="571953"/>
              </a:xfrm>
              <a:custGeom>
                <a:avLst/>
                <a:gdLst/>
                <a:ahLst/>
                <a:cxnLst/>
                <a:rect l="0" t="0" r="r" b="b"/>
                <a:pathLst>
                  <a:path w="1670400" h="571953">
                    <a:moveTo>
                      <a:pt x="0" y="357663"/>
                    </a:moveTo>
                    <a:cubicBezTo>
                      <a:pt x="501120" y="571953"/>
                      <a:pt x="1002240" y="0"/>
                      <a:pt x="1670400" y="214736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312" name="SCHEM_path-0310"/>
              <p:cNvSpPr/>
              <p:nvPr/>
            </p:nvSpPr>
            <p:spPr>
              <a:xfrm>
                <a:off x="5760000" y="2426619"/>
                <a:ext cx="1670400" cy="445717"/>
              </a:xfrm>
              <a:custGeom>
                <a:avLst/>
                <a:gdLst/>
                <a:ahLst/>
                <a:cxnLst/>
                <a:rect l="0" t="0" r="r" b="b"/>
                <a:pathLst>
                  <a:path w="1670400" h="445717">
                    <a:moveTo>
                      <a:pt x="0" y="177331"/>
                    </a:moveTo>
                    <a:cubicBezTo>
                      <a:pt x="501120" y="445717"/>
                      <a:pt x="1002240" y="0"/>
                      <a:pt x="1670400" y="42689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313" name="SCHEM_path-0311"/>
              <p:cNvSpPr/>
              <p:nvPr/>
            </p:nvSpPr>
            <p:spPr>
              <a:xfrm>
                <a:off x="5760000" y="2341313"/>
                <a:ext cx="1670400" cy="469710"/>
              </a:xfrm>
              <a:custGeom>
                <a:avLst/>
                <a:gdLst/>
                <a:ahLst/>
                <a:cxnLst/>
                <a:rect l="0" t="0" r="r" b="b"/>
                <a:pathLst>
                  <a:path w="1670400" h="469710">
                    <a:moveTo>
                      <a:pt x="0" y="128900"/>
                    </a:moveTo>
                    <a:cubicBezTo>
                      <a:pt x="501120" y="0"/>
                      <a:pt x="1002240" y="382201"/>
                      <a:pt x="1670400" y="469710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314" name="SCHEM_path-0312"/>
              <p:cNvSpPr/>
              <p:nvPr/>
            </p:nvSpPr>
            <p:spPr>
              <a:xfrm>
                <a:off x="5760000" y="2334354"/>
                <a:ext cx="1670400" cy="427918"/>
              </a:xfrm>
              <a:custGeom>
                <a:avLst/>
                <a:gdLst/>
                <a:ahLst/>
                <a:cxnLst/>
                <a:rect l="0" t="0" r="r" b="b"/>
                <a:pathLst>
                  <a:path w="1670400" h="427918">
                    <a:moveTo>
                      <a:pt x="0" y="245734"/>
                    </a:moveTo>
                    <a:cubicBezTo>
                      <a:pt x="501120" y="0"/>
                      <a:pt x="1002240" y="413557"/>
                      <a:pt x="1670400" y="427918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315" name="SCHEM_path-0313"/>
              <p:cNvSpPr/>
              <p:nvPr/>
            </p:nvSpPr>
            <p:spPr>
              <a:xfrm>
                <a:off x="5760000" y="2512336"/>
                <a:ext cx="1670400" cy="307119"/>
              </a:xfrm>
              <a:custGeom>
                <a:avLst/>
                <a:gdLst/>
                <a:ahLst/>
                <a:cxnLst/>
                <a:rect l="0" t="0" r="r" b="b"/>
                <a:pathLst>
                  <a:path w="1670400" h="307119">
                    <a:moveTo>
                      <a:pt x="0" y="194354"/>
                    </a:moveTo>
                    <a:cubicBezTo>
                      <a:pt x="501120" y="0"/>
                      <a:pt x="1002240" y="307119"/>
                      <a:pt x="1670400" y="184766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316" name="SCHEM_path-0314"/>
              <p:cNvSpPr/>
              <p:nvPr/>
            </p:nvSpPr>
            <p:spPr>
              <a:xfrm>
                <a:off x="5760000" y="2453956"/>
                <a:ext cx="1670400" cy="215717"/>
              </a:xfrm>
              <a:custGeom>
                <a:avLst/>
                <a:gdLst/>
                <a:ahLst/>
                <a:cxnLst/>
                <a:rect l="0" t="0" r="r" b="b"/>
                <a:pathLst>
                  <a:path w="1670400" h="215717">
                    <a:moveTo>
                      <a:pt x="0" y="215717"/>
                    </a:moveTo>
                    <a:cubicBezTo>
                      <a:pt x="501120" y="188048"/>
                      <a:pt x="1002240" y="0"/>
                      <a:pt x="1670400" y="136054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317" name="SCHEM_path-0315"/>
              <p:cNvSpPr/>
              <p:nvPr/>
            </p:nvSpPr>
            <p:spPr>
              <a:xfrm>
                <a:off x="5760000" y="2522895"/>
                <a:ext cx="1670400" cy="289908"/>
              </a:xfrm>
              <a:custGeom>
                <a:avLst/>
                <a:gdLst/>
                <a:ahLst/>
                <a:cxnLst/>
                <a:rect l="0" t="0" r="r" b="b"/>
                <a:pathLst>
                  <a:path w="1670400" h="289908">
                    <a:moveTo>
                      <a:pt x="0" y="265800"/>
                    </a:moveTo>
                    <a:cubicBezTo>
                      <a:pt x="501120" y="206763"/>
                      <a:pt x="1002240" y="0"/>
                      <a:pt x="1670400" y="289908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318" name="SCHEM_path-0316"/>
              <p:cNvSpPr/>
              <p:nvPr/>
            </p:nvSpPr>
            <p:spPr>
              <a:xfrm>
                <a:off x="5760000" y="2337897"/>
                <a:ext cx="1670400" cy="477250"/>
              </a:xfrm>
              <a:custGeom>
                <a:avLst/>
                <a:gdLst/>
                <a:ahLst/>
                <a:cxnLst/>
                <a:rect l="0" t="0" r="r" b="b"/>
                <a:pathLst>
                  <a:path w="1670400" h="477250">
                    <a:moveTo>
                      <a:pt x="0" y="477250"/>
                    </a:moveTo>
                    <a:cubicBezTo>
                      <a:pt x="501120" y="0"/>
                      <a:pt x="1002240" y="69551"/>
                      <a:pt x="1670400" y="109868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319" name="SCHEM_path-0317"/>
              <p:cNvSpPr/>
              <p:nvPr/>
            </p:nvSpPr>
            <p:spPr>
              <a:xfrm>
                <a:off x="5760000" y="2334108"/>
                <a:ext cx="1670400" cy="438207"/>
              </a:xfrm>
              <a:custGeom>
                <a:avLst/>
                <a:gdLst/>
                <a:ahLst/>
                <a:cxnLst/>
                <a:rect l="0" t="0" r="r" b="b"/>
                <a:pathLst>
                  <a:path w="1670400" h="438207">
                    <a:moveTo>
                      <a:pt x="0" y="0"/>
                    </a:moveTo>
                    <a:cubicBezTo>
                      <a:pt x="501120" y="438207"/>
                      <a:pt x="1002240" y="372928"/>
                      <a:pt x="1670400" y="309531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320" name="SCHEM_path-0318"/>
              <p:cNvSpPr/>
              <p:nvPr/>
            </p:nvSpPr>
            <p:spPr>
              <a:xfrm>
                <a:off x="5760000" y="2379450"/>
                <a:ext cx="1670400" cy="526239"/>
              </a:xfrm>
              <a:custGeom>
                <a:avLst/>
                <a:gdLst/>
                <a:ahLst/>
                <a:cxnLst/>
                <a:rect l="0" t="0" r="r" b="b"/>
                <a:pathLst>
                  <a:path w="1670400" h="526239">
                    <a:moveTo>
                      <a:pt x="0" y="526239"/>
                    </a:moveTo>
                    <a:cubicBezTo>
                      <a:pt x="501120" y="150037"/>
                      <a:pt x="1002240" y="53567"/>
                      <a:pt x="1670400" y="0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321" name="SCHEM_path-0319"/>
              <p:cNvSpPr/>
              <p:nvPr/>
            </p:nvSpPr>
            <p:spPr>
              <a:xfrm>
                <a:off x="5925312" y="2368080"/>
                <a:ext cx="626400" cy="288000"/>
              </a:xfrm>
              <a:custGeom>
                <a:avLst/>
                <a:gdLst/>
                <a:ahLst/>
                <a:cxnLst/>
                <a:rect l="0" t="0" r="r" b="b"/>
                <a:pathLst>
                  <a:path w="626400" h="288000">
                    <a:moveTo>
                      <a:pt x="0" y="208800"/>
                    </a:moveTo>
                    <a:cubicBezTo>
                      <a:pt x="216000" y="180000"/>
                      <a:pt x="331200" y="0"/>
                      <a:pt x="482400" y="79200"/>
                    </a:cubicBezTo>
                    <a:lnTo>
                      <a:pt x="626400" y="93600"/>
                    </a:lnTo>
                    <a:cubicBezTo>
                      <a:pt x="432000" y="144000"/>
                      <a:pt x="338400" y="288000"/>
                      <a:pt x="151200" y="223200"/>
                    </a:cubicBezTo>
                    <a:close/>
                  </a:path>
                </a:pathLst>
              </a:custGeom>
              <a:solidFill>
                <a:srgbClr val="EEA6BF"/>
              </a:solidFill>
              <a:ln w="7200" cap="flat">
                <a:solidFill>
                  <a:srgbClr val="C677A3"/>
                </a:solidFill>
              </a:ln>
              <a:effectLst/>
            </p:spPr>
          </p:sp>
          <p:sp>
            <p:nvSpPr>
              <p:cNvPr id="322" name="SCHEM_ellipse-0320"/>
              <p:cNvSpPr/>
              <p:nvPr/>
            </p:nvSpPr>
            <p:spPr>
              <a:xfrm>
                <a:off x="6170112" y="2468880"/>
                <a:ext cx="129600" cy="79200"/>
              </a:xfrm>
              <a:prstGeom prst="ellipse">
                <a:avLst/>
              </a:prstGeom>
              <a:solidFill>
                <a:srgbClr val="929ECF"/>
              </a:solidFill>
              <a:ln w="5760" cap="flat">
                <a:solidFill>
                  <a:srgbClr val="7675A0"/>
                </a:solidFill>
              </a:ln>
              <a:effectLst/>
            </p:spPr>
          </p:sp>
          <p:sp>
            <p:nvSpPr>
              <p:cNvPr id="323" name="SCHEM_path-0321"/>
              <p:cNvSpPr/>
              <p:nvPr/>
            </p:nvSpPr>
            <p:spPr>
              <a:xfrm>
                <a:off x="6660288" y="2582280"/>
                <a:ext cx="626400" cy="288000"/>
              </a:xfrm>
              <a:custGeom>
                <a:avLst/>
                <a:gdLst/>
                <a:ahLst/>
                <a:cxnLst/>
                <a:rect l="0" t="0" r="r" b="b"/>
                <a:pathLst>
                  <a:path w="626400" h="288000">
                    <a:moveTo>
                      <a:pt x="0" y="208800"/>
                    </a:moveTo>
                    <a:cubicBezTo>
                      <a:pt x="216000" y="180000"/>
                      <a:pt x="331200" y="0"/>
                      <a:pt x="482400" y="79200"/>
                    </a:cubicBezTo>
                    <a:lnTo>
                      <a:pt x="626400" y="93600"/>
                    </a:lnTo>
                    <a:cubicBezTo>
                      <a:pt x="432000" y="144000"/>
                      <a:pt x="338400" y="288000"/>
                      <a:pt x="151200" y="223200"/>
                    </a:cubicBezTo>
                    <a:close/>
                  </a:path>
                </a:pathLst>
              </a:custGeom>
              <a:solidFill>
                <a:srgbClr val="EEA6BF"/>
              </a:solidFill>
              <a:ln w="7200" cap="flat">
                <a:solidFill>
                  <a:srgbClr val="C677A3"/>
                </a:solidFill>
              </a:ln>
              <a:effectLst/>
            </p:spPr>
          </p:sp>
          <p:sp>
            <p:nvSpPr>
              <p:cNvPr id="324" name="SCHEM_ellipse-0322"/>
              <p:cNvSpPr/>
              <p:nvPr/>
            </p:nvSpPr>
            <p:spPr>
              <a:xfrm>
                <a:off x="6905088" y="2683080"/>
                <a:ext cx="129600" cy="79200"/>
              </a:xfrm>
              <a:prstGeom prst="ellipse">
                <a:avLst/>
              </a:prstGeom>
              <a:solidFill>
                <a:srgbClr val="929ECF"/>
              </a:solidFill>
              <a:ln w="5760" cap="flat">
                <a:solidFill>
                  <a:srgbClr val="7675A0"/>
                </a:solidFill>
              </a:ln>
              <a:effectLst/>
            </p:spPr>
          </p:sp>
          <p:sp>
            <p:nvSpPr>
              <p:cNvPr id="325" name="SCHEM_ellipse-0323"/>
              <p:cNvSpPr/>
              <p:nvPr/>
            </p:nvSpPr>
            <p:spPr>
              <a:xfrm>
                <a:off x="5709600" y="16848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26" name="SCHEM_ellipse-0324"/>
              <p:cNvSpPr/>
              <p:nvPr/>
            </p:nvSpPr>
            <p:spPr>
              <a:xfrm>
                <a:off x="5814936" y="17128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27" name="SCHEM_ellipse-0325"/>
              <p:cNvSpPr/>
              <p:nvPr/>
            </p:nvSpPr>
            <p:spPr>
              <a:xfrm>
                <a:off x="5896800" y="16848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28" name="SCHEM_ellipse-0326"/>
              <p:cNvSpPr/>
              <p:nvPr/>
            </p:nvSpPr>
            <p:spPr>
              <a:xfrm>
                <a:off x="6002136" y="17128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29" name="SCHEM_ellipse-0327"/>
              <p:cNvSpPr/>
              <p:nvPr/>
            </p:nvSpPr>
            <p:spPr>
              <a:xfrm>
                <a:off x="6084000" y="16848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30" name="SCHEM_ellipse-0328"/>
              <p:cNvSpPr/>
              <p:nvPr/>
            </p:nvSpPr>
            <p:spPr>
              <a:xfrm>
                <a:off x="6189336" y="17128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31" name="SCHEM_ellipse-0329"/>
              <p:cNvSpPr/>
              <p:nvPr/>
            </p:nvSpPr>
            <p:spPr>
              <a:xfrm>
                <a:off x="6271200" y="16848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32" name="SCHEM_ellipse-0330"/>
              <p:cNvSpPr/>
              <p:nvPr/>
            </p:nvSpPr>
            <p:spPr>
              <a:xfrm>
                <a:off x="6376536" y="17128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33" name="SCHEM_ellipse-0331"/>
              <p:cNvSpPr/>
              <p:nvPr/>
            </p:nvSpPr>
            <p:spPr>
              <a:xfrm>
                <a:off x="6458400" y="16848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34" name="SCHEM_ellipse-0332"/>
              <p:cNvSpPr/>
              <p:nvPr/>
            </p:nvSpPr>
            <p:spPr>
              <a:xfrm>
                <a:off x="6563736" y="17128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35" name="SCHEM_ellipse-0333"/>
              <p:cNvSpPr/>
              <p:nvPr/>
            </p:nvSpPr>
            <p:spPr>
              <a:xfrm>
                <a:off x="6645600" y="16848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36" name="SCHEM_ellipse-0334"/>
              <p:cNvSpPr/>
              <p:nvPr/>
            </p:nvSpPr>
            <p:spPr>
              <a:xfrm>
                <a:off x="6750936" y="17128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37" name="SCHEM_ellipse-0335"/>
              <p:cNvSpPr/>
              <p:nvPr/>
            </p:nvSpPr>
            <p:spPr>
              <a:xfrm>
                <a:off x="6832800" y="16848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38" name="SCHEM_ellipse-0336"/>
              <p:cNvSpPr/>
              <p:nvPr/>
            </p:nvSpPr>
            <p:spPr>
              <a:xfrm>
                <a:off x="6938136" y="17128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39" name="SCHEM_ellipse-0337"/>
              <p:cNvSpPr/>
              <p:nvPr/>
            </p:nvSpPr>
            <p:spPr>
              <a:xfrm>
                <a:off x="7020000" y="16848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40" name="SCHEM_ellipse-0338"/>
              <p:cNvSpPr/>
              <p:nvPr/>
            </p:nvSpPr>
            <p:spPr>
              <a:xfrm>
                <a:off x="7125336" y="17128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41" name="SCHEM_ellipse-0339"/>
              <p:cNvSpPr/>
              <p:nvPr/>
            </p:nvSpPr>
            <p:spPr>
              <a:xfrm>
                <a:off x="7207200" y="16848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42" name="SCHEM_ellipse-0340"/>
              <p:cNvSpPr/>
              <p:nvPr/>
            </p:nvSpPr>
            <p:spPr>
              <a:xfrm>
                <a:off x="7312536" y="17128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43" name="SCHEM_ellipse-0341"/>
              <p:cNvSpPr/>
              <p:nvPr/>
            </p:nvSpPr>
            <p:spPr>
              <a:xfrm>
                <a:off x="5709600" y="17712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44" name="SCHEM_ellipse-0342"/>
              <p:cNvSpPr/>
              <p:nvPr/>
            </p:nvSpPr>
            <p:spPr>
              <a:xfrm>
                <a:off x="5814936" y="17992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45" name="SCHEM_ellipse-0343"/>
              <p:cNvSpPr/>
              <p:nvPr/>
            </p:nvSpPr>
            <p:spPr>
              <a:xfrm>
                <a:off x="5896800" y="17712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46" name="SCHEM_ellipse-0344"/>
              <p:cNvSpPr/>
              <p:nvPr/>
            </p:nvSpPr>
            <p:spPr>
              <a:xfrm>
                <a:off x="6002136" y="17992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47" name="SCHEM_ellipse-0345"/>
              <p:cNvSpPr/>
              <p:nvPr/>
            </p:nvSpPr>
            <p:spPr>
              <a:xfrm>
                <a:off x="6084000" y="17712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48" name="SCHEM_ellipse-0346"/>
              <p:cNvSpPr/>
              <p:nvPr/>
            </p:nvSpPr>
            <p:spPr>
              <a:xfrm>
                <a:off x="6189336" y="17992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49" name="SCHEM_ellipse-0347"/>
              <p:cNvSpPr/>
              <p:nvPr/>
            </p:nvSpPr>
            <p:spPr>
              <a:xfrm>
                <a:off x="6271200" y="17712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50" name="SCHEM_ellipse-0348"/>
              <p:cNvSpPr/>
              <p:nvPr/>
            </p:nvSpPr>
            <p:spPr>
              <a:xfrm>
                <a:off x="6376536" y="17992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51" name="SCHEM_ellipse-0349"/>
              <p:cNvSpPr/>
              <p:nvPr/>
            </p:nvSpPr>
            <p:spPr>
              <a:xfrm>
                <a:off x="6458400" y="17712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52" name="SCHEM_ellipse-0350"/>
              <p:cNvSpPr/>
              <p:nvPr/>
            </p:nvSpPr>
            <p:spPr>
              <a:xfrm>
                <a:off x="6563736" y="17992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53" name="SCHEM_ellipse-0351"/>
              <p:cNvSpPr/>
              <p:nvPr/>
            </p:nvSpPr>
            <p:spPr>
              <a:xfrm>
                <a:off x="6645600" y="17712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54" name="SCHEM_ellipse-0352"/>
              <p:cNvSpPr/>
              <p:nvPr/>
            </p:nvSpPr>
            <p:spPr>
              <a:xfrm>
                <a:off x="6750936" y="17992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55" name="SCHEM_ellipse-0353"/>
              <p:cNvSpPr/>
              <p:nvPr/>
            </p:nvSpPr>
            <p:spPr>
              <a:xfrm>
                <a:off x="6832800" y="17712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56" name="SCHEM_ellipse-0354"/>
              <p:cNvSpPr/>
              <p:nvPr/>
            </p:nvSpPr>
            <p:spPr>
              <a:xfrm>
                <a:off x="6938136" y="17992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57" name="SCHEM_ellipse-0355"/>
              <p:cNvSpPr/>
              <p:nvPr/>
            </p:nvSpPr>
            <p:spPr>
              <a:xfrm>
                <a:off x="7020000" y="17712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58" name="SCHEM_ellipse-0356"/>
              <p:cNvSpPr/>
              <p:nvPr/>
            </p:nvSpPr>
            <p:spPr>
              <a:xfrm>
                <a:off x="7125336" y="17992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59" name="SCHEM_ellipse-0357"/>
              <p:cNvSpPr/>
              <p:nvPr/>
            </p:nvSpPr>
            <p:spPr>
              <a:xfrm>
                <a:off x="7207200" y="17712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60" name="SCHEM_ellipse-0358"/>
              <p:cNvSpPr/>
              <p:nvPr/>
            </p:nvSpPr>
            <p:spPr>
              <a:xfrm>
                <a:off x="7312536" y="17992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61" name="SCHEM_ellipse-0359"/>
              <p:cNvSpPr/>
              <p:nvPr/>
            </p:nvSpPr>
            <p:spPr>
              <a:xfrm>
                <a:off x="5709600" y="18576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62" name="SCHEM_ellipse-0360"/>
              <p:cNvSpPr/>
              <p:nvPr/>
            </p:nvSpPr>
            <p:spPr>
              <a:xfrm>
                <a:off x="5814936" y="18856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63" name="SCHEM_ellipse-0361"/>
              <p:cNvSpPr/>
              <p:nvPr/>
            </p:nvSpPr>
            <p:spPr>
              <a:xfrm>
                <a:off x="5896800" y="18576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64" name="SCHEM_ellipse-0362"/>
              <p:cNvSpPr/>
              <p:nvPr/>
            </p:nvSpPr>
            <p:spPr>
              <a:xfrm>
                <a:off x="6002136" y="18856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65" name="SCHEM_ellipse-0363"/>
              <p:cNvSpPr/>
              <p:nvPr/>
            </p:nvSpPr>
            <p:spPr>
              <a:xfrm>
                <a:off x="6084000" y="18576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66" name="SCHEM_ellipse-0364"/>
              <p:cNvSpPr/>
              <p:nvPr/>
            </p:nvSpPr>
            <p:spPr>
              <a:xfrm>
                <a:off x="6189336" y="18856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67" name="SCHEM_ellipse-0365"/>
              <p:cNvSpPr/>
              <p:nvPr/>
            </p:nvSpPr>
            <p:spPr>
              <a:xfrm>
                <a:off x="6271200" y="18576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68" name="SCHEM_ellipse-0366"/>
              <p:cNvSpPr/>
              <p:nvPr/>
            </p:nvSpPr>
            <p:spPr>
              <a:xfrm>
                <a:off x="6376536" y="18856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69" name="SCHEM_ellipse-0367"/>
              <p:cNvSpPr/>
              <p:nvPr/>
            </p:nvSpPr>
            <p:spPr>
              <a:xfrm>
                <a:off x="6458400" y="18576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70" name="SCHEM_ellipse-0368"/>
              <p:cNvSpPr/>
              <p:nvPr/>
            </p:nvSpPr>
            <p:spPr>
              <a:xfrm>
                <a:off x="6563736" y="18856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71" name="SCHEM_ellipse-0369"/>
              <p:cNvSpPr/>
              <p:nvPr/>
            </p:nvSpPr>
            <p:spPr>
              <a:xfrm>
                <a:off x="6645600" y="18576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72" name="SCHEM_ellipse-0370"/>
              <p:cNvSpPr/>
              <p:nvPr/>
            </p:nvSpPr>
            <p:spPr>
              <a:xfrm>
                <a:off x="6750936" y="18856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73" name="SCHEM_ellipse-0371"/>
              <p:cNvSpPr/>
              <p:nvPr/>
            </p:nvSpPr>
            <p:spPr>
              <a:xfrm>
                <a:off x="6832800" y="18576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74" name="SCHEM_ellipse-0372"/>
              <p:cNvSpPr/>
              <p:nvPr/>
            </p:nvSpPr>
            <p:spPr>
              <a:xfrm>
                <a:off x="6938136" y="18856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75" name="SCHEM_ellipse-0373"/>
              <p:cNvSpPr/>
              <p:nvPr/>
            </p:nvSpPr>
            <p:spPr>
              <a:xfrm>
                <a:off x="7020000" y="18576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76" name="SCHEM_ellipse-0374"/>
              <p:cNvSpPr/>
              <p:nvPr/>
            </p:nvSpPr>
            <p:spPr>
              <a:xfrm>
                <a:off x="7125336" y="18856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77" name="SCHEM_ellipse-0375"/>
              <p:cNvSpPr/>
              <p:nvPr/>
            </p:nvSpPr>
            <p:spPr>
              <a:xfrm>
                <a:off x="7207200" y="18576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78" name="SCHEM_ellipse-0376"/>
              <p:cNvSpPr/>
              <p:nvPr/>
            </p:nvSpPr>
            <p:spPr>
              <a:xfrm>
                <a:off x="7312536" y="18856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79" name="SCHEM_ellipse-0377"/>
              <p:cNvSpPr/>
              <p:nvPr/>
            </p:nvSpPr>
            <p:spPr>
              <a:xfrm>
                <a:off x="5709600" y="19440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80" name="SCHEM_ellipse-0378"/>
              <p:cNvSpPr/>
              <p:nvPr/>
            </p:nvSpPr>
            <p:spPr>
              <a:xfrm>
                <a:off x="5814936" y="19720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81" name="SCHEM_ellipse-0379"/>
              <p:cNvSpPr/>
              <p:nvPr/>
            </p:nvSpPr>
            <p:spPr>
              <a:xfrm>
                <a:off x="5896800" y="19440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82" name="SCHEM_ellipse-0380"/>
              <p:cNvSpPr/>
              <p:nvPr/>
            </p:nvSpPr>
            <p:spPr>
              <a:xfrm>
                <a:off x="6002136" y="19720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83" name="SCHEM_ellipse-0381"/>
              <p:cNvSpPr/>
              <p:nvPr/>
            </p:nvSpPr>
            <p:spPr>
              <a:xfrm>
                <a:off x="6084000" y="19440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84" name="SCHEM_ellipse-0382"/>
              <p:cNvSpPr/>
              <p:nvPr/>
            </p:nvSpPr>
            <p:spPr>
              <a:xfrm>
                <a:off x="6189336" y="19720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85" name="SCHEM_ellipse-0383"/>
              <p:cNvSpPr/>
              <p:nvPr/>
            </p:nvSpPr>
            <p:spPr>
              <a:xfrm>
                <a:off x="6271200" y="19440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86" name="SCHEM_ellipse-0384"/>
              <p:cNvSpPr/>
              <p:nvPr/>
            </p:nvSpPr>
            <p:spPr>
              <a:xfrm>
                <a:off x="6376536" y="19720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87" name="SCHEM_ellipse-0385"/>
              <p:cNvSpPr/>
              <p:nvPr/>
            </p:nvSpPr>
            <p:spPr>
              <a:xfrm>
                <a:off x="6458400" y="19440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88" name="SCHEM_ellipse-0386"/>
              <p:cNvSpPr/>
              <p:nvPr/>
            </p:nvSpPr>
            <p:spPr>
              <a:xfrm>
                <a:off x="6563736" y="19720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89" name="SCHEM_ellipse-0387"/>
              <p:cNvSpPr/>
              <p:nvPr/>
            </p:nvSpPr>
            <p:spPr>
              <a:xfrm>
                <a:off x="6645600" y="19440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90" name="SCHEM_ellipse-0388"/>
              <p:cNvSpPr/>
              <p:nvPr/>
            </p:nvSpPr>
            <p:spPr>
              <a:xfrm>
                <a:off x="6750936" y="19720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91" name="SCHEM_ellipse-0389"/>
              <p:cNvSpPr/>
              <p:nvPr/>
            </p:nvSpPr>
            <p:spPr>
              <a:xfrm>
                <a:off x="6832800" y="19440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92" name="SCHEM_ellipse-0390"/>
              <p:cNvSpPr/>
              <p:nvPr/>
            </p:nvSpPr>
            <p:spPr>
              <a:xfrm>
                <a:off x="6938136" y="19720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93" name="SCHEM_ellipse-0391"/>
              <p:cNvSpPr/>
              <p:nvPr/>
            </p:nvSpPr>
            <p:spPr>
              <a:xfrm>
                <a:off x="7020000" y="19440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94" name="SCHEM_ellipse-0392"/>
              <p:cNvSpPr/>
              <p:nvPr/>
            </p:nvSpPr>
            <p:spPr>
              <a:xfrm>
                <a:off x="7125336" y="19720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95" name="SCHEM_ellipse-0393"/>
              <p:cNvSpPr/>
              <p:nvPr/>
            </p:nvSpPr>
            <p:spPr>
              <a:xfrm>
                <a:off x="7207200" y="19440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96" name="SCHEM_ellipse-0394"/>
              <p:cNvSpPr/>
              <p:nvPr/>
            </p:nvSpPr>
            <p:spPr>
              <a:xfrm>
                <a:off x="7312536" y="19720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97" name="SCHEM_ellipse-0395"/>
              <p:cNvSpPr/>
              <p:nvPr/>
            </p:nvSpPr>
            <p:spPr>
              <a:xfrm>
                <a:off x="5767200" y="19656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98" name="SCHEM_ellipse-0396"/>
              <p:cNvSpPr/>
              <p:nvPr/>
            </p:nvSpPr>
            <p:spPr>
              <a:xfrm>
                <a:off x="5811552" y="20358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99" name="SCHEM_ellipse-0397"/>
              <p:cNvSpPr/>
              <p:nvPr/>
            </p:nvSpPr>
            <p:spPr>
              <a:xfrm>
                <a:off x="5904000" y="19656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00" name="SCHEM_ellipse-0398"/>
              <p:cNvSpPr/>
              <p:nvPr/>
            </p:nvSpPr>
            <p:spPr>
              <a:xfrm>
                <a:off x="5948352" y="20358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01" name="SCHEM_ellipse-0399"/>
              <p:cNvSpPr/>
              <p:nvPr/>
            </p:nvSpPr>
            <p:spPr>
              <a:xfrm>
                <a:off x="6040800" y="19656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02" name="SCHEM_ellipse-0400"/>
              <p:cNvSpPr/>
              <p:nvPr/>
            </p:nvSpPr>
            <p:spPr>
              <a:xfrm>
                <a:off x="6085152" y="20358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03" name="SCHEM_ellipse-0401"/>
              <p:cNvSpPr/>
              <p:nvPr/>
            </p:nvSpPr>
            <p:spPr>
              <a:xfrm>
                <a:off x="6177600" y="19656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04" name="SCHEM_ellipse-0402"/>
              <p:cNvSpPr/>
              <p:nvPr/>
            </p:nvSpPr>
            <p:spPr>
              <a:xfrm>
                <a:off x="6221952" y="20358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05" name="SCHEM_ellipse-0403"/>
              <p:cNvSpPr/>
              <p:nvPr/>
            </p:nvSpPr>
            <p:spPr>
              <a:xfrm>
                <a:off x="6314400" y="19656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06" name="SCHEM_ellipse-0404"/>
              <p:cNvSpPr/>
              <p:nvPr/>
            </p:nvSpPr>
            <p:spPr>
              <a:xfrm>
                <a:off x="6358752" y="20358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07" name="SCHEM_ellipse-0405"/>
              <p:cNvSpPr/>
              <p:nvPr/>
            </p:nvSpPr>
            <p:spPr>
              <a:xfrm>
                <a:off x="6451200" y="19656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08" name="SCHEM_ellipse-0406"/>
              <p:cNvSpPr/>
              <p:nvPr/>
            </p:nvSpPr>
            <p:spPr>
              <a:xfrm>
                <a:off x="6495552" y="20358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09" name="SCHEM_ellipse-0407"/>
              <p:cNvSpPr/>
              <p:nvPr/>
            </p:nvSpPr>
            <p:spPr>
              <a:xfrm>
                <a:off x="6588000" y="19656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10" name="SCHEM_ellipse-0408"/>
              <p:cNvSpPr/>
              <p:nvPr/>
            </p:nvSpPr>
            <p:spPr>
              <a:xfrm>
                <a:off x="6632352" y="20358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11" name="SCHEM_ellipse-0409"/>
              <p:cNvSpPr/>
              <p:nvPr/>
            </p:nvSpPr>
            <p:spPr>
              <a:xfrm>
                <a:off x="6724800" y="19656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12" name="SCHEM_ellipse-0410"/>
              <p:cNvSpPr/>
              <p:nvPr/>
            </p:nvSpPr>
            <p:spPr>
              <a:xfrm>
                <a:off x="6769152" y="20358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13" name="SCHEM_ellipse-0411"/>
              <p:cNvSpPr/>
              <p:nvPr/>
            </p:nvSpPr>
            <p:spPr>
              <a:xfrm>
                <a:off x="6861600" y="19656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14" name="SCHEM_ellipse-0412"/>
              <p:cNvSpPr/>
              <p:nvPr/>
            </p:nvSpPr>
            <p:spPr>
              <a:xfrm>
                <a:off x="6905952" y="20358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15" name="SCHEM_ellipse-0413"/>
              <p:cNvSpPr/>
              <p:nvPr/>
            </p:nvSpPr>
            <p:spPr>
              <a:xfrm>
                <a:off x="6998400" y="19656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16" name="SCHEM_ellipse-0414"/>
              <p:cNvSpPr/>
              <p:nvPr/>
            </p:nvSpPr>
            <p:spPr>
              <a:xfrm>
                <a:off x="7042752" y="20358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17" name="SCHEM_ellipse-0415"/>
              <p:cNvSpPr/>
              <p:nvPr/>
            </p:nvSpPr>
            <p:spPr>
              <a:xfrm>
                <a:off x="7135200" y="19656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18" name="SCHEM_ellipse-0416"/>
              <p:cNvSpPr/>
              <p:nvPr/>
            </p:nvSpPr>
            <p:spPr>
              <a:xfrm>
                <a:off x="7179552" y="20358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19" name="SCHEM_ellipse-0417"/>
              <p:cNvSpPr/>
              <p:nvPr/>
            </p:nvSpPr>
            <p:spPr>
              <a:xfrm>
                <a:off x="7272000" y="19656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20" name="SCHEM_ellipse-0418"/>
              <p:cNvSpPr/>
              <p:nvPr/>
            </p:nvSpPr>
            <p:spPr>
              <a:xfrm>
                <a:off x="7316352" y="20358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21" name="SCHEM_ellipse-0419"/>
              <p:cNvSpPr/>
              <p:nvPr/>
            </p:nvSpPr>
            <p:spPr>
              <a:xfrm>
                <a:off x="5767200" y="21240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22" name="SCHEM_ellipse-0420"/>
              <p:cNvSpPr/>
              <p:nvPr/>
            </p:nvSpPr>
            <p:spPr>
              <a:xfrm>
                <a:off x="5811552" y="21942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23" name="SCHEM_ellipse-0421"/>
              <p:cNvSpPr/>
              <p:nvPr/>
            </p:nvSpPr>
            <p:spPr>
              <a:xfrm>
                <a:off x="5904000" y="21240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24" name="SCHEM_ellipse-0422"/>
              <p:cNvSpPr/>
              <p:nvPr/>
            </p:nvSpPr>
            <p:spPr>
              <a:xfrm>
                <a:off x="5948352" y="21942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25" name="SCHEM_ellipse-0423"/>
              <p:cNvSpPr/>
              <p:nvPr/>
            </p:nvSpPr>
            <p:spPr>
              <a:xfrm>
                <a:off x="6040800" y="21240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26" name="SCHEM_ellipse-0424"/>
              <p:cNvSpPr/>
              <p:nvPr/>
            </p:nvSpPr>
            <p:spPr>
              <a:xfrm>
                <a:off x="6085152" y="21942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27" name="SCHEM_ellipse-0425"/>
              <p:cNvSpPr/>
              <p:nvPr/>
            </p:nvSpPr>
            <p:spPr>
              <a:xfrm>
                <a:off x="6177600" y="21240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28" name="SCHEM_ellipse-0426"/>
              <p:cNvSpPr/>
              <p:nvPr/>
            </p:nvSpPr>
            <p:spPr>
              <a:xfrm>
                <a:off x="6221952" y="21942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29" name="SCHEM_ellipse-0427"/>
              <p:cNvSpPr/>
              <p:nvPr/>
            </p:nvSpPr>
            <p:spPr>
              <a:xfrm>
                <a:off x="6314400" y="21240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30" name="SCHEM_ellipse-0428"/>
              <p:cNvSpPr/>
              <p:nvPr/>
            </p:nvSpPr>
            <p:spPr>
              <a:xfrm>
                <a:off x="6358752" y="21942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31" name="SCHEM_ellipse-0429"/>
              <p:cNvSpPr/>
              <p:nvPr/>
            </p:nvSpPr>
            <p:spPr>
              <a:xfrm>
                <a:off x="6451200" y="21240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32" name="SCHEM_ellipse-0430"/>
              <p:cNvSpPr/>
              <p:nvPr/>
            </p:nvSpPr>
            <p:spPr>
              <a:xfrm>
                <a:off x="6495552" y="21942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33" name="SCHEM_ellipse-0431"/>
              <p:cNvSpPr/>
              <p:nvPr/>
            </p:nvSpPr>
            <p:spPr>
              <a:xfrm>
                <a:off x="6588000" y="21240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34" name="SCHEM_ellipse-0432"/>
              <p:cNvSpPr/>
              <p:nvPr/>
            </p:nvSpPr>
            <p:spPr>
              <a:xfrm>
                <a:off x="6632352" y="21942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35" name="SCHEM_ellipse-0433"/>
              <p:cNvSpPr/>
              <p:nvPr/>
            </p:nvSpPr>
            <p:spPr>
              <a:xfrm>
                <a:off x="6724800" y="21240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36" name="SCHEM_ellipse-0434"/>
              <p:cNvSpPr/>
              <p:nvPr/>
            </p:nvSpPr>
            <p:spPr>
              <a:xfrm>
                <a:off x="6769152" y="21942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37" name="SCHEM_ellipse-0435"/>
              <p:cNvSpPr/>
              <p:nvPr/>
            </p:nvSpPr>
            <p:spPr>
              <a:xfrm>
                <a:off x="6861600" y="21240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38" name="SCHEM_ellipse-0436"/>
              <p:cNvSpPr/>
              <p:nvPr/>
            </p:nvSpPr>
            <p:spPr>
              <a:xfrm>
                <a:off x="6905952" y="21942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39" name="SCHEM_ellipse-0437"/>
              <p:cNvSpPr/>
              <p:nvPr/>
            </p:nvSpPr>
            <p:spPr>
              <a:xfrm>
                <a:off x="6998400" y="21240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40" name="SCHEM_ellipse-0438"/>
              <p:cNvSpPr/>
              <p:nvPr/>
            </p:nvSpPr>
            <p:spPr>
              <a:xfrm>
                <a:off x="7042752" y="21942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41" name="SCHEM_ellipse-0439"/>
              <p:cNvSpPr/>
              <p:nvPr/>
            </p:nvSpPr>
            <p:spPr>
              <a:xfrm>
                <a:off x="7135200" y="21240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42" name="SCHEM_ellipse-0440"/>
              <p:cNvSpPr/>
              <p:nvPr/>
            </p:nvSpPr>
            <p:spPr>
              <a:xfrm>
                <a:off x="7179552" y="21942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43" name="SCHEM_ellipse-0441"/>
              <p:cNvSpPr/>
              <p:nvPr/>
            </p:nvSpPr>
            <p:spPr>
              <a:xfrm>
                <a:off x="7272000" y="21240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44" name="SCHEM_ellipse-0442"/>
              <p:cNvSpPr/>
              <p:nvPr/>
            </p:nvSpPr>
            <p:spPr>
              <a:xfrm>
                <a:off x="7316352" y="21942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45" name="SCHEM_rect-0443"/>
              <p:cNvSpPr/>
              <p:nvPr/>
            </p:nvSpPr>
            <p:spPr>
              <a:xfrm>
                <a:off x="345600" y="2930400"/>
                <a:ext cx="1656000" cy="223200"/>
              </a:xfrm>
              <a:prstGeom prst="rect">
                <a:avLst/>
              </a:prstGeom>
              <a:solidFill>
                <a:srgbClr val="E3E4E1"/>
              </a:solidFill>
              <a:ln w="7200" cap="flat">
                <a:solidFill>
                  <a:srgbClr val="A7AAA5"/>
                </a:solidFill>
              </a:ln>
              <a:effectLst/>
            </p:spPr>
          </p:sp>
          <p:sp>
            <p:nvSpPr>
              <p:cNvPr id="446" name="SCHEM_ellipse-0444"/>
              <p:cNvSpPr/>
              <p:nvPr/>
            </p:nvSpPr>
            <p:spPr>
              <a:xfrm>
                <a:off x="3672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47" name="SCHEM_line-0445"/>
              <p:cNvCxnSpPr/>
              <p:nvPr/>
            </p:nvCxnSpPr>
            <p:spPr>
              <a:xfrm>
                <a:off x="3960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48" name="SCHEM_ellipse-0446"/>
              <p:cNvSpPr/>
              <p:nvPr/>
            </p:nvSpPr>
            <p:spPr>
              <a:xfrm>
                <a:off x="5328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49" name="SCHEM_line-0447"/>
              <p:cNvCxnSpPr/>
              <p:nvPr/>
            </p:nvCxnSpPr>
            <p:spPr>
              <a:xfrm>
                <a:off x="5616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50" name="SCHEM_ellipse-0448"/>
              <p:cNvSpPr/>
              <p:nvPr/>
            </p:nvSpPr>
            <p:spPr>
              <a:xfrm>
                <a:off x="6984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51" name="SCHEM_line-0449"/>
              <p:cNvCxnSpPr/>
              <p:nvPr/>
            </p:nvCxnSpPr>
            <p:spPr>
              <a:xfrm>
                <a:off x="7272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52" name="SCHEM_ellipse-0450"/>
              <p:cNvSpPr/>
              <p:nvPr/>
            </p:nvSpPr>
            <p:spPr>
              <a:xfrm>
                <a:off x="8640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53" name="SCHEM_line-0451"/>
              <p:cNvCxnSpPr/>
              <p:nvPr/>
            </p:nvCxnSpPr>
            <p:spPr>
              <a:xfrm>
                <a:off x="8928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54" name="SCHEM_ellipse-0452"/>
              <p:cNvSpPr/>
              <p:nvPr/>
            </p:nvSpPr>
            <p:spPr>
              <a:xfrm>
                <a:off x="10296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55" name="SCHEM_line-0453"/>
              <p:cNvCxnSpPr/>
              <p:nvPr/>
            </p:nvCxnSpPr>
            <p:spPr>
              <a:xfrm>
                <a:off x="10584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56" name="SCHEM_ellipse-0454"/>
              <p:cNvSpPr/>
              <p:nvPr/>
            </p:nvSpPr>
            <p:spPr>
              <a:xfrm>
                <a:off x="11952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57" name="SCHEM_line-0455"/>
              <p:cNvCxnSpPr/>
              <p:nvPr/>
            </p:nvCxnSpPr>
            <p:spPr>
              <a:xfrm>
                <a:off x="12240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58" name="SCHEM_ellipse-0456"/>
              <p:cNvSpPr/>
              <p:nvPr/>
            </p:nvSpPr>
            <p:spPr>
              <a:xfrm>
                <a:off x="13608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59" name="SCHEM_line-0457"/>
              <p:cNvCxnSpPr/>
              <p:nvPr/>
            </p:nvCxnSpPr>
            <p:spPr>
              <a:xfrm>
                <a:off x="13896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60" name="SCHEM_ellipse-0458"/>
              <p:cNvSpPr/>
              <p:nvPr/>
            </p:nvSpPr>
            <p:spPr>
              <a:xfrm>
                <a:off x="15264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61" name="SCHEM_line-0459"/>
              <p:cNvCxnSpPr/>
              <p:nvPr/>
            </p:nvCxnSpPr>
            <p:spPr>
              <a:xfrm>
                <a:off x="15552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62" name="SCHEM_ellipse-0460"/>
              <p:cNvSpPr/>
              <p:nvPr/>
            </p:nvSpPr>
            <p:spPr>
              <a:xfrm>
                <a:off x="16920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63" name="SCHEM_line-0461"/>
              <p:cNvCxnSpPr/>
              <p:nvPr/>
            </p:nvCxnSpPr>
            <p:spPr>
              <a:xfrm>
                <a:off x="17208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64" name="SCHEM_ellipse-0462"/>
              <p:cNvSpPr/>
              <p:nvPr/>
            </p:nvSpPr>
            <p:spPr>
              <a:xfrm>
                <a:off x="18576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65" name="SCHEM_line-0463"/>
              <p:cNvCxnSpPr/>
              <p:nvPr/>
            </p:nvCxnSpPr>
            <p:spPr>
              <a:xfrm>
                <a:off x="18864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66" name="SCHEM_ellipse-0464"/>
              <p:cNvSpPr/>
              <p:nvPr/>
            </p:nvSpPr>
            <p:spPr>
              <a:xfrm>
                <a:off x="3672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67" name="SCHEM_line-0465"/>
              <p:cNvCxnSpPr/>
              <p:nvPr/>
            </p:nvCxnSpPr>
            <p:spPr>
              <a:xfrm>
                <a:off x="3960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68" name="SCHEM_ellipse-0466"/>
              <p:cNvSpPr/>
              <p:nvPr/>
            </p:nvSpPr>
            <p:spPr>
              <a:xfrm>
                <a:off x="5328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69" name="SCHEM_line-0467"/>
              <p:cNvCxnSpPr/>
              <p:nvPr/>
            </p:nvCxnSpPr>
            <p:spPr>
              <a:xfrm>
                <a:off x="5616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70" name="SCHEM_ellipse-0468"/>
              <p:cNvSpPr/>
              <p:nvPr/>
            </p:nvSpPr>
            <p:spPr>
              <a:xfrm>
                <a:off x="6984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71" name="SCHEM_line-0469"/>
              <p:cNvCxnSpPr/>
              <p:nvPr/>
            </p:nvCxnSpPr>
            <p:spPr>
              <a:xfrm>
                <a:off x="7272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72" name="SCHEM_ellipse-0470"/>
              <p:cNvSpPr/>
              <p:nvPr/>
            </p:nvSpPr>
            <p:spPr>
              <a:xfrm>
                <a:off x="8640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73" name="SCHEM_line-0471"/>
              <p:cNvCxnSpPr/>
              <p:nvPr/>
            </p:nvCxnSpPr>
            <p:spPr>
              <a:xfrm>
                <a:off x="8928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74" name="SCHEM_ellipse-0472"/>
              <p:cNvSpPr/>
              <p:nvPr/>
            </p:nvSpPr>
            <p:spPr>
              <a:xfrm>
                <a:off x="10296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75" name="SCHEM_line-0473"/>
              <p:cNvCxnSpPr/>
              <p:nvPr/>
            </p:nvCxnSpPr>
            <p:spPr>
              <a:xfrm>
                <a:off x="10584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76" name="SCHEM_ellipse-0474"/>
              <p:cNvSpPr/>
              <p:nvPr/>
            </p:nvSpPr>
            <p:spPr>
              <a:xfrm>
                <a:off x="11952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77" name="SCHEM_line-0475"/>
              <p:cNvCxnSpPr/>
              <p:nvPr/>
            </p:nvCxnSpPr>
            <p:spPr>
              <a:xfrm>
                <a:off x="12240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78" name="SCHEM_ellipse-0476"/>
              <p:cNvSpPr/>
              <p:nvPr/>
            </p:nvSpPr>
            <p:spPr>
              <a:xfrm>
                <a:off x="13608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79" name="SCHEM_line-0477"/>
              <p:cNvCxnSpPr/>
              <p:nvPr/>
            </p:nvCxnSpPr>
            <p:spPr>
              <a:xfrm>
                <a:off x="13896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80" name="SCHEM_ellipse-0478"/>
              <p:cNvSpPr/>
              <p:nvPr/>
            </p:nvSpPr>
            <p:spPr>
              <a:xfrm>
                <a:off x="15264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81" name="SCHEM_line-0479"/>
              <p:cNvCxnSpPr/>
              <p:nvPr/>
            </p:nvCxnSpPr>
            <p:spPr>
              <a:xfrm>
                <a:off x="15552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82" name="SCHEM_ellipse-0480"/>
              <p:cNvSpPr/>
              <p:nvPr/>
            </p:nvSpPr>
            <p:spPr>
              <a:xfrm>
                <a:off x="16920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83" name="SCHEM_line-0481"/>
              <p:cNvCxnSpPr/>
              <p:nvPr/>
            </p:nvCxnSpPr>
            <p:spPr>
              <a:xfrm>
                <a:off x="17208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84" name="SCHEM_ellipse-0482"/>
              <p:cNvSpPr/>
              <p:nvPr/>
            </p:nvSpPr>
            <p:spPr>
              <a:xfrm>
                <a:off x="18576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85" name="SCHEM_line-0483"/>
              <p:cNvCxnSpPr/>
              <p:nvPr/>
            </p:nvCxnSpPr>
            <p:spPr>
              <a:xfrm>
                <a:off x="18864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86" name="SCHEM_ellipse-0484"/>
              <p:cNvSpPr/>
              <p:nvPr/>
            </p:nvSpPr>
            <p:spPr>
              <a:xfrm>
                <a:off x="338400" y="3153600"/>
                <a:ext cx="576000" cy="187200"/>
              </a:xfrm>
              <a:prstGeom prst="ellipse">
                <a:avLst/>
              </a:prstGeom>
              <a:solidFill>
                <a:srgbClr val="F5B2BB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87" name="SCHEM_ellipse-0485"/>
              <p:cNvSpPr/>
              <p:nvPr/>
            </p:nvSpPr>
            <p:spPr>
              <a:xfrm>
                <a:off x="560160" y="3214440"/>
                <a:ext cx="149760" cy="6552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88" name="SCHEM_ellipse-0486"/>
              <p:cNvSpPr/>
              <p:nvPr/>
            </p:nvSpPr>
            <p:spPr>
              <a:xfrm>
                <a:off x="885600" y="3153600"/>
                <a:ext cx="576000" cy="187200"/>
              </a:xfrm>
              <a:prstGeom prst="ellipse">
                <a:avLst/>
              </a:prstGeom>
              <a:solidFill>
                <a:srgbClr val="F5B2BB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89" name="SCHEM_ellipse-0487"/>
              <p:cNvSpPr/>
              <p:nvPr/>
            </p:nvSpPr>
            <p:spPr>
              <a:xfrm>
                <a:off x="1107360" y="3214440"/>
                <a:ext cx="149760" cy="6552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90" name="SCHEM_ellipse-0488"/>
              <p:cNvSpPr/>
              <p:nvPr/>
            </p:nvSpPr>
            <p:spPr>
              <a:xfrm>
                <a:off x="1432800" y="3153600"/>
                <a:ext cx="576000" cy="187200"/>
              </a:xfrm>
              <a:prstGeom prst="ellipse">
                <a:avLst/>
              </a:prstGeom>
              <a:solidFill>
                <a:srgbClr val="F5B2BB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91" name="SCHEM_ellipse-0489"/>
              <p:cNvSpPr/>
              <p:nvPr/>
            </p:nvSpPr>
            <p:spPr>
              <a:xfrm>
                <a:off x="1654560" y="3214440"/>
                <a:ext cx="149760" cy="6552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cxnSp>
            <p:nvCxnSpPr>
              <p:cNvPr id="492" name="SCHEM_line-0490"/>
              <p:cNvCxnSpPr/>
              <p:nvPr/>
            </p:nvCxnSpPr>
            <p:spPr>
              <a:xfrm flipV="1">
                <a:off x="1101600" y="2995200"/>
                <a:ext cx="1" cy="316800"/>
              </a:xfrm>
              <a:prstGeom prst="line">
                <a:avLst/>
              </a:prstGeom>
              <a:noFill/>
              <a:ln w="36000" cap="flat">
                <a:solidFill>
                  <a:srgbClr val="DE696C"/>
                </a:solidFill>
                <a:tailEnd type="triangle" w="med" len="med"/>
              </a:ln>
              <a:effectLst/>
            </p:spPr>
          </p:cxnSp>
          <p:cxnSp>
            <p:nvCxnSpPr>
              <p:cNvPr id="493" name="SCHEM_line-0491"/>
              <p:cNvCxnSpPr/>
              <p:nvPr/>
            </p:nvCxnSpPr>
            <p:spPr>
              <a:xfrm>
                <a:off x="1224000" y="2980800"/>
                <a:ext cx="1" cy="345600"/>
              </a:xfrm>
              <a:prstGeom prst="line">
                <a:avLst/>
              </a:prstGeom>
              <a:noFill/>
              <a:ln w="36000" cap="flat">
                <a:solidFill>
                  <a:srgbClr val="1595C8"/>
                </a:solidFill>
                <a:tailEnd type="triangle" w="med" len="med"/>
              </a:ln>
              <a:effectLst/>
            </p:spPr>
          </p:cxnSp>
          <p:sp>
            <p:nvSpPr>
              <p:cNvPr id="494" name="SCHEM_rect-0492"/>
              <p:cNvSpPr/>
              <p:nvPr/>
            </p:nvSpPr>
            <p:spPr>
              <a:xfrm>
                <a:off x="2124000" y="2930400"/>
                <a:ext cx="1656000" cy="223200"/>
              </a:xfrm>
              <a:prstGeom prst="rect">
                <a:avLst/>
              </a:prstGeom>
              <a:solidFill>
                <a:srgbClr val="E3E4E1"/>
              </a:solidFill>
              <a:ln w="7200" cap="flat">
                <a:solidFill>
                  <a:srgbClr val="A7AAA5"/>
                </a:solidFill>
              </a:ln>
              <a:effectLst/>
            </p:spPr>
          </p:sp>
          <p:sp>
            <p:nvSpPr>
              <p:cNvPr id="495" name="SCHEM_ellipse-0493"/>
              <p:cNvSpPr/>
              <p:nvPr/>
            </p:nvSpPr>
            <p:spPr>
              <a:xfrm>
                <a:off x="21456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96" name="SCHEM_line-0494"/>
              <p:cNvCxnSpPr/>
              <p:nvPr/>
            </p:nvCxnSpPr>
            <p:spPr>
              <a:xfrm>
                <a:off x="21744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97" name="SCHEM_ellipse-0495"/>
              <p:cNvSpPr/>
              <p:nvPr/>
            </p:nvSpPr>
            <p:spPr>
              <a:xfrm>
                <a:off x="23112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98" name="SCHEM_line-0496"/>
              <p:cNvCxnSpPr/>
              <p:nvPr/>
            </p:nvCxnSpPr>
            <p:spPr>
              <a:xfrm>
                <a:off x="23400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99" name="SCHEM_ellipse-0497"/>
              <p:cNvSpPr/>
              <p:nvPr/>
            </p:nvSpPr>
            <p:spPr>
              <a:xfrm>
                <a:off x="24768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00" name="SCHEM_line-0498"/>
              <p:cNvCxnSpPr/>
              <p:nvPr/>
            </p:nvCxnSpPr>
            <p:spPr>
              <a:xfrm>
                <a:off x="25056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01" name="SCHEM_ellipse-0499"/>
              <p:cNvSpPr/>
              <p:nvPr/>
            </p:nvSpPr>
            <p:spPr>
              <a:xfrm>
                <a:off x="26424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02" name="SCHEM_line-0500"/>
              <p:cNvCxnSpPr/>
              <p:nvPr/>
            </p:nvCxnSpPr>
            <p:spPr>
              <a:xfrm>
                <a:off x="26712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03" name="SCHEM_ellipse-0501"/>
              <p:cNvSpPr/>
              <p:nvPr/>
            </p:nvSpPr>
            <p:spPr>
              <a:xfrm>
                <a:off x="28080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04" name="SCHEM_line-0502"/>
              <p:cNvCxnSpPr/>
              <p:nvPr/>
            </p:nvCxnSpPr>
            <p:spPr>
              <a:xfrm>
                <a:off x="28368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05" name="SCHEM_ellipse-0503"/>
              <p:cNvSpPr/>
              <p:nvPr/>
            </p:nvSpPr>
            <p:spPr>
              <a:xfrm>
                <a:off x="29736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06" name="SCHEM_line-0504"/>
              <p:cNvCxnSpPr/>
              <p:nvPr/>
            </p:nvCxnSpPr>
            <p:spPr>
              <a:xfrm>
                <a:off x="30024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07" name="SCHEM_ellipse-0505"/>
              <p:cNvSpPr/>
              <p:nvPr/>
            </p:nvSpPr>
            <p:spPr>
              <a:xfrm>
                <a:off x="31392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08" name="SCHEM_line-0506"/>
              <p:cNvCxnSpPr/>
              <p:nvPr/>
            </p:nvCxnSpPr>
            <p:spPr>
              <a:xfrm>
                <a:off x="31680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09" name="SCHEM_ellipse-0507"/>
              <p:cNvSpPr/>
              <p:nvPr/>
            </p:nvSpPr>
            <p:spPr>
              <a:xfrm>
                <a:off x="33048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10" name="SCHEM_line-0508"/>
              <p:cNvCxnSpPr/>
              <p:nvPr/>
            </p:nvCxnSpPr>
            <p:spPr>
              <a:xfrm>
                <a:off x="33336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11" name="SCHEM_ellipse-0509"/>
              <p:cNvSpPr/>
              <p:nvPr/>
            </p:nvSpPr>
            <p:spPr>
              <a:xfrm>
                <a:off x="34704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12" name="SCHEM_line-0510"/>
              <p:cNvCxnSpPr/>
              <p:nvPr/>
            </p:nvCxnSpPr>
            <p:spPr>
              <a:xfrm>
                <a:off x="34992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13" name="SCHEM_ellipse-0511"/>
              <p:cNvSpPr/>
              <p:nvPr/>
            </p:nvSpPr>
            <p:spPr>
              <a:xfrm>
                <a:off x="36360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14" name="SCHEM_line-0512"/>
              <p:cNvCxnSpPr/>
              <p:nvPr/>
            </p:nvCxnSpPr>
            <p:spPr>
              <a:xfrm>
                <a:off x="36648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15" name="SCHEM_ellipse-0513"/>
              <p:cNvSpPr/>
              <p:nvPr/>
            </p:nvSpPr>
            <p:spPr>
              <a:xfrm>
                <a:off x="21456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16" name="SCHEM_line-0514"/>
              <p:cNvCxnSpPr/>
              <p:nvPr/>
            </p:nvCxnSpPr>
            <p:spPr>
              <a:xfrm>
                <a:off x="21744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17" name="SCHEM_ellipse-0515"/>
              <p:cNvSpPr/>
              <p:nvPr/>
            </p:nvSpPr>
            <p:spPr>
              <a:xfrm>
                <a:off x="23112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18" name="SCHEM_line-0516"/>
              <p:cNvCxnSpPr/>
              <p:nvPr/>
            </p:nvCxnSpPr>
            <p:spPr>
              <a:xfrm>
                <a:off x="23400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19" name="SCHEM_ellipse-0517"/>
              <p:cNvSpPr/>
              <p:nvPr/>
            </p:nvSpPr>
            <p:spPr>
              <a:xfrm>
                <a:off x="24768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20" name="SCHEM_line-0518"/>
              <p:cNvCxnSpPr/>
              <p:nvPr/>
            </p:nvCxnSpPr>
            <p:spPr>
              <a:xfrm>
                <a:off x="25056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21" name="SCHEM_ellipse-0519"/>
              <p:cNvSpPr/>
              <p:nvPr/>
            </p:nvSpPr>
            <p:spPr>
              <a:xfrm>
                <a:off x="26424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22" name="SCHEM_line-0520"/>
              <p:cNvCxnSpPr/>
              <p:nvPr/>
            </p:nvCxnSpPr>
            <p:spPr>
              <a:xfrm>
                <a:off x="26712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23" name="SCHEM_ellipse-0521"/>
              <p:cNvSpPr/>
              <p:nvPr/>
            </p:nvSpPr>
            <p:spPr>
              <a:xfrm>
                <a:off x="28080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24" name="SCHEM_line-0522"/>
              <p:cNvCxnSpPr/>
              <p:nvPr/>
            </p:nvCxnSpPr>
            <p:spPr>
              <a:xfrm>
                <a:off x="28368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25" name="SCHEM_ellipse-0523"/>
              <p:cNvSpPr/>
              <p:nvPr/>
            </p:nvSpPr>
            <p:spPr>
              <a:xfrm>
                <a:off x="29736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26" name="SCHEM_line-0524"/>
              <p:cNvCxnSpPr/>
              <p:nvPr/>
            </p:nvCxnSpPr>
            <p:spPr>
              <a:xfrm>
                <a:off x="30024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27" name="SCHEM_ellipse-0525"/>
              <p:cNvSpPr/>
              <p:nvPr/>
            </p:nvSpPr>
            <p:spPr>
              <a:xfrm>
                <a:off x="31392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28" name="SCHEM_line-0526"/>
              <p:cNvCxnSpPr/>
              <p:nvPr/>
            </p:nvCxnSpPr>
            <p:spPr>
              <a:xfrm>
                <a:off x="31680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29" name="SCHEM_ellipse-0527"/>
              <p:cNvSpPr/>
              <p:nvPr/>
            </p:nvSpPr>
            <p:spPr>
              <a:xfrm>
                <a:off x="33048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30" name="SCHEM_line-0528"/>
              <p:cNvCxnSpPr/>
              <p:nvPr/>
            </p:nvCxnSpPr>
            <p:spPr>
              <a:xfrm>
                <a:off x="33336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31" name="SCHEM_ellipse-0529"/>
              <p:cNvSpPr/>
              <p:nvPr/>
            </p:nvSpPr>
            <p:spPr>
              <a:xfrm>
                <a:off x="34704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32" name="SCHEM_line-0530"/>
              <p:cNvCxnSpPr/>
              <p:nvPr/>
            </p:nvCxnSpPr>
            <p:spPr>
              <a:xfrm>
                <a:off x="34992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33" name="SCHEM_ellipse-0531"/>
              <p:cNvSpPr/>
              <p:nvPr/>
            </p:nvSpPr>
            <p:spPr>
              <a:xfrm>
                <a:off x="36360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34" name="SCHEM_line-0532"/>
              <p:cNvCxnSpPr/>
              <p:nvPr/>
            </p:nvCxnSpPr>
            <p:spPr>
              <a:xfrm>
                <a:off x="36648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35" name="SCHEM_ellipse-0533"/>
              <p:cNvSpPr/>
              <p:nvPr/>
            </p:nvSpPr>
            <p:spPr>
              <a:xfrm>
                <a:off x="2116800" y="3153600"/>
                <a:ext cx="576000" cy="187200"/>
              </a:xfrm>
              <a:prstGeom prst="ellipse">
                <a:avLst/>
              </a:prstGeom>
              <a:solidFill>
                <a:srgbClr val="F5B2BB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536" name="SCHEM_ellipse-0534"/>
              <p:cNvSpPr/>
              <p:nvPr/>
            </p:nvSpPr>
            <p:spPr>
              <a:xfrm>
                <a:off x="2338560" y="3214440"/>
                <a:ext cx="149760" cy="6552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537" name="SCHEM_ellipse-0535"/>
              <p:cNvSpPr/>
              <p:nvPr/>
            </p:nvSpPr>
            <p:spPr>
              <a:xfrm>
                <a:off x="2664000" y="3153600"/>
                <a:ext cx="576000" cy="187200"/>
              </a:xfrm>
              <a:prstGeom prst="ellipse">
                <a:avLst/>
              </a:prstGeom>
              <a:solidFill>
                <a:srgbClr val="F5B2BB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538" name="SCHEM_ellipse-0536"/>
              <p:cNvSpPr/>
              <p:nvPr/>
            </p:nvSpPr>
            <p:spPr>
              <a:xfrm>
                <a:off x="2885760" y="3214440"/>
                <a:ext cx="149760" cy="6552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539" name="SCHEM_ellipse-0537"/>
              <p:cNvSpPr/>
              <p:nvPr/>
            </p:nvSpPr>
            <p:spPr>
              <a:xfrm>
                <a:off x="3211200" y="3153600"/>
                <a:ext cx="576000" cy="187200"/>
              </a:xfrm>
              <a:prstGeom prst="ellipse">
                <a:avLst/>
              </a:prstGeom>
              <a:solidFill>
                <a:srgbClr val="F5B2BB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540" name="SCHEM_ellipse-0538"/>
              <p:cNvSpPr/>
              <p:nvPr/>
            </p:nvSpPr>
            <p:spPr>
              <a:xfrm>
                <a:off x="3432960" y="3214440"/>
                <a:ext cx="149760" cy="6552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cxnSp>
            <p:nvCxnSpPr>
              <p:cNvPr id="541" name="SCHEM_line-0539"/>
              <p:cNvCxnSpPr/>
              <p:nvPr/>
            </p:nvCxnSpPr>
            <p:spPr>
              <a:xfrm flipV="1">
                <a:off x="2880000" y="2995200"/>
                <a:ext cx="1" cy="316800"/>
              </a:xfrm>
              <a:prstGeom prst="line">
                <a:avLst/>
              </a:prstGeom>
              <a:noFill/>
              <a:ln w="36000" cap="flat">
                <a:solidFill>
                  <a:srgbClr val="DE696C"/>
                </a:solidFill>
                <a:tailEnd type="triangle" w="med" len="med"/>
              </a:ln>
              <a:effectLst/>
            </p:spPr>
          </p:cxnSp>
          <p:cxnSp>
            <p:nvCxnSpPr>
              <p:cNvPr id="542" name="SCHEM_line-0540"/>
              <p:cNvCxnSpPr/>
              <p:nvPr/>
            </p:nvCxnSpPr>
            <p:spPr>
              <a:xfrm>
                <a:off x="3002400" y="2980800"/>
                <a:ext cx="1" cy="345600"/>
              </a:xfrm>
              <a:prstGeom prst="line">
                <a:avLst/>
              </a:prstGeom>
              <a:noFill/>
              <a:ln w="36000" cap="flat">
                <a:solidFill>
                  <a:srgbClr val="1595C8"/>
                </a:solidFill>
                <a:tailEnd type="triangle" w="med" len="med"/>
              </a:ln>
              <a:effectLst/>
            </p:spPr>
          </p:cxnSp>
          <p:sp>
            <p:nvSpPr>
              <p:cNvPr id="543" name="SCHEM_rect-0541"/>
              <p:cNvSpPr/>
              <p:nvPr/>
            </p:nvSpPr>
            <p:spPr>
              <a:xfrm>
                <a:off x="3945600" y="2930400"/>
                <a:ext cx="1656000" cy="223200"/>
              </a:xfrm>
              <a:prstGeom prst="rect">
                <a:avLst/>
              </a:prstGeom>
              <a:solidFill>
                <a:srgbClr val="E3E4E1"/>
              </a:solidFill>
              <a:ln w="7200" cap="flat">
                <a:solidFill>
                  <a:srgbClr val="A7AAA5"/>
                </a:solidFill>
              </a:ln>
              <a:effectLst/>
            </p:spPr>
          </p:sp>
          <p:sp>
            <p:nvSpPr>
              <p:cNvPr id="544" name="SCHEM_ellipse-0542"/>
              <p:cNvSpPr/>
              <p:nvPr/>
            </p:nvSpPr>
            <p:spPr>
              <a:xfrm>
                <a:off x="39672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45" name="SCHEM_line-0543"/>
              <p:cNvCxnSpPr/>
              <p:nvPr/>
            </p:nvCxnSpPr>
            <p:spPr>
              <a:xfrm>
                <a:off x="39960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46" name="SCHEM_ellipse-0544"/>
              <p:cNvSpPr/>
              <p:nvPr/>
            </p:nvSpPr>
            <p:spPr>
              <a:xfrm>
                <a:off x="41328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47" name="SCHEM_line-0545"/>
              <p:cNvCxnSpPr/>
              <p:nvPr/>
            </p:nvCxnSpPr>
            <p:spPr>
              <a:xfrm>
                <a:off x="41616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48" name="SCHEM_ellipse-0546"/>
              <p:cNvSpPr/>
              <p:nvPr/>
            </p:nvSpPr>
            <p:spPr>
              <a:xfrm>
                <a:off x="42984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49" name="SCHEM_line-0547"/>
              <p:cNvCxnSpPr/>
              <p:nvPr/>
            </p:nvCxnSpPr>
            <p:spPr>
              <a:xfrm>
                <a:off x="43272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50" name="SCHEM_ellipse-0548"/>
              <p:cNvSpPr/>
              <p:nvPr/>
            </p:nvSpPr>
            <p:spPr>
              <a:xfrm>
                <a:off x="44640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51" name="SCHEM_line-0549"/>
              <p:cNvCxnSpPr/>
              <p:nvPr/>
            </p:nvCxnSpPr>
            <p:spPr>
              <a:xfrm>
                <a:off x="44928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52" name="SCHEM_ellipse-0550"/>
              <p:cNvSpPr/>
              <p:nvPr/>
            </p:nvSpPr>
            <p:spPr>
              <a:xfrm>
                <a:off x="46296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53" name="SCHEM_line-0551"/>
              <p:cNvCxnSpPr/>
              <p:nvPr/>
            </p:nvCxnSpPr>
            <p:spPr>
              <a:xfrm>
                <a:off x="46584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54" name="SCHEM_ellipse-0552"/>
              <p:cNvSpPr/>
              <p:nvPr/>
            </p:nvSpPr>
            <p:spPr>
              <a:xfrm>
                <a:off x="47952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55" name="SCHEM_line-0553"/>
              <p:cNvCxnSpPr/>
              <p:nvPr/>
            </p:nvCxnSpPr>
            <p:spPr>
              <a:xfrm>
                <a:off x="48240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56" name="SCHEM_ellipse-0554"/>
              <p:cNvSpPr/>
              <p:nvPr/>
            </p:nvSpPr>
            <p:spPr>
              <a:xfrm>
                <a:off x="49608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57" name="SCHEM_line-0555"/>
              <p:cNvCxnSpPr/>
              <p:nvPr/>
            </p:nvCxnSpPr>
            <p:spPr>
              <a:xfrm>
                <a:off x="49896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58" name="SCHEM_ellipse-0556"/>
              <p:cNvSpPr/>
              <p:nvPr/>
            </p:nvSpPr>
            <p:spPr>
              <a:xfrm>
                <a:off x="51264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59" name="SCHEM_line-0557"/>
              <p:cNvCxnSpPr/>
              <p:nvPr/>
            </p:nvCxnSpPr>
            <p:spPr>
              <a:xfrm>
                <a:off x="51552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60" name="SCHEM_ellipse-0558"/>
              <p:cNvSpPr/>
              <p:nvPr/>
            </p:nvSpPr>
            <p:spPr>
              <a:xfrm>
                <a:off x="52920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61" name="SCHEM_line-0559"/>
              <p:cNvCxnSpPr/>
              <p:nvPr/>
            </p:nvCxnSpPr>
            <p:spPr>
              <a:xfrm>
                <a:off x="53208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62" name="SCHEM_ellipse-0560"/>
              <p:cNvSpPr/>
              <p:nvPr/>
            </p:nvSpPr>
            <p:spPr>
              <a:xfrm>
                <a:off x="54576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63" name="SCHEM_line-0561"/>
              <p:cNvCxnSpPr/>
              <p:nvPr/>
            </p:nvCxnSpPr>
            <p:spPr>
              <a:xfrm>
                <a:off x="54864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64" name="SCHEM_ellipse-0562"/>
              <p:cNvSpPr/>
              <p:nvPr/>
            </p:nvSpPr>
            <p:spPr>
              <a:xfrm>
                <a:off x="39672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65" name="SCHEM_line-0563"/>
              <p:cNvCxnSpPr/>
              <p:nvPr/>
            </p:nvCxnSpPr>
            <p:spPr>
              <a:xfrm>
                <a:off x="39960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66" name="SCHEM_ellipse-0564"/>
              <p:cNvSpPr/>
              <p:nvPr/>
            </p:nvSpPr>
            <p:spPr>
              <a:xfrm>
                <a:off x="41328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67" name="SCHEM_line-0565"/>
              <p:cNvCxnSpPr/>
              <p:nvPr/>
            </p:nvCxnSpPr>
            <p:spPr>
              <a:xfrm>
                <a:off x="41616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68" name="SCHEM_ellipse-0566"/>
              <p:cNvSpPr/>
              <p:nvPr/>
            </p:nvSpPr>
            <p:spPr>
              <a:xfrm>
                <a:off x="42984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69" name="SCHEM_line-0567"/>
              <p:cNvCxnSpPr/>
              <p:nvPr/>
            </p:nvCxnSpPr>
            <p:spPr>
              <a:xfrm>
                <a:off x="43272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70" name="SCHEM_ellipse-0568"/>
              <p:cNvSpPr/>
              <p:nvPr/>
            </p:nvSpPr>
            <p:spPr>
              <a:xfrm>
                <a:off x="44640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71" name="SCHEM_line-0569"/>
              <p:cNvCxnSpPr/>
              <p:nvPr/>
            </p:nvCxnSpPr>
            <p:spPr>
              <a:xfrm>
                <a:off x="44928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72" name="SCHEM_ellipse-0570"/>
              <p:cNvSpPr/>
              <p:nvPr/>
            </p:nvSpPr>
            <p:spPr>
              <a:xfrm>
                <a:off x="46296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73" name="SCHEM_line-0571"/>
              <p:cNvCxnSpPr/>
              <p:nvPr/>
            </p:nvCxnSpPr>
            <p:spPr>
              <a:xfrm>
                <a:off x="46584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74" name="SCHEM_ellipse-0572"/>
              <p:cNvSpPr/>
              <p:nvPr/>
            </p:nvSpPr>
            <p:spPr>
              <a:xfrm>
                <a:off x="47952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75" name="SCHEM_line-0573"/>
              <p:cNvCxnSpPr/>
              <p:nvPr/>
            </p:nvCxnSpPr>
            <p:spPr>
              <a:xfrm>
                <a:off x="48240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76" name="SCHEM_ellipse-0574"/>
              <p:cNvSpPr/>
              <p:nvPr/>
            </p:nvSpPr>
            <p:spPr>
              <a:xfrm>
                <a:off x="49608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77" name="SCHEM_line-0575"/>
              <p:cNvCxnSpPr/>
              <p:nvPr/>
            </p:nvCxnSpPr>
            <p:spPr>
              <a:xfrm>
                <a:off x="49896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78" name="SCHEM_ellipse-0576"/>
              <p:cNvSpPr/>
              <p:nvPr/>
            </p:nvSpPr>
            <p:spPr>
              <a:xfrm>
                <a:off x="51264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79" name="SCHEM_line-0577"/>
              <p:cNvCxnSpPr/>
              <p:nvPr/>
            </p:nvCxnSpPr>
            <p:spPr>
              <a:xfrm>
                <a:off x="51552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80" name="SCHEM_ellipse-0578"/>
              <p:cNvSpPr/>
              <p:nvPr/>
            </p:nvSpPr>
            <p:spPr>
              <a:xfrm>
                <a:off x="52920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81" name="SCHEM_line-0579"/>
              <p:cNvCxnSpPr/>
              <p:nvPr/>
            </p:nvCxnSpPr>
            <p:spPr>
              <a:xfrm>
                <a:off x="53208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82" name="SCHEM_ellipse-0580"/>
              <p:cNvSpPr/>
              <p:nvPr/>
            </p:nvSpPr>
            <p:spPr>
              <a:xfrm>
                <a:off x="54576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83" name="SCHEM_line-0581"/>
              <p:cNvCxnSpPr/>
              <p:nvPr/>
            </p:nvCxnSpPr>
            <p:spPr>
              <a:xfrm>
                <a:off x="54864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84" name="SCHEM_ellipse-0582"/>
              <p:cNvSpPr/>
              <p:nvPr/>
            </p:nvSpPr>
            <p:spPr>
              <a:xfrm>
                <a:off x="3938400" y="3153600"/>
                <a:ext cx="576000" cy="187200"/>
              </a:xfrm>
              <a:prstGeom prst="ellipse">
                <a:avLst/>
              </a:prstGeom>
              <a:solidFill>
                <a:srgbClr val="F5B2BB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585" name="SCHEM_ellipse-0583"/>
              <p:cNvSpPr/>
              <p:nvPr/>
            </p:nvSpPr>
            <p:spPr>
              <a:xfrm>
                <a:off x="4160160" y="3214440"/>
                <a:ext cx="149760" cy="6552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586" name="SCHEM_ellipse-0584"/>
              <p:cNvSpPr/>
              <p:nvPr/>
            </p:nvSpPr>
            <p:spPr>
              <a:xfrm>
                <a:off x="4485600" y="3153600"/>
                <a:ext cx="576000" cy="187200"/>
              </a:xfrm>
              <a:prstGeom prst="ellipse">
                <a:avLst/>
              </a:prstGeom>
              <a:solidFill>
                <a:srgbClr val="F5B2BB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587" name="SCHEM_ellipse-0585"/>
              <p:cNvSpPr/>
              <p:nvPr/>
            </p:nvSpPr>
            <p:spPr>
              <a:xfrm>
                <a:off x="4707360" y="3214440"/>
                <a:ext cx="149760" cy="6552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588" name="SCHEM_ellipse-0586"/>
              <p:cNvSpPr/>
              <p:nvPr/>
            </p:nvSpPr>
            <p:spPr>
              <a:xfrm>
                <a:off x="5032800" y="3153600"/>
                <a:ext cx="576000" cy="187200"/>
              </a:xfrm>
              <a:prstGeom prst="ellipse">
                <a:avLst/>
              </a:prstGeom>
              <a:solidFill>
                <a:srgbClr val="F5B2BB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589" name="SCHEM_ellipse-0587"/>
              <p:cNvSpPr/>
              <p:nvPr/>
            </p:nvSpPr>
            <p:spPr>
              <a:xfrm>
                <a:off x="5254560" y="3214440"/>
                <a:ext cx="149760" cy="6552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cxnSp>
            <p:nvCxnSpPr>
              <p:cNvPr id="590" name="SCHEM_line-0588"/>
              <p:cNvCxnSpPr/>
              <p:nvPr/>
            </p:nvCxnSpPr>
            <p:spPr>
              <a:xfrm flipV="1">
                <a:off x="4701600" y="2995200"/>
                <a:ext cx="1" cy="316800"/>
              </a:xfrm>
              <a:prstGeom prst="line">
                <a:avLst/>
              </a:prstGeom>
              <a:noFill/>
              <a:ln w="36000" cap="flat">
                <a:solidFill>
                  <a:srgbClr val="DE696C"/>
                </a:solidFill>
                <a:tailEnd type="triangle" w="med" len="med"/>
              </a:ln>
              <a:effectLst/>
            </p:spPr>
          </p:cxnSp>
          <p:cxnSp>
            <p:nvCxnSpPr>
              <p:cNvPr id="591" name="SCHEM_line-0589"/>
              <p:cNvCxnSpPr/>
              <p:nvPr/>
            </p:nvCxnSpPr>
            <p:spPr>
              <a:xfrm>
                <a:off x="4824000" y="2980800"/>
                <a:ext cx="1" cy="345600"/>
              </a:xfrm>
              <a:prstGeom prst="line">
                <a:avLst/>
              </a:prstGeom>
              <a:noFill/>
              <a:ln w="36000" cap="flat">
                <a:solidFill>
                  <a:srgbClr val="1595C8"/>
                </a:solidFill>
                <a:tailEnd type="triangle" w="med" len="med"/>
              </a:ln>
              <a:effectLst/>
            </p:spPr>
          </p:cxnSp>
          <p:sp>
            <p:nvSpPr>
              <p:cNvPr id="592" name="SCHEM_rect-0590"/>
              <p:cNvSpPr/>
              <p:nvPr/>
            </p:nvSpPr>
            <p:spPr>
              <a:xfrm>
                <a:off x="5760000" y="2930400"/>
                <a:ext cx="1656000" cy="223200"/>
              </a:xfrm>
              <a:prstGeom prst="rect">
                <a:avLst/>
              </a:prstGeom>
              <a:solidFill>
                <a:srgbClr val="E3E4E1"/>
              </a:solidFill>
              <a:ln w="7200" cap="flat">
                <a:solidFill>
                  <a:srgbClr val="A7AAA5"/>
                </a:solidFill>
              </a:ln>
              <a:effectLst/>
            </p:spPr>
          </p:sp>
          <p:sp>
            <p:nvSpPr>
              <p:cNvPr id="593" name="SCHEM_ellipse-0591"/>
              <p:cNvSpPr/>
              <p:nvPr/>
            </p:nvSpPr>
            <p:spPr>
              <a:xfrm>
                <a:off x="57816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94" name="SCHEM_line-0592"/>
              <p:cNvCxnSpPr/>
              <p:nvPr/>
            </p:nvCxnSpPr>
            <p:spPr>
              <a:xfrm>
                <a:off x="58104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95" name="SCHEM_ellipse-0593"/>
              <p:cNvSpPr/>
              <p:nvPr/>
            </p:nvSpPr>
            <p:spPr>
              <a:xfrm>
                <a:off x="59472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96" name="SCHEM_line-0594"/>
              <p:cNvCxnSpPr/>
              <p:nvPr/>
            </p:nvCxnSpPr>
            <p:spPr>
              <a:xfrm>
                <a:off x="59760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97" name="SCHEM_ellipse-0595"/>
              <p:cNvSpPr/>
              <p:nvPr/>
            </p:nvSpPr>
            <p:spPr>
              <a:xfrm>
                <a:off x="61128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98" name="SCHEM_line-0596"/>
              <p:cNvCxnSpPr/>
              <p:nvPr/>
            </p:nvCxnSpPr>
            <p:spPr>
              <a:xfrm>
                <a:off x="61416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99" name="SCHEM_ellipse-0597"/>
              <p:cNvSpPr/>
              <p:nvPr/>
            </p:nvSpPr>
            <p:spPr>
              <a:xfrm>
                <a:off x="62784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00" name="SCHEM_line-0598"/>
              <p:cNvCxnSpPr/>
              <p:nvPr/>
            </p:nvCxnSpPr>
            <p:spPr>
              <a:xfrm>
                <a:off x="63072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01" name="SCHEM_ellipse-0599"/>
              <p:cNvSpPr/>
              <p:nvPr/>
            </p:nvSpPr>
            <p:spPr>
              <a:xfrm>
                <a:off x="64440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02" name="SCHEM_line-0600"/>
              <p:cNvCxnSpPr/>
              <p:nvPr/>
            </p:nvCxnSpPr>
            <p:spPr>
              <a:xfrm>
                <a:off x="64728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03" name="SCHEM_ellipse-0601"/>
              <p:cNvSpPr/>
              <p:nvPr/>
            </p:nvSpPr>
            <p:spPr>
              <a:xfrm>
                <a:off x="66096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04" name="SCHEM_line-0602"/>
              <p:cNvCxnSpPr/>
              <p:nvPr/>
            </p:nvCxnSpPr>
            <p:spPr>
              <a:xfrm>
                <a:off x="66384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05" name="SCHEM_ellipse-0603"/>
              <p:cNvSpPr/>
              <p:nvPr/>
            </p:nvSpPr>
            <p:spPr>
              <a:xfrm>
                <a:off x="67752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06" name="SCHEM_line-0604"/>
              <p:cNvCxnSpPr/>
              <p:nvPr/>
            </p:nvCxnSpPr>
            <p:spPr>
              <a:xfrm>
                <a:off x="68040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07" name="SCHEM_ellipse-0605"/>
              <p:cNvSpPr/>
              <p:nvPr/>
            </p:nvSpPr>
            <p:spPr>
              <a:xfrm>
                <a:off x="69408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08" name="SCHEM_line-0606"/>
              <p:cNvCxnSpPr/>
              <p:nvPr/>
            </p:nvCxnSpPr>
            <p:spPr>
              <a:xfrm>
                <a:off x="69696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09" name="SCHEM_ellipse-0607"/>
              <p:cNvSpPr/>
              <p:nvPr/>
            </p:nvSpPr>
            <p:spPr>
              <a:xfrm>
                <a:off x="71064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10" name="SCHEM_line-0608"/>
              <p:cNvCxnSpPr/>
              <p:nvPr/>
            </p:nvCxnSpPr>
            <p:spPr>
              <a:xfrm>
                <a:off x="71352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11" name="SCHEM_ellipse-0609"/>
              <p:cNvSpPr/>
              <p:nvPr/>
            </p:nvSpPr>
            <p:spPr>
              <a:xfrm>
                <a:off x="72720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12" name="SCHEM_line-0610"/>
              <p:cNvCxnSpPr/>
              <p:nvPr/>
            </p:nvCxnSpPr>
            <p:spPr>
              <a:xfrm>
                <a:off x="73008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13" name="SCHEM_ellipse-0611"/>
              <p:cNvSpPr/>
              <p:nvPr/>
            </p:nvSpPr>
            <p:spPr>
              <a:xfrm>
                <a:off x="57816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14" name="SCHEM_line-0612"/>
              <p:cNvCxnSpPr/>
              <p:nvPr/>
            </p:nvCxnSpPr>
            <p:spPr>
              <a:xfrm>
                <a:off x="58104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15" name="SCHEM_ellipse-0613"/>
              <p:cNvSpPr/>
              <p:nvPr/>
            </p:nvSpPr>
            <p:spPr>
              <a:xfrm>
                <a:off x="59472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16" name="SCHEM_line-0614"/>
              <p:cNvCxnSpPr/>
              <p:nvPr/>
            </p:nvCxnSpPr>
            <p:spPr>
              <a:xfrm>
                <a:off x="59760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17" name="SCHEM_ellipse-0615"/>
              <p:cNvSpPr/>
              <p:nvPr/>
            </p:nvSpPr>
            <p:spPr>
              <a:xfrm>
                <a:off x="61128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18" name="SCHEM_line-0616"/>
              <p:cNvCxnSpPr/>
              <p:nvPr/>
            </p:nvCxnSpPr>
            <p:spPr>
              <a:xfrm>
                <a:off x="61416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19" name="SCHEM_ellipse-0617"/>
              <p:cNvSpPr/>
              <p:nvPr/>
            </p:nvSpPr>
            <p:spPr>
              <a:xfrm>
                <a:off x="62784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20" name="SCHEM_line-0618"/>
              <p:cNvCxnSpPr/>
              <p:nvPr/>
            </p:nvCxnSpPr>
            <p:spPr>
              <a:xfrm>
                <a:off x="63072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21" name="SCHEM_ellipse-0619"/>
              <p:cNvSpPr/>
              <p:nvPr/>
            </p:nvSpPr>
            <p:spPr>
              <a:xfrm>
                <a:off x="64440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22" name="SCHEM_line-0620"/>
              <p:cNvCxnSpPr/>
              <p:nvPr/>
            </p:nvCxnSpPr>
            <p:spPr>
              <a:xfrm>
                <a:off x="64728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23" name="SCHEM_ellipse-0621"/>
              <p:cNvSpPr/>
              <p:nvPr/>
            </p:nvSpPr>
            <p:spPr>
              <a:xfrm>
                <a:off x="66096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24" name="SCHEM_line-0622"/>
              <p:cNvCxnSpPr/>
              <p:nvPr/>
            </p:nvCxnSpPr>
            <p:spPr>
              <a:xfrm>
                <a:off x="66384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25" name="SCHEM_ellipse-0623"/>
              <p:cNvSpPr/>
              <p:nvPr/>
            </p:nvSpPr>
            <p:spPr>
              <a:xfrm>
                <a:off x="67752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26" name="SCHEM_line-0624"/>
              <p:cNvCxnSpPr/>
              <p:nvPr/>
            </p:nvCxnSpPr>
            <p:spPr>
              <a:xfrm>
                <a:off x="68040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27" name="SCHEM_ellipse-0625"/>
              <p:cNvSpPr/>
              <p:nvPr/>
            </p:nvSpPr>
            <p:spPr>
              <a:xfrm>
                <a:off x="69408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28" name="SCHEM_line-0626"/>
              <p:cNvCxnSpPr/>
              <p:nvPr/>
            </p:nvCxnSpPr>
            <p:spPr>
              <a:xfrm>
                <a:off x="69696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29" name="SCHEM_ellipse-0627"/>
              <p:cNvSpPr/>
              <p:nvPr/>
            </p:nvSpPr>
            <p:spPr>
              <a:xfrm>
                <a:off x="71064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30" name="SCHEM_line-0628"/>
              <p:cNvCxnSpPr/>
              <p:nvPr/>
            </p:nvCxnSpPr>
            <p:spPr>
              <a:xfrm>
                <a:off x="71352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31" name="SCHEM_ellipse-0629"/>
              <p:cNvSpPr/>
              <p:nvPr/>
            </p:nvSpPr>
            <p:spPr>
              <a:xfrm>
                <a:off x="72720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32" name="SCHEM_line-0630"/>
              <p:cNvCxnSpPr/>
              <p:nvPr/>
            </p:nvCxnSpPr>
            <p:spPr>
              <a:xfrm>
                <a:off x="73008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33" name="SCHEM_ellipse-0631"/>
              <p:cNvSpPr/>
              <p:nvPr/>
            </p:nvSpPr>
            <p:spPr>
              <a:xfrm>
                <a:off x="5752800" y="3153600"/>
                <a:ext cx="576000" cy="187200"/>
              </a:xfrm>
              <a:prstGeom prst="ellipse">
                <a:avLst/>
              </a:prstGeom>
              <a:solidFill>
                <a:srgbClr val="F5B2BB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634" name="SCHEM_ellipse-0632"/>
              <p:cNvSpPr/>
              <p:nvPr/>
            </p:nvSpPr>
            <p:spPr>
              <a:xfrm>
                <a:off x="5974560" y="3214440"/>
                <a:ext cx="149760" cy="6552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635" name="SCHEM_ellipse-0633"/>
              <p:cNvSpPr/>
              <p:nvPr/>
            </p:nvSpPr>
            <p:spPr>
              <a:xfrm>
                <a:off x="6300000" y="3153600"/>
                <a:ext cx="576000" cy="187200"/>
              </a:xfrm>
              <a:prstGeom prst="ellipse">
                <a:avLst/>
              </a:prstGeom>
              <a:solidFill>
                <a:srgbClr val="F5B2BB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636" name="SCHEM_ellipse-0634"/>
              <p:cNvSpPr/>
              <p:nvPr/>
            </p:nvSpPr>
            <p:spPr>
              <a:xfrm>
                <a:off x="6521760" y="3214440"/>
                <a:ext cx="149760" cy="6552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637" name="SCHEM_ellipse-0635"/>
              <p:cNvSpPr/>
              <p:nvPr/>
            </p:nvSpPr>
            <p:spPr>
              <a:xfrm>
                <a:off x="6847200" y="3153600"/>
                <a:ext cx="576000" cy="187200"/>
              </a:xfrm>
              <a:prstGeom prst="ellipse">
                <a:avLst/>
              </a:prstGeom>
              <a:solidFill>
                <a:srgbClr val="F5B2BB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638" name="SCHEM_ellipse-0636"/>
              <p:cNvSpPr/>
              <p:nvPr/>
            </p:nvSpPr>
            <p:spPr>
              <a:xfrm>
                <a:off x="7068960" y="3214440"/>
                <a:ext cx="149760" cy="6552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cxnSp>
            <p:nvCxnSpPr>
              <p:cNvPr id="639" name="SCHEM_line-0637"/>
              <p:cNvCxnSpPr/>
              <p:nvPr/>
            </p:nvCxnSpPr>
            <p:spPr>
              <a:xfrm flipV="1">
                <a:off x="6516000" y="2995200"/>
                <a:ext cx="1" cy="316800"/>
              </a:xfrm>
              <a:prstGeom prst="line">
                <a:avLst/>
              </a:prstGeom>
              <a:noFill/>
              <a:ln w="36000" cap="flat">
                <a:solidFill>
                  <a:srgbClr val="DE696C"/>
                </a:solidFill>
                <a:tailEnd type="triangle" w="med" len="med"/>
              </a:ln>
              <a:effectLst/>
            </p:spPr>
          </p:cxnSp>
          <p:cxnSp>
            <p:nvCxnSpPr>
              <p:cNvPr id="640" name="SCHEM_line-0638"/>
              <p:cNvCxnSpPr/>
              <p:nvPr/>
            </p:nvCxnSpPr>
            <p:spPr>
              <a:xfrm>
                <a:off x="6638400" y="2980800"/>
                <a:ext cx="1" cy="345600"/>
              </a:xfrm>
              <a:prstGeom prst="line">
                <a:avLst/>
              </a:prstGeom>
              <a:noFill/>
              <a:ln w="36000" cap="flat">
                <a:solidFill>
                  <a:srgbClr val="1595C8"/>
                </a:solidFill>
                <a:tailEnd type="triangle" w="med" len="med"/>
              </a:ln>
              <a:effectLst/>
            </p:spPr>
          </p:cxnSp>
          <p:sp>
            <p:nvSpPr>
              <p:cNvPr id="641" name="SCHEM_rect-0639"/>
              <p:cNvSpPr/>
              <p:nvPr/>
            </p:nvSpPr>
            <p:spPr>
              <a:xfrm>
                <a:off x="223200" y="1166400"/>
                <a:ext cx="115200" cy="2210400"/>
              </a:xfrm>
              <a:prstGeom prst="rect">
                <a:avLst/>
              </a:prstGeom>
              <a:gradFill rotWithShape="1">
                <a:gsLst>
                  <a:gs pos="0">
                    <a:srgbClr val="DADDD8"/>
                  </a:gs>
                  <a:gs pos="100000">
                    <a:srgbClr val="B1B7B3"/>
                  </a:gs>
                </a:gsLst>
                <a:lin ang="5400000" scaled="1"/>
              </a:gra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642" name="SCHEM_rect-0640"/>
              <p:cNvSpPr/>
              <p:nvPr/>
            </p:nvSpPr>
            <p:spPr>
              <a:xfrm>
                <a:off x="2001600" y="1166400"/>
                <a:ext cx="115200" cy="2210400"/>
              </a:xfrm>
              <a:prstGeom prst="rect">
                <a:avLst/>
              </a:prstGeom>
              <a:gradFill rotWithShape="1">
                <a:gsLst>
                  <a:gs pos="0">
                    <a:srgbClr val="DADDD8"/>
                  </a:gs>
                  <a:gs pos="100000">
                    <a:srgbClr val="B1B7B3"/>
                  </a:gs>
                </a:gsLst>
                <a:lin ang="5400000" scaled="1"/>
              </a:gra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643" name="SCHEM_rect-0641"/>
              <p:cNvSpPr/>
              <p:nvPr/>
            </p:nvSpPr>
            <p:spPr>
              <a:xfrm>
                <a:off x="3823200" y="1166400"/>
                <a:ext cx="115200" cy="2210400"/>
              </a:xfrm>
              <a:prstGeom prst="rect">
                <a:avLst/>
              </a:prstGeom>
              <a:gradFill rotWithShape="1">
                <a:gsLst>
                  <a:gs pos="0">
                    <a:srgbClr val="DADDD8"/>
                  </a:gs>
                  <a:gs pos="100000">
                    <a:srgbClr val="B1B7B3"/>
                  </a:gs>
                </a:gsLst>
                <a:lin ang="5400000" scaled="1"/>
              </a:gra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644" name="SCHEM_rect-0642"/>
              <p:cNvSpPr/>
              <p:nvPr/>
            </p:nvSpPr>
            <p:spPr>
              <a:xfrm>
                <a:off x="5637600" y="1166400"/>
                <a:ext cx="115200" cy="2210400"/>
              </a:xfrm>
              <a:prstGeom prst="rect">
                <a:avLst/>
              </a:prstGeom>
              <a:gradFill rotWithShape="1">
                <a:gsLst>
                  <a:gs pos="0">
                    <a:srgbClr val="DADDD8"/>
                  </a:gs>
                  <a:gs pos="100000">
                    <a:srgbClr val="B1B7B3"/>
                  </a:gs>
                </a:gsLst>
                <a:lin ang="5400000" scaled="1"/>
              </a:gra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645" name="SCHEM_rect-0643"/>
              <p:cNvSpPr/>
              <p:nvPr/>
            </p:nvSpPr>
            <p:spPr>
              <a:xfrm>
                <a:off x="7430400" y="1166400"/>
                <a:ext cx="115200" cy="2210400"/>
              </a:xfrm>
              <a:prstGeom prst="rect">
                <a:avLst/>
              </a:prstGeom>
              <a:gradFill rotWithShape="1">
                <a:gsLst>
                  <a:gs pos="0">
                    <a:srgbClr val="DADDD8"/>
                  </a:gs>
                  <a:gs pos="100000">
                    <a:srgbClr val="B1B7B3"/>
                  </a:gs>
                </a:gsLst>
                <a:lin ang="5400000" scaled="1"/>
              </a:gradFill>
              <a:ln w="8640" cap="flat">
                <a:solidFill>
                  <a:srgbClr val="292929"/>
                </a:solidFill>
              </a:ln>
              <a:effectLst/>
            </p:spPr>
          </p:sp>
        </p:grpSp>
        <p:sp>
          <p:nvSpPr>
            <p:cNvPr id="646" name="SCHEM_text-0644"/>
            <p:cNvSpPr txBox="1"/>
            <p:nvPr/>
          </p:nvSpPr>
          <p:spPr>
            <a:xfrm>
              <a:off x="921600" y="972000"/>
              <a:ext cx="1296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Heart</a:t>
              </a:r>
              <a:endParaRPr lang="en-US" sz="1531"/>
            </a:p>
          </p:txBody>
        </p:sp>
        <p:sp>
          <p:nvSpPr>
            <p:cNvPr id="647" name="SCHEM_text-0645"/>
            <p:cNvSpPr txBox="1"/>
            <p:nvPr/>
          </p:nvSpPr>
          <p:spPr>
            <a:xfrm>
              <a:off x="2779200" y="972000"/>
              <a:ext cx="1296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Liver</a:t>
              </a:r>
              <a:endParaRPr lang="en-US" sz="1531"/>
            </a:p>
          </p:txBody>
        </p:sp>
        <p:sp>
          <p:nvSpPr>
            <p:cNvPr id="648" name="SCHEM_text-0646"/>
            <p:cNvSpPr txBox="1"/>
            <p:nvPr/>
          </p:nvSpPr>
          <p:spPr>
            <a:xfrm>
              <a:off x="4579200" y="972000"/>
              <a:ext cx="1296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Bone</a:t>
              </a:r>
              <a:endParaRPr lang="en-US" sz="1531"/>
            </a:p>
          </p:txBody>
        </p:sp>
        <p:sp>
          <p:nvSpPr>
            <p:cNvPr id="649" name="SCHEM_text-0647"/>
            <p:cNvSpPr txBox="1"/>
            <p:nvPr/>
          </p:nvSpPr>
          <p:spPr>
            <a:xfrm>
              <a:off x="6494400" y="1296000"/>
              <a:ext cx="1080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Air</a:t>
              </a:r>
              <a:endParaRPr lang="en-US" sz="1531"/>
            </a:p>
          </p:txBody>
        </p:sp>
        <p:sp>
          <p:nvSpPr>
            <p:cNvPr id="650" name="SCHEM_text-0648"/>
            <p:cNvSpPr txBox="1"/>
            <p:nvPr/>
          </p:nvSpPr>
          <p:spPr>
            <a:xfrm>
              <a:off x="6408000" y="3873600"/>
              <a:ext cx="1368000" cy="2498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Vascular medium</a:t>
              </a:r>
              <a:endParaRPr lang="en-US" sz="1247"/>
            </a:p>
          </p:txBody>
        </p:sp>
        <p:sp>
          <p:nvSpPr>
            <p:cNvPr id="651" name="SCHEM_text-0649"/>
            <p:cNvSpPr txBox="1"/>
            <p:nvPr/>
          </p:nvSpPr>
          <p:spPr>
            <a:xfrm>
              <a:off x="2203200" y="4262400"/>
              <a:ext cx="2196000" cy="2498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Exosome transport</a:t>
              </a:r>
              <a:endParaRPr lang="en-US" sz="1247"/>
            </a:p>
          </p:txBody>
        </p:sp>
        <p:cxnSp>
          <p:nvCxnSpPr>
            <p:cNvPr id="652" name="SCHEM_line-0650"/>
            <p:cNvCxnSpPr/>
            <p:nvPr/>
          </p:nvCxnSpPr>
          <p:spPr>
            <a:xfrm flipH="1" flipV="1">
              <a:off x="1843200" y="3924000"/>
              <a:ext cx="324000" cy="3528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653" name="SCHEM_ellipse-0651"/>
            <p:cNvSpPr/>
            <p:nvPr/>
          </p:nvSpPr>
          <p:spPr>
            <a:xfrm>
              <a:off x="1821600" y="39024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grpSp>
          <p:nvGrpSpPr>
            <p:cNvPr id="654" name="SCHEM_external-pump"/>
            <p:cNvGrpSpPr/>
            <p:nvPr/>
          </p:nvGrpSpPr>
          <p:grpSpPr>
            <a:xfrm>
              <a:off x="3384000" y="4903200"/>
              <a:ext cx="986400" cy="835200"/>
              <a:chOff x="3384000" y="4903200"/>
              <a:chExt cx="986400" cy="835200"/>
            </a:xfrm>
          </p:grpSpPr>
          <p:sp>
            <p:nvSpPr>
              <p:cNvPr id="655" name="SCHEM_path-0653"/>
              <p:cNvSpPr/>
              <p:nvPr/>
            </p:nvSpPr>
            <p:spPr>
              <a:xfrm>
                <a:off x="3384000" y="4903200"/>
                <a:ext cx="878400" cy="835200"/>
              </a:xfrm>
              <a:custGeom>
                <a:avLst/>
                <a:gdLst/>
                <a:ahLst/>
                <a:cxnLst/>
                <a:rect l="0" t="0" r="r" b="b"/>
                <a:pathLst>
                  <a:path w="878400" h="835200">
                    <a:moveTo>
                      <a:pt x="0" y="237600"/>
                    </a:moveTo>
                    <a:cubicBezTo>
                      <a:pt x="0" y="79200"/>
                      <a:pt x="64800" y="0"/>
                      <a:pt x="201600" y="0"/>
                    </a:cubicBezTo>
                    <a:lnTo>
                      <a:pt x="720000" y="0"/>
                    </a:lnTo>
                    <a:cubicBezTo>
                      <a:pt x="820800" y="0"/>
                      <a:pt x="878400" y="57600"/>
                      <a:pt x="878400" y="180000"/>
                    </a:cubicBezTo>
                    <a:lnTo>
                      <a:pt x="878400" y="662400"/>
                    </a:lnTo>
                    <a:cubicBezTo>
                      <a:pt x="878400" y="770400"/>
                      <a:pt x="813600" y="835200"/>
                      <a:pt x="712800" y="835200"/>
                    </a:cubicBezTo>
                    <a:lnTo>
                      <a:pt x="180000" y="835200"/>
                    </a:lnTo>
                    <a:cubicBezTo>
                      <a:pt x="57600" y="835200"/>
                      <a:pt x="0" y="756000"/>
                      <a:pt x="0" y="662400"/>
                    </a:cubicBezTo>
                    <a:close/>
                  </a:path>
                </a:pathLst>
              </a:custGeom>
              <a:solidFill>
                <a:srgbClr val="CDCFCC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656" name="SCHEM_ellipse-0654"/>
              <p:cNvSpPr/>
              <p:nvPr/>
            </p:nvSpPr>
            <p:spPr>
              <a:xfrm>
                <a:off x="3499200" y="5076000"/>
                <a:ext cx="604800" cy="576000"/>
              </a:xfrm>
              <a:prstGeom prst="ellipse">
                <a:avLst/>
              </a:prstGeom>
              <a:solidFill>
                <a:srgbClr val="EBECE7"/>
              </a:solidFill>
              <a:ln w="10080" cap="flat">
                <a:solidFill>
                  <a:srgbClr val="292929"/>
                </a:solidFill>
              </a:ln>
              <a:effectLst/>
            </p:spPr>
          </p:sp>
          <p:sp>
            <p:nvSpPr>
              <p:cNvPr id="657" name="SCHEM_ellipse-0655"/>
              <p:cNvSpPr/>
              <p:nvPr/>
            </p:nvSpPr>
            <p:spPr>
              <a:xfrm>
                <a:off x="3528000" y="5104800"/>
                <a:ext cx="547200" cy="518400"/>
              </a:xfrm>
              <a:prstGeom prst="ellipse">
                <a:avLst/>
              </a:prstGeom>
              <a:solidFill>
                <a:srgbClr val="D0D4D0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658" name="SCHEM_line-0656"/>
              <p:cNvCxnSpPr/>
              <p:nvPr/>
            </p:nvCxnSpPr>
            <p:spPr>
              <a:xfrm flipV="1">
                <a:off x="3801600" y="5184000"/>
                <a:ext cx="1" cy="187200"/>
              </a:xfrm>
              <a:prstGeom prst="line">
                <a:avLst/>
              </a:prstGeom>
              <a:noFill/>
              <a:ln w="72000" cap="flat">
                <a:solidFill>
                  <a:srgbClr val="858C85"/>
                </a:solidFill>
              </a:ln>
              <a:effectLst/>
            </p:spPr>
          </p:cxnSp>
          <p:sp>
            <p:nvSpPr>
              <p:cNvPr id="659" name="SCHEM_ellipse-0657"/>
              <p:cNvSpPr/>
              <p:nvPr/>
            </p:nvSpPr>
            <p:spPr>
              <a:xfrm>
                <a:off x="3736800" y="5112000"/>
                <a:ext cx="129600" cy="144000"/>
              </a:xfrm>
              <a:prstGeom prst="ellipse">
                <a:avLst/>
              </a:prstGeom>
              <a:solidFill>
                <a:srgbClr val="B7C0B7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660" name="SCHEM_line-0658"/>
              <p:cNvCxnSpPr/>
              <p:nvPr/>
            </p:nvCxnSpPr>
            <p:spPr>
              <a:xfrm flipH="1">
                <a:off x="3650400" y="5371200"/>
                <a:ext cx="151200" cy="108000"/>
              </a:xfrm>
              <a:prstGeom prst="line">
                <a:avLst/>
              </a:prstGeom>
              <a:noFill/>
              <a:ln w="72000" cap="flat">
                <a:solidFill>
                  <a:srgbClr val="858C85"/>
                </a:solidFill>
              </a:ln>
              <a:effectLst/>
            </p:spPr>
          </p:cxnSp>
          <p:sp>
            <p:nvSpPr>
              <p:cNvPr id="661" name="SCHEM_ellipse-0659"/>
              <p:cNvSpPr/>
              <p:nvPr/>
            </p:nvSpPr>
            <p:spPr>
              <a:xfrm>
                <a:off x="3585600" y="5407200"/>
                <a:ext cx="129600" cy="144000"/>
              </a:xfrm>
              <a:prstGeom prst="ellipse">
                <a:avLst/>
              </a:prstGeom>
              <a:solidFill>
                <a:srgbClr val="B7C0B7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662" name="SCHEM_line-0660"/>
              <p:cNvCxnSpPr/>
              <p:nvPr/>
            </p:nvCxnSpPr>
            <p:spPr>
              <a:xfrm>
                <a:off x="3801600" y="5371200"/>
                <a:ext cx="158400" cy="108000"/>
              </a:xfrm>
              <a:prstGeom prst="line">
                <a:avLst/>
              </a:prstGeom>
              <a:noFill/>
              <a:ln w="72000" cap="flat">
                <a:solidFill>
                  <a:srgbClr val="858C85"/>
                </a:solidFill>
              </a:ln>
              <a:effectLst/>
            </p:spPr>
          </p:cxnSp>
          <p:sp>
            <p:nvSpPr>
              <p:cNvPr id="663" name="SCHEM_ellipse-0661"/>
              <p:cNvSpPr/>
              <p:nvPr/>
            </p:nvSpPr>
            <p:spPr>
              <a:xfrm>
                <a:off x="3895200" y="5407200"/>
                <a:ext cx="129600" cy="144000"/>
              </a:xfrm>
              <a:prstGeom prst="ellipse">
                <a:avLst/>
              </a:prstGeom>
              <a:solidFill>
                <a:srgbClr val="B7C0B7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664" name="SCHEM_ellipse-0662"/>
              <p:cNvSpPr/>
              <p:nvPr/>
            </p:nvSpPr>
            <p:spPr>
              <a:xfrm>
                <a:off x="3729600" y="5299200"/>
                <a:ext cx="144000" cy="144000"/>
              </a:xfrm>
              <a:prstGeom prst="ellipse">
                <a:avLst/>
              </a:prstGeom>
              <a:solidFill>
                <a:srgbClr val="BEC6BC"/>
              </a:soli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665" name="SCHEM_rect-0663"/>
              <p:cNvSpPr/>
              <p:nvPr/>
            </p:nvSpPr>
            <p:spPr>
              <a:xfrm>
                <a:off x="4262400" y="5306400"/>
                <a:ext cx="108000" cy="165600"/>
              </a:xfrm>
              <a:prstGeom prst="rect">
                <a:avLst/>
              </a:prstGeom>
              <a:solidFill>
                <a:srgbClr val="9CA59C"/>
              </a:solidFill>
              <a:ln w="7200" cap="flat">
                <a:solidFill>
                  <a:srgbClr val="292929"/>
                </a:solidFill>
              </a:ln>
              <a:effectLst/>
            </p:spPr>
          </p:sp>
        </p:grpSp>
        <p:sp>
          <p:nvSpPr>
            <p:cNvPr id="666" name="SCHEM_text-0664"/>
            <p:cNvSpPr txBox="1"/>
            <p:nvPr/>
          </p:nvSpPr>
          <p:spPr>
            <a:xfrm>
              <a:off x="3254400" y="5803200"/>
              <a:ext cx="2016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External pump</a:t>
              </a:r>
              <a:endParaRPr lang="en-US" sz="1531"/>
            </a:p>
          </p:txBody>
        </p:sp>
        <p:grpSp>
          <p:nvGrpSpPr>
            <p:cNvPr id="667" name="SCHEM_reservoir"/>
            <p:cNvGrpSpPr/>
            <p:nvPr/>
          </p:nvGrpSpPr>
          <p:grpSpPr>
            <a:xfrm>
              <a:off x="6523200" y="4600800"/>
              <a:ext cx="950400" cy="1180800"/>
              <a:chOff x="6523200" y="4600800"/>
              <a:chExt cx="950400" cy="1180800"/>
            </a:xfrm>
          </p:grpSpPr>
          <p:sp>
            <p:nvSpPr>
              <p:cNvPr id="668" name="SCHEM_path-0666"/>
              <p:cNvSpPr/>
              <p:nvPr/>
            </p:nvSpPr>
            <p:spPr>
              <a:xfrm>
                <a:off x="6523200" y="4687200"/>
                <a:ext cx="950400" cy="1094400"/>
              </a:xfrm>
              <a:custGeom>
                <a:avLst/>
                <a:gdLst/>
                <a:ahLst/>
                <a:cxnLst/>
                <a:rect l="0" t="0" r="r" b="b"/>
                <a:pathLst>
                  <a:path w="950400" h="1094400">
                    <a:moveTo>
                      <a:pt x="0" y="223200"/>
                    </a:moveTo>
                    <a:lnTo>
                      <a:pt x="158400" y="122400"/>
                    </a:lnTo>
                    <a:lnTo>
                      <a:pt x="158400" y="0"/>
                    </a:lnTo>
                    <a:lnTo>
                      <a:pt x="792000" y="0"/>
                    </a:lnTo>
                    <a:lnTo>
                      <a:pt x="792000" y="122400"/>
                    </a:lnTo>
                    <a:lnTo>
                      <a:pt x="950400" y="223200"/>
                    </a:lnTo>
                    <a:lnTo>
                      <a:pt x="950400" y="921600"/>
                    </a:lnTo>
                    <a:cubicBezTo>
                      <a:pt x="950400" y="1094400"/>
                      <a:pt x="0" y="1094400"/>
                      <a:pt x="0" y="921600"/>
                    </a:cubicBezTo>
                    <a:close/>
                  </a:path>
                </a:pathLst>
              </a:custGeom>
              <a:solidFill>
                <a:srgbClr val="E3E9E6"/>
              </a:solidFill>
              <a:ln w="10080" cap="flat">
                <a:solidFill>
                  <a:srgbClr val="292929"/>
                </a:solidFill>
              </a:ln>
              <a:effectLst/>
            </p:spPr>
          </p:sp>
          <p:sp>
            <p:nvSpPr>
              <p:cNvPr id="669" name="SCHEM_path-0667"/>
              <p:cNvSpPr/>
              <p:nvPr/>
            </p:nvSpPr>
            <p:spPr>
              <a:xfrm>
                <a:off x="6537600" y="5018400"/>
                <a:ext cx="921600" cy="727200"/>
              </a:xfrm>
              <a:custGeom>
                <a:avLst/>
                <a:gdLst/>
                <a:ahLst/>
                <a:cxnLst/>
                <a:rect l="0" t="0" r="r" b="b"/>
                <a:pathLst>
                  <a:path w="921600" h="727200">
                    <a:moveTo>
                      <a:pt x="0" y="79200"/>
                    </a:moveTo>
                    <a:cubicBezTo>
                      <a:pt x="187200" y="0"/>
                      <a:pt x="705600" y="0"/>
                      <a:pt x="921600" y="79200"/>
                    </a:cubicBezTo>
                    <a:lnTo>
                      <a:pt x="921600" y="590400"/>
                    </a:lnTo>
                    <a:cubicBezTo>
                      <a:pt x="921600" y="727200"/>
                      <a:pt x="0" y="727200"/>
                      <a:pt x="0" y="590400"/>
                    </a:cubicBezTo>
                    <a:close/>
                  </a:path>
                </a:pathLst>
              </a:custGeom>
              <a:solidFill>
                <a:srgbClr val="66BDE0"/>
              </a:solidFill>
              <a:ln w="7200" cap="flat">
                <a:solidFill>
                  <a:srgbClr val="2D8FAE"/>
                </a:solidFill>
              </a:ln>
              <a:effectLst/>
            </p:spPr>
          </p:sp>
          <p:sp>
            <p:nvSpPr>
              <p:cNvPr id="670" name="SCHEM_ellipse-0668"/>
              <p:cNvSpPr/>
              <p:nvPr/>
            </p:nvSpPr>
            <p:spPr>
              <a:xfrm>
                <a:off x="6537600" y="5025600"/>
                <a:ext cx="921600" cy="144000"/>
              </a:xfrm>
              <a:prstGeom prst="ellipse">
                <a:avLst/>
              </a:prstGeom>
              <a:solidFill>
                <a:srgbClr val="9BD8EF"/>
              </a:solidFill>
              <a:ln w="7200" cap="flat">
                <a:solidFill>
                  <a:srgbClr val="80CBE4"/>
                </a:solidFill>
              </a:ln>
              <a:effectLst/>
            </p:spPr>
          </p:sp>
          <p:sp>
            <p:nvSpPr>
              <p:cNvPr id="671" name="SCHEM_rect-0669"/>
              <p:cNvSpPr/>
              <p:nvPr/>
            </p:nvSpPr>
            <p:spPr>
              <a:xfrm>
                <a:off x="6681600" y="4651200"/>
                <a:ext cx="633600" cy="129600"/>
              </a:xfrm>
              <a:prstGeom prst="rect">
                <a:avLst/>
              </a:prstGeom>
              <a:solidFill>
                <a:srgbClr val="B8BAB6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672" name="SCHEM_ellipse-0670"/>
              <p:cNvSpPr/>
              <p:nvPr/>
            </p:nvSpPr>
            <p:spPr>
              <a:xfrm>
                <a:off x="6681600" y="4600800"/>
                <a:ext cx="633600" cy="115200"/>
              </a:xfrm>
              <a:prstGeom prst="ellipse">
                <a:avLst/>
              </a:prstGeom>
              <a:solidFill>
                <a:srgbClr val="D5D8D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673" name="SCHEM_rect-0671"/>
              <p:cNvSpPr/>
              <p:nvPr/>
            </p:nvSpPr>
            <p:spPr>
              <a:xfrm>
                <a:off x="6631200" y="4924800"/>
                <a:ext cx="57600" cy="684000"/>
              </a:xfrm>
              <a:prstGeom prst="rect">
                <a:avLst/>
              </a:prstGeom>
              <a:solidFill>
                <a:srgbClr val="DDF5FB"/>
              </a:solidFill>
              <a:ln w="9360" cap="flat">
                <a:noFill/>
              </a:ln>
              <a:effectLst/>
            </p:spPr>
          </p:sp>
        </p:grpSp>
        <p:sp>
          <p:nvSpPr>
            <p:cNvPr id="674" name="SCHEM_text-0672"/>
            <p:cNvSpPr txBox="1"/>
            <p:nvPr/>
          </p:nvSpPr>
          <p:spPr>
            <a:xfrm>
              <a:off x="6681600" y="5803200"/>
              <a:ext cx="1728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Reservoir</a:t>
              </a:r>
              <a:endParaRPr lang="en-US" sz="1531"/>
            </a:p>
          </p:txBody>
        </p:sp>
        <p:sp>
          <p:nvSpPr>
            <p:cNvPr id="675" name="SCHEM_rect-0673"/>
            <p:cNvSpPr/>
            <p:nvPr/>
          </p:nvSpPr>
          <p:spPr>
            <a:xfrm>
              <a:off x="5688000" y="2923200"/>
              <a:ext cx="417600" cy="590400"/>
            </a:xfrm>
            <a:prstGeom prst="rect">
              <a:avLst/>
            </a:prstGeom>
            <a:noFill/>
            <a:ln w="8640" cap="flat">
              <a:solidFill>
                <a:srgbClr val="292929"/>
              </a:solidFill>
              <a:prstDash val="dash"/>
            </a:ln>
            <a:effectLst/>
          </p:spPr>
        </p:sp>
        <p:cxnSp>
          <p:nvCxnSpPr>
            <p:cNvPr id="676" name="SCHEM_line-0674"/>
            <p:cNvCxnSpPr/>
            <p:nvPr/>
          </p:nvCxnSpPr>
          <p:spPr>
            <a:xfrm flipV="1">
              <a:off x="6105600" y="777600"/>
              <a:ext cx="2088000" cy="2145600"/>
            </a:xfrm>
            <a:prstGeom prst="line">
              <a:avLst/>
            </a:prstGeom>
            <a:noFill/>
            <a:ln w="7920" cap="flat">
              <a:solidFill>
                <a:srgbClr val="292929"/>
              </a:solidFill>
              <a:prstDash val="dash"/>
            </a:ln>
            <a:effectLst/>
          </p:spPr>
        </p:cxnSp>
        <p:cxnSp>
          <p:nvCxnSpPr>
            <p:cNvPr id="677" name="SCHEM_line-0675"/>
            <p:cNvCxnSpPr/>
            <p:nvPr/>
          </p:nvCxnSpPr>
          <p:spPr>
            <a:xfrm>
              <a:off x="6105600" y="3513600"/>
              <a:ext cx="2088000" cy="1216800"/>
            </a:xfrm>
            <a:prstGeom prst="line">
              <a:avLst/>
            </a:prstGeom>
            <a:noFill/>
            <a:ln w="7920" cap="flat">
              <a:solidFill>
                <a:srgbClr val="292929"/>
              </a:solidFill>
              <a:prstDash val="dash"/>
            </a:ln>
            <a:effectLst/>
          </p:spPr>
        </p:cxnSp>
        <p:grpSp>
          <p:nvGrpSpPr>
            <p:cNvPr id="678" name="SCHEM_barrier-inset"/>
            <p:cNvGrpSpPr/>
            <p:nvPr/>
          </p:nvGrpSpPr>
          <p:grpSpPr>
            <a:xfrm>
              <a:off x="8157600" y="777600"/>
              <a:ext cx="3232800" cy="3952800"/>
              <a:chOff x="8157600" y="777600"/>
              <a:chExt cx="3232800" cy="3952800"/>
            </a:xfrm>
          </p:grpSpPr>
          <p:sp>
            <p:nvSpPr>
              <p:cNvPr id="679" name="SCHEM_rect-0677"/>
              <p:cNvSpPr/>
              <p:nvPr/>
            </p:nvSpPr>
            <p:spPr>
              <a:xfrm>
                <a:off x="8193600" y="777600"/>
                <a:ext cx="3196800" cy="3952800"/>
              </a:xfrm>
              <a:prstGeom prst="rect">
                <a:avLst/>
              </a:prstGeom>
              <a:noFill/>
              <a:ln w="8640" cap="flat">
                <a:solidFill>
                  <a:srgbClr val="555550"/>
                </a:solidFill>
                <a:prstDash val="dash"/>
              </a:ln>
              <a:effectLst/>
            </p:spPr>
          </p:sp>
          <p:sp>
            <p:nvSpPr>
              <p:cNvPr id="680" name="SCHEM_rect-0678"/>
              <p:cNvSpPr/>
              <p:nvPr/>
            </p:nvSpPr>
            <p:spPr>
              <a:xfrm>
                <a:off x="8272800" y="1080000"/>
                <a:ext cx="2052000" cy="3506400"/>
              </a:xfrm>
              <a:prstGeom prst="rect">
                <a:avLst/>
              </a:prstGeom>
              <a:solidFill>
                <a:srgbClr val="FFFFFF"/>
              </a:soli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681" name="SCHEM_rect-0679"/>
              <p:cNvSpPr/>
              <p:nvPr/>
            </p:nvSpPr>
            <p:spPr>
              <a:xfrm>
                <a:off x="8280000" y="1692000"/>
                <a:ext cx="2037600" cy="842400"/>
              </a:xfrm>
              <a:prstGeom prst="rect">
                <a:avLst/>
              </a:prstGeom>
              <a:solidFill>
                <a:srgbClr val="F9E8D8"/>
              </a:solidFill>
              <a:ln w="9360" cap="flat">
                <a:noFill/>
              </a:ln>
              <a:effectLst/>
            </p:spPr>
          </p:sp>
          <p:sp>
            <p:nvSpPr>
              <p:cNvPr id="682" name="SCHEM_path-0680"/>
              <p:cNvSpPr/>
              <p:nvPr/>
            </p:nvSpPr>
            <p:spPr>
              <a:xfrm>
                <a:off x="8280000" y="1753020"/>
                <a:ext cx="2037600" cy="487327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487327">
                    <a:moveTo>
                      <a:pt x="0" y="216850"/>
                    </a:moveTo>
                    <a:cubicBezTo>
                      <a:pt x="611280" y="66055"/>
                      <a:pt x="1222560" y="487327"/>
                      <a:pt x="2037600" y="0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683" name="SCHEM_path-0681"/>
              <p:cNvSpPr/>
              <p:nvPr/>
            </p:nvSpPr>
            <p:spPr>
              <a:xfrm>
                <a:off x="8280000" y="1740858"/>
                <a:ext cx="2037600" cy="401535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401535">
                    <a:moveTo>
                      <a:pt x="0" y="401535"/>
                    </a:moveTo>
                    <a:cubicBezTo>
                      <a:pt x="611280" y="259198"/>
                      <a:pt x="1222560" y="0"/>
                      <a:pt x="2037600" y="378606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684" name="SCHEM_path-0682"/>
              <p:cNvSpPr/>
              <p:nvPr/>
            </p:nvSpPr>
            <p:spPr>
              <a:xfrm>
                <a:off x="8280000" y="1736906"/>
                <a:ext cx="2037600" cy="320397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320397">
                    <a:moveTo>
                      <a:pt x="0" y="0"/>
                    </a:moveTo>
                    <a:cubicBezTo>
                      <a:pt x="611280" y="320397"/>
                      <a:pt x="1222560" y="13940"/>
                      <a:pt x="2037600" y="31510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685" name="SCHEM_path-0683"/>
              <p:cNvSpPr/>
              <p:nvPr/>
            </p:nvSpPr>
            <p:spPr>
              <a:xfrm>
                <a:off x="8280000" y="1796291"/>
                <a:ext cx="2037600" cy="592249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592249">
                    <a:moveTo>
                      <a:pt x="0" y="255498"/>
                    </a:moveTo>
                    <a:cubicBezTo>
                      <a:pt x="611280" y="592249"/>
                      <a:pt x="1222560" y="0"/>
                      <a:pt x="2037600" y="83766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686" name="SCHEM_path-0684"/>
              <p:cNvSpPr/>
              <p:nvPr/>
            </p:nvSpPr>
            <p:spPr>
              <a:xfrm>
                <a:off x="8280000" y="2026164"/>
                <a:ext cx="2037600" cy="464186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464186">
                    <a:moveTo>
                      <a:pt x="0" y="190716"/>
                    </a:moveTo>
                    <a:cubicBezTo>
                      <a:pt x="611280" y="464186"/>
                      <a:pt x="1222560" y="151988"/>
                      <a:pt x="2037600" y="0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687" name="SCHEM_path-0685"/>
              <p:cNvSpPr/>
              <p:nvPr/>
            </p:nvSpPr>
            <p:spPr>
              <a:xfrm>
                <a:off x="8280000" y="1731241"/>
                <a:ext cx="2037600" cy="769440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769440">
                    <a:moveTo>
                      <a:pt x="0" y="769440"/>
                    </a:moveTo>
                    <a:cubicBezTo>
                      <a:pt x="611280" y="0"/>
                      <a:pt x="1222560" y="683933"/>
                      <a:pt x="2037600" y="204726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688" name="SCHEM_path-0686"/>
              <p:cNvSpPr/>
              <p:nvPr/>
            </p:nvSpPr>
            <p:spPr>
              <a:xfrm>
                <a:off x="8280000" y="1791228"/>
                <a:ext cx="2037600" cy="588277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588277">
                    <a:moveTo>
                      <a:pt x="0" y="32538"/>
                    </a:moveTo>
                    <a:cubicBezTo>
                      <a:pt x="611280" y="0"/>
                      <a:pt x="1222560" y="160637"/>
                      <a:pt x="2037600" y="588277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689" name="SCHEM_path-0687"/>
              <p:cNvSpPr/>
              <p:nvPr/>
            </p:nvSpPr>
            <p:spPr>
              <a:xfrm>
                <a:off x="8280000" y="1853439"/>
                <a:ext cx="2037600" cy="376782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376782">
                    <a:moveTo>
                      <a:pt x="0" y="0"/>
                    </a:moveTo>
                    <a:cubicBezTo>
                      <a:pt x="611280" y="328501"/>
                      <a:pt x="1222560" y="376782"/>
                      <a:pt x="2037600" y="152269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690" name="SCHEM_path-0688"/>
              <p:cNvSpPr/>
              <p:nvPr/>
            </p:nvSpPr>
            <p:spPr>
              <a:xfrm>
                <a:off x="8280000" y="1742208"/>
                <a:ext cx="2037600" cy="409837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409837">
                    <a:moveTo>
                      <a:pt x="0" y="409837"/>
                    </a:moveTo>
                    <a:cubicBezTo>
                      <a:pt x="611280" y="2685"/>
                      <a:pt x="1222560" y="0"/>
                      <a:pt x="2037600" y="123292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691" name="SCHEM_path-0689"/>
              <p:cNvSpPr/>
              <p:nvPr/>
            </p:nvSpPr>
            <p:spPr>
              <a:xfrm>
                <a:off x="8280000" y="1956638"/>
                <a:ext cx="2037600" cy="303336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303336">
                    <a:moveTo>
                      <a:pt x="0" y="303336"/>
                    </a:moveTo>
                    <a:cubicBezTo>
                      <a:pt x="611280" y="95566"/>
                      <a:pt x="1222560" y="0"/>
                      <a:pt x="2037600" y="228640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692" name="SCHEM_path-0690"/>
              <p:cNvSpPr/>
              <p:nvPr/>
            </p:nvSpPr>
            <p:spPr>
              <a:xfrm>
                <a:off x="8280000" y="1944524"/>
                <a:ext cx="2037600" cy="416662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416662">
                    <a:moveTo>
                      <a:pt x="0" y="130587"/>
                    </a:moveTo>
                    <a:cubicBezTo>
                      <a:pt x="611280" y="0"/>
                      <a:pt x="1222560" y="416662"/>
                      <a:pt x="2037600" y="336309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693" name="SCHEM_path-0691"/>
              <p:cNvSpPr/>
              <p:nvPr/>
            </p:nvSpPr>
            <p:spPr>
              <a:xfrm>
                <a:off x="8280000" y="1904997"/>
                <a:ext cx="2037600" cy="524219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524219">
                    <a:moveTo>
                      <a:pt x="0" y="0"/>
                    </a:moveTo>
                    <a:cubicBezTo>
                      <a:pt x="611280" y="270898"/>
                      <a:pt x="1222560" y="229429"/>
                      <a:pt x="2037600" y="524219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694" name="SCHEM_path-0692"/>
              <p:cNvSpPr/>
              <p:nvPr/>
            </p:nvSpPr>
            <p:spPr>
              <a:xfrm>
                <a:off x="8280000" y="1791459"/>
                <a:ext cx="2037600" cy="726241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726241">
                    <a:moveTo>
                      <a:pt x="0" y="508418"/>
                    </a:moveTo>
                    <a:cubicBezTo>
                      <a:pt x="611280" y="143100"/>
                      <a:pt x="1222560" y="726241"/>
                      <a:pt x="2037600" y="0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695" name="SCHEM_path-0693"/>
              <p:cNvSpPr/>
              <p:nvPr/>
            </p:nvSpPr>
            <p:spPr>
              <a:xfrm>
                <a:off x="8280000" y="1820032"/>
                <a:ext cx="2037600" cy="509784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509784">
                    <a:moveTo>
                      <a:pt x="0" y="226553"/>
                    </a:moveTo>
                    <a:cubicBezTo>
                      <a:pt x="611280" y="509784"/>
                      <a:pt x="1222560" y="0"/>
                      <a:pt x="2037600" y="283871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696" name="SCHEM_path-0694"/>
              <p:cNvSpPr/>
              <p:nvPr/>
            </p:nvSpPr>
            <p:spPr>
              <a:xfrm>
                <a:off x="8280000" y="1738299"/>
                <a:ext cx="2037600" cy="597775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597775">
                    <a:moveTo>
                      <a:pt x="0" y="0"/>
                    </a:moveTo>
                    <a:cubicBezTo>
                      <a:pt x="611280" y="516606"/>
                      <a:pt x="1222560" y="597775"/>
                      <a:pt x="2037600" y="436418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697" name="SCHEM_path-0695"/>
              <p:cNvSpPr/>
              <p:nvPr/>
            </p:nvSpPr>
            <p:spPr>
              <a:xfrm>
                <a:off x="8280000" y="1956301"/>
                <a:ext cx="2037600" cy="462388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462388">
                    <a:moveTo>
                      <a:pt x="0" y="462388"/>
                    </a:moveTo>
                    <a:cubicBezTo>
                      <a:pt x="611280" y="0"/>
                      <a:pt x="1222560" y="321416"/>
                      <a:pt x="2037600" y="236396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698" name="SCHEM_path-0696"/>
              <p:cNvSpPr/>
              <p:nvPr/>
            </p:nvSpPr>
            <p:spPr>
              <a:xfrm>
                <a:off x="8548128" y="1827216"/>
                <a:ext cx="626400" cy="288000"/>
              </a:xfrm>
              <a:custGeom>
                <a:avLst/>
                <a:gdLst/>
                <a:ahLst/>
                <a:cxnLst/>
                <a:rect l="0" t="0" r="r" b="b"/>
                <a:pathLst>
                  <a:path w="626400" h="288000">
                    <a:moveTo>
                      <a:pt x="0" y="208800"/>
                    </a:moveTo>
                    <a:cubicBezTo>
                      <a:pt x="216000" y="180000"/>
                      <a:pt x="331200" y="0"/>
                      <a:pt x="482400" y="79200"/>
                    </a:cubicBezTo>
                    <a:lnTo>
                      <a:pt x="626400" y="93600"/>
                    </a:lnTo>
                    <a:cubicBezTo>
                      <a:pt x="432000" y="144000"/>
                      <a:pt x="338400" y="288000"/>
                      <a:pt x="151200" y="223200"/>
                    </a:cubicBezTo>
                    <a:close/>
                  </a:path>
                </a:pathLst>
              </a:custGeom>
              <a:solidFill>
                <a:srgbClr val="EEA6BF"/>
              </a:solidFill>
              <a:ln w="7200" cap="flat">
                <a:solidFill>
                  <a:srgbClr val="C677A3"/>
                </a:solidFill>
              </a:ln>
              <a:effectLst/>
            </p:spPr>
          </p:sp>
          <p:sp>
            <p:nvSpPr>
              <p:cNvPr id="699" name="SCHEM_ellipse-0697"/>
              <p:cNvSpPr/>
              <p:nvPr/>
            </p:nvSpPr>
            <p:spPr>
              <a:xfrm>
                <a:off x="8792928" y="1928016"/>
                <a:ext cx="129600" cy="79200"/>
              </a:xfrm>
              <a:prstGeom prst="ellipse">
                <a:avLst/>
              </a:prstGeom>
              <a:solidFill>
                <a:srgbClr val="929ECF"/>
              </a:solidFill>
              <a:ln w="5760" cap="flat">
                <a:solidFill>
                  <a:srgbClr val="7675A0"/>
                </a:solidFill>
              </a:ln>
              <a:effectLst/>
            </p:spPr>
          </p:sp>
          <p:sp>
            <p:nvSpPr>
              <p:cNvPr id="700" name="SCHEM_path-0698"/>
              <p:cNvSpPr/>
              <p:nvPr/>
            </p:nvSpPr>
            <p:spPr>
              <a:xfrm>
                <a:off x="9444672" y="2122056"/>
                <a:ext cx="626400" cy="288000"/>
              </a:xfrm>
              <a:custGeom>
                <a:avLst/>
                <a:gdLst/>
                <a:ahLst/>
                <a:cxnLst/>
                <a:rect l="0" t="0" r="r" b="b"/>
                <a:pathLst>
                  <a:path w="626400" h="288000">
                    <a:moveTo>
                      <a:pt x="0" y="208800"/>
                    </a:moveTo>
                    <a:cubicBezTo>
                      <a:pt x="216000" y="180000"/>
                      <a:pt x="331200" y="0"/>
                      <a:pt x="482400" y="79200"/>
                    </a:cubicBezTo>
                    <a:lnTo>
                      <a:pt x="626400" y="93600"/>
                    </a:lnTo>
                    <a:cubicBezTo>
                      <a:pt x="432000" y="144000"/>
                      <a:pt x="338400" y="288000"/>
                      <a:pt x="151200" y="223200"/>
                    </a:cubicBezTo>
                    <a:close/>
                  </a:path>
                </a:pathLst>
              </a:custGeom>
              <a:solidFill>
                <a:srgbClr val="EEA6BF"/>
              </a:solidFill>
              <a:ln w="7200" cap="flat">
                <a:solidFill>
                  <a:srgbClr val="C677A3"/>
                </a:solidFill>
              </a:ln>
              <a:effectLst/>
            </p:spPr>
          </p:sp>
          <p:sp>
            <p:nvSpPr>
              <p:cNvPr id="701" name="SCHEM_ellipse-0699"/>
              <p:cNvSpPr/>
              <p:nvPr/>
            </p:nvSpPr>
            <p:spPr>
              <a:xfrm>
                <a:off x="9689472" y="2222856"/>
                <a:ext cx="129600" cy="79200"/>
              </a:xfrm>
              <a:prstGeom prst="ellipse">
                <a:avLst/>
              </a:prstGeom>
              <a:solidFill>
                <a:srgbClr val="929ECF"/>
              </a:solidFill>
              <a:ln w="5760" cap="flat">
                <a:solidFill>
                  <a:srgbClr val="7675A0"/>
                </a:solidFill>
              </a:ln>
              <a:effectLst/>
            </p:spPr>
          </p:sp>
          <p:sp>
            <p:nvSpPr>
              <p:cNvPr id="702" name="SCHEM_ellipse-0700"/>
              <p:cNvSpPr/>
              <p:nvPr/>
            </p:nvSpPr>
            <p:spPr>
              <a:xfrm>
                <a:off x="8193600" y="14112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03" name="SCHEM_ellipse-0701"/>
              <p:cNvSpPr/>
              <p:nvPr/>
            </p:nvSpPr>
            <p:spPr>
              <a:xfrm>
                <a:off x="8337744" y="14392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04" name="SCHEM_ellipse-0702"/>
              <p:cNvSpPr/>
              <p:nvPr/>
            </p:nvSpPr>
            <p:spPr>
              <a:xfrm>
                <a:off x="8503200" y="14112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05" name="SCHEM_ellipse-0703"/>
              <p:cNvSpPr/>
              <p:nvPr/>
            </p:nvSpPr>
            <p:spPr>
              <a:xfrm>
                <a:off x="8647344" y="14392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06" name="SCHEM_ellipse-0704"/>
              <p:cNvSpPr/>
              <p:nvPr/>
            </p:nvSpPr>
            <p:spPr>
              <a:xfrm>
                <a:off x="8812800" y="14112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07" name="SCHEM_ellipse-0705"/>
              <p:cNvSpPr/>
              <p:nvPr/>
            </p:nvSpPr>
            <p:spPr>
              <a:xfrm>
                <a:off x="8956944" y="14392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08" name="SCHEM_ellipse-0706"/>
              <p:cNvSpPr/>
              <p:nvPr/>
            </p:nvSpPr>
            <p:spPr>
              <a:xfrm>
                <a:off x="9122400" y="14112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09" name="SCHEM_ellipse-0707"/>
              <p:cNvSpPr/>
              <p:nvPr/>
            </p:nvSpPr>
            <p:spPr>
              <a:xfrm>
                <a:off x="9266544" y="14392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10" name="SCHEM_ellipse-0708"/>
              <p:cNvSpPr/>
              <p:nvPr/>
            </p:nvSpPr>
            <p:spPr>
              <a:xfrm>
                <a:off x="9432000" y="14112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11" name="SCHEM_ellipse-0709"/>
              <p:cNvSpPr/>
              <p:nvPr/>
            </p:nvSpPr>
            <p:spPr>
              <a:xfrm>
                <a:off x="9576144" y="14392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12" name="SCHEM_ellipse-0710"/>
              <p:cNvSpPr/>
              <p:nvPr/>
            </p:nvSpPr>
            <p:spPr>
              <a:xfrm>
                <a:off x="9741600" y="14112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13" name="SCHEM_ellipse-0711"/>
              <p:cNvSpPr/>
              <p:nvPr/>
            </p:nvSpPr>
            <p:spPr>
              <a:xfrm>
                <a:off x="9885744" y="14392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14" name="SCHEM_ellipse-0712"/>
              <p:cNvSpPr/>
              <p:nvPr/>
            </p:nvSpPr>
            <p:spPr>
              <a:xfrm>
                <a:off x="10051200" y="14112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15" name="SCHEM_ellipse-0713"/>
              <p:cNvSpPr/>
              <p:nvPr/>
            </p:nvSpPr>
            <p:spPr>
              <a:xfrm>
                <a:off x="10195344" y="14392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16" name="SCHEM_ellipse-0714"/>
              <p:cNvSpPr/>
              <p:nvPr/>
            </p:nvSpPr>
            <p:spPr>
              <a:xfrm>
                <a:off x="8193600" y="14976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17" name="SCHEM_ellipse-0715"/>
              <p:cNvSpPr/>
              <p:nvPr/>
            </p:nvSpPr>
            <p:spPr>
              <a:xfrm>
                <a:off x="8337744" y="15256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18" name="SCHEM_ellipse-0716"/>
              <p:cNvSpPr/>
              <p:nvPr/>
            </p:nvSpPr>
            <p:spPr>
              <a:xfrm>
                <a:off x="8503200" y="14976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19" name="SCHEM_ellipse-0717"/>
              <p:cNvSpPr/>
              <p:nvPr/>
            </p:nvSpPr>
            <p:spPr>
              <a:xfrm>
                <a:off x="8647344" y="15256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20" name="SCHEM_ellipse-0718"/>
              <p:cNvSpPr/>
              <p:nvPr/>
            </p:nvSpPr>
            <p:spPr>
              <a:xfrm>
                <a:off x="8812800" y="14976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21" name="SCHEM_ellipse-0719"/>
              <p:cNvSpPr/>
              <p:nvPr/>
            </p:nvSpPr>
            <p:spPr>
              <a:xfrm>
                <a:off x="8956944" y="15256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22" name="SCHEM_ellipse-0720"/>
              <p:cNvSpPr/>
              <p:nvPr/>
            </p:nvSpPr>
            <p:spPr>
              <a:xfrm>
                <a:off x="9122400" y="14976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23" name="SCHEM_ellipse-0721"/>
              <p:cNvSpPr/>
              <p:nvPr/>
            </p:nvSpPr>
            <p:spPr>
              <a:xfrm>
                <a:off x="9266544" y="15256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24" name="SCHEM_ellipse-0722"/>
              <p:cNvSpPr/>
              <p:nvPr/>
            </p:nvSpPr>
            <p:spPr>
              <a:xfrm>
                <a:off x="9432000" y="14976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25" name="SCHEM_ellipse-0723"/>
              <p:cNvSpPr/>
              <p:nvPr/>
            </p:nvSpPr>
            <p:spPr>
              <a:xfrm>
                <a:off x="9576144" y="15256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26" name="SCHEM_ellipse-0724"/>
              <p:cNvSpPr/>
              <p:nvPr/>
            </p:nvSpPr>
            <p:spPr>
              <a:xfrm>
                <a:off x="9741600" y="14976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27" name="SCHEM_ellipse-0725"/>
              <p:cNvSpPr/>
              <p:nvPr/>
            </p:nvSpPr>
            <p:spPr>
              <a:xfrm>
                <a:off x="9885744" y="15256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28" name="SCHEM_ellipse-0726"/>
              <p:cNvSpPr/>
              <p:nvPr/>
            </p:nvSpPr>
            <p:spPr>
              <a:xfrm>
                <a:off x="10051200" y="14976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29" name="SCHEM_ellipse-0727"/>
              <p:cNvSpPr/>
              <p:nvPr/>
            </p:nvSpPr>
            <p:spPr>
              <a:xfrm>
                <a:off x="10195344" y="15256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30" name="SCHEM_ellipse-0728"/>
              <p:cNvSpPr/>
              <p:nvPr/>
            </p:nvSpPr>
            <p:spPr>
              <a:xfrm>
                <a:off x="8193600" y="15840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31" name="SCHEM_ellipse-0729"/>
              <p:cNvSpPr/>
              <p:nvPr/>
            </p:nvSpPr>
            <p:spPr>
              <a:xfrm>
                <a:off x="8337744" y="16120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32" name="SCHEM_ellipse-0730"/>
              <p:cNvSpPr/>
              <p:nvPr/>
            </p:nvSpPr>
            <p:spPr>
              <a:xfrm>
                <a:off x="8503200" y="15840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33" name="SCHEM_ellipse-0731"/>
              <p:cNvSpPr/>
              <p:nvPr/>
            </p:nvSpPr>
            <p:spPr>
              <a:xfrm>
                <a:off x="8647344" y="16120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34" name="SCHEM_ellipse-0732"/>
              <p:cNvSpPr/>
              <p:nvPr/>
            </p:nvSpPr>
            <p:spPr>
              <a:xfrm>
                <a:off x="8812800" y="15840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35" name="SCHEM_ellipse-0733"/>
              <p:cNvSpPr/>
              <p:nvPr/>
            </p:nvSpPr>
            <p:spPr>
              <a:xfrm>
                <a:off x="8956944" y="16120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36" name="SCHEM_ellipse-0734"/>
              <p:cNvSpPr/>
              <p:nvPr/>
            </p:nvSpPr>
            <p:spPr>
              <a:xfrm>
                <a:off x="9122400" y="15840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37" name="SCHEM_ellipse-0735"/>
              <p:cNvSpPr/>
              <p:nvPr/>
            </p:nvSpPr>
            <p:spPr>
              <a:xfrm>
                <a:off x="9266544" y="16120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38" name="SCHEM_ellipse-0736"/>
              <p:cNvSpPr/>
              <p:nvPr/>
            </p:nvSpPr>
            <p:spPr>
              <a:xfrm>
                <a:off x="9432000" y="15840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39" name="SCHEM_ellipse-0737"/>
              <p:cNvSpPr/>
              <p:nvPr/>
            </p:nvSpPr>
            <p:spPr>
              <a:xfrm>
                <a:off x="9576144" y="16120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40" name="SCHEM_ellipse-0738"/>
              <p:cNvSpPr/>
              <p:nvPr/>
            </p:nvSpPr>
            <p:spPr>
              <a:xfrm>
                <a:off x="9741600" y="15840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41" name="SCHEM_ellipse-0739"/>
              <p:cNvSpPr/>
              <p:nvPr/>
            </p:nvSpPr>
            <p:spPr>
              <a:xfrm>
                <a:off x="9885744" y="16120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42" name="SCHEM_ellipse-0740"/>
              <p:cNvSpPr/>
              <p:nvPr/>
            </p:nvSpPr>
            <p:spPr>
              <a:xfrm>
                <a:off x="10051200" y="15840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43" name="SCHEM_ellipse-0741"/>
              <p:cNvSpPr/>
              <p:nvPr/>
            </p:nvSpPr>
            <p:spPr>
              <a:xfrm>
                <a:off x="10195344" y="16120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44" name="SCHEM_ellipse-0742"/>
              <p:cNvSpPr/>
              <p:nvPr/>
            </p:nvSpPr>
            <p:spPr>
              <a:xfrm>
                <a:off x="8193600" y="16704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45" name="SCHEM_ellipse-0743"/>
              <p:cNvSpPr/>
              <p:nvPr/>
            </p:nvSpPr>
            <p:spPr>
              <a:xfrm>
                <a:off x="8337744" y="16984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46" name="SCHEM_ellipse-0744"/>
              <p:cNvSpPr/>
              <p:nvPr/>
            </p:nvSpPr>
            <p:spPr>
              <a:xfrm>
                <a:off x="8503200" y="16704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47" name="SCHEM_ellipse-0745"/>
              <p:cNvSpPr/>
              <p:nvPr/>
            </p:nvSpPr>
            <p:spPr>
              <a:xfrm>
                <a:off x="8647344" y="16984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48" name="SCHEM_ellipse-0746"/>
              <p:cNvSpPr/>
              <p:nvPr/>
            </p:nvSpPr>
            <p:spPr>
              <a:xfrm>
                <a:off x="8812800" y="16704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49" name="SCHEM_ellipse-0747"/>
              <p:cNvSpPr/>
              <p:nvPr/>
            </p:nvSpPr>
            <p:spPr>
              <a:xfrm>
                <a:off x="8956944" y="16984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50" name="SCHEM_ellipse-0748"/>
              <p:cNvSpPr/>
              <p:nvPr/>
            </p:nvSpPr>
            <p:spPr>
              <a:xfrm>
                <a:off x="9122400" y="16704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51" name="SCHEM_ellipse-0749"/>
              <p:cNvSpPr/>
              <p:nvPr/>
            </p:nvSpPr>
            <p:spPr>
              <a:xfrm>
                <a:off x="9266544" y="16984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52" name="SCHEM_ellipse-0750"/>
              <p:cNvSpPr/>
              <p:nvPr/>
            </p:nvSpPr>
            <p:spPr>
              <a:xfrm>
                <a:off x="9432000" y="16704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53" name="SCHEM_ellipse-0751"/>
              <p:cNvSpPr/>
              <p:nvPr/>
            </p:nvSpPr>
            <p:spPr>
              <a:xfrm>
                <a:off x="9576144" y="16984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54" name="SCHEM_ellipse-0752"/>
              <p:cNvSpPr/>
              <p:nvPr/>
            </p:nvSpPr>
            <p:spPr>
              <a:xfrm>
                <a:off x="9741600" y="16704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55" name="SCHEM_ellipse-0753"/>
              <p:cNvSpPr/>
              <p:nvPr/>
            </p:nvSpPr>
            <p:spPr>
              <a:xfrm>
                <a:off x="9885744" y="16984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56" name="SCHEM_ellipse-0754"/>
              <p:cNvSpPr/>
              <p:nvPr/>
            </p:nvSpPr>
            <p:spPr>
              <a:xfrm>
                <a:off x="10051200" y="16704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57" name="SCHEM_ellipse-0755"/>
              <p:cNvSpPr/>
              <p:nvPr/>
            </p:nvSpPr>
            <p:spPr>
              <a:xfrm>
                <a:off x="10195344" y="16984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58" name="SCHEM_rect-0756"/>
              <p:cNvSpPr/>
              <p:nvPr/>
            </p:nvSpPr>
            <p:spPr>
              <a:xfrm>
                <a:off x="8280000" y="2541600"/>
                <a:ext cx="2037600" cy="360000"/>
              </a:xfrm>
              <a:prstGeom prst="rect">
                <a:avLst/>
              </a:prstGeom>
              <a:solidFill>
                <a:srgbClr val="E3E4E1"/>
              </a:solidFill>
              <a:ln w="7200" cap="flat">
                <a:solidFill>
                  <a:srgbClr val="A7AAA5"/>
                </a:solidFill>
              </a:ln>
              <a:effectLst/>
            </p:spPr>
          </p:sp>
          <p:sp>
            <p:nvSpPr>
              <p:cNvPr id="759" name="SCHEM_ellipse-0757"/>
              <p:cNvSpPr/>
              <p:nvPr/>
            </p:nvSpPr>
            <p:spPr>
              <a:xfrm>
                <a:off x="8301600" y="256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60" name="SCHEM_line-0758"/>
              <p:cNvCxnSpPr/>
              <p:nvPr/>
            </p:nvCxnSpPr>
            <p:spPr>
              <a:xfrm>
                <a:off x="8330400" y="257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61" name="SCHEM_ellipse-0759"/>
              <p:cNvSpPr/>
              <p:nvPr/>
            </p:nvSpPr>
            <p:spPr>
              <a:xfrm>
                <a:off x="8486836" y="256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62" name="SCHEM_line-0760"/>
              <p:cNvCxnSpPr/>
              <p:nvPr/>
            </p:nvCxnSpPr>
            <p:spPr>
              <a:xfrm>
                <a:off x="8515636" y="257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63" name="SCHEM_ellipse-0761"/>
              <p:cNvSpPr/>
              <p:nvPr/>
            </p:nvSpPr>
            <p:spPr>
              <a:xfrm>
                <a:off x="8672073" y="256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64" name="SCHEM_line-0762"/>
              <p:cNvCxnSpPr/>
              <p:nvPr/>
            </p:nvCxnSpPr>
            <p:spPr>
              <a:xfrm>
                <a:off x="8700873" y="257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65" name="SCHEM_ellipse-0763"/>
              <p:cNvSpPr/>
              <p:nvPr/>
            </p:nvSpPr>
            <p:spPr>
              <a:xfrm>
                <a:off x="8857309" y="256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66" name="SCHEM_line-0764"/>
              <p:cNvCxnSpPr/>
              <p:nvPr/>
            </p:nvCxnSpPr>
            <p:spPr>
              <a:xfrm>
                <a:off x="8886109" y="257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67" name="SCHEM_ellipse-0765"/>
              <p:cNvSpPr/>
              <p:nvPr/>
            </p:nvSpPr>
            <p:spPr>
              <a:xfrm>
                <a:off x="9042545" y="256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68" name="SCHEM_line-0766"/>
              <p:cNvCxnSpPr/>
              <p:nvPr/>
            </p:nvCxnSpPr>
            <p:spPr>
              <a:xfrm>
                <a:off x="9071345" y="257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69" name="SCHEM_ellipse-0767"/>
              <p:cNvSpPr/>
              <p:nvPr/>
            </p:nvSpPr>
            <p:spPr>
              <a:xfrm>
                <a:off x="9227782" y="256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70" name="SCHEM_line-0768"/>
              <p:cNvCxnSpPr/>
              <p:nvPr/>
            </p:nvCxnSpPr>
            <p:spPr>
              <a:xfrm>
                <a:off x="9256582" y="257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71" name="SCHEM_ellipse-0769"/>
              <p:cNvSpPr/>
              <p:nvPr/>
            </p:nvSpPr>
            <p:spPr>
              <a:xfrm>
                <a:off x="9413018" y="256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72" name="SCHEM_line-0770"/>
              <p:cNvCxnSpPr/>
              <p:nvPr/>
            </p:nvCxnSpPr>
            <p:spPr>
              <a:xfrm>
                <a:off x="9441818" y="257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73" name="SCHEM_ellipse-0771"/>
              <p:cNvSpPr/>
              <p:nvPr/>
            </p:nvSpPr>
            <p:spPr>
              <a:xfrm>
                <a:off x="9598255" y="256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74" name="SCHEM_line-0772"/>
              <p:cNvCxnSpPr/>
              <p:nvPr/>
            </p:nvCxnSpPr>
            <p:spPr>
              <a:xfrm>
                <a:off x="9627055" y="257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75" name="SCHEM_ellipse-0773"/>
              <p:cNvSpPr/>
              <p:nvPr/>
            </p:nvSpPr>
            <p:spPr>
              <a:xfrm>
                <a:off x="9783491" y="256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76" name="SCHEM_line-0774"/>
              <p:cNvCxnSpPr/>
              <p:nvPr/>
            </p:nvCxnSpPr>
            <p:spPr>
              <a:xfrm>
                <a:off x="9812291" y="257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77" name="SCHEM_ellipse-0775"/>
              <p:cNvSpPr/>
              <p:nvPr/>
            </p:nvSpPr>
            <p:spPr>
              <a:xfrm>
                <a:off x="9968727" y="256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78" name="SCHEM_line-0776"/>
              <p:cNvCxnSpPr/>
              <p:nvPr/>
            </p:nvCxnSpPr>
            <p:spPr>
              <a:xfrm>
                <a:off x="9997527" y="257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79" name="SCHEM_ellipse-0777"/>
              <p:cNvSpPr/>
              <p:nvPr/>
            </p:nvSpPr>
            <p:spPr>
              <a:xfrm>
                <a:off x="10153964" y="256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80" name="SCHEM_line-0778"/>
              <p:cNvCxnSpPr/>
              <p:nvPr/>
            </p:nvCxnSpPr>
            <p:spPr>
              <a:xfrm>
                <a:off x="10182764" y="257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81" name="SCHEM_ellipse-0779"/>
              <p:cNvSpPr/>
              <p:nvPr/>
            </p:nvSpPr>
            <p:spPr>
              <a:xfrm>
                <a:off x="8301600" y="268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82" name="SCHEM_line-0780"/>
              <p:cNvCxnSpPr/>
              <p:nvPr/>
            </p:nvCxnSpPr>
            <p:spPr>
              <a:xfrm>
                <a:off x="8330400" y="269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83" name="SCHEM_ellipse-0781"/>
              <p:cNvSpPr/>
              <p:nvPr/>
            </p:nvSpPr>
            <p:spPr>
              <a:xfrm>
                <a:off x="8486836" y="268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84" name="SCHEM_line-0782"/>
              <p:cNvCxnSpPr/>
              <p:nvPr/>
            </p:nvCxnSpPr>
            <p:spPr>
              <a:xfrm>
                <a:off x="8515636" y="269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85" name="SCHEM_ellipse-0783"/>
              <p:cNvSpPr/>
              <p:nvPr/>
            </p:nvSpPr>
            <p:spPr>
              <a:xfrm>
                <a:off x="8672073" y="268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86" name="SCHEM_line-0784"/>
              <p:cNvCxnSpPr/>
              <p:nvPr/>
            </p:nvCxnSpPr>
            <p:spPr>
              <a:xfrm>
                <a:off x="8700873" y="269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87" name="SCHEM_ellipse-0785"/>
              <p:cNvSpPr/>
              <p:nvPr/>
            </p:nvSpPr>
            <p:spPr>
              <a:xfrm>
                <a:off x="8857309" y="268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88" name="SCHEM_line-0786"/>
              <p:cNvCxnSpPr/>
              <p:nvPr/>
            </p:nvCxnSpPr>
            <p:spPr>
              <a:xfrm>
                <a:off x="8886109" y="269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89" name="SCHEM_ellipse-0787"/>
              <p:cNvSpPr/>
              <p:nvPr/>
            </p:nvSpPr>
            <p:spPr>
              <a:xfrm>
                <a:off x="9042545" y="268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90" name="SCHEM_line-0788"/>
              <p:cNvCxnSpPr/>
              <p:nvPr/>
            </p:nvCxnSpPr>
            <p:spPr>
              <a:xfrm>
                <a:off x="9071345" y="269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91" name="SCHEM_ellipse-0789"/>
              <p:cNvSpPr/>
              <p:nvPr/>
            </p:nvSpPr>
            <p:spPr>
              <a:xfrm>
                <a:off x="9227782" y="268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92" name="SCHEM_line-0790"/>
              <p:cNvCxnSpPr/>
              <p:nvPr/>
            </p:nvCxnSpPr>
            <p:spPr>
              <a:xfrm>
                <a:off x="9256582" y="269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93" name="SCHEM_ellipse-0791"/>
              <p:cNvSpPr/>
              <p:nvPr/>
            </p:nvSpPr>
            <p:spPr>
              <a:xfrm>
                <a:off x="9413018" y="268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94" name="SCHEM_line-0792"/>
              <p:cNvCxnSpPr/>
              <p:nvPr/>
            </p:nvCxnSpPr>
            <p:spPr>
              <a:xfrm>
                <a:off x="9441818" y="269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95" name="SCHEM_ellipse-0793"/>
              <p:cNvSpPr/>
              <p:nvPr/>
            </p:nvSpPr>
            <p:spPr>
              <a:xfrm>
                <a:off x="9598255" y="268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96" name="SCHEM_line-0794"/>
              <p:cNvCxnSpPr/>
              <p:nvPr/>
            </p:nvCxnSpPr>
            <p:spPr>
              <a:xfrm>
                <a:off x="9627055" y="269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97" name="SCHEM_ellipse-0795"/>
              <p:cNvSpPr/>
              <p:nvPr/>
            </p:nvSpPr>
            <p:spPr>
              <a:xfrm>
                <a:off x="9783491" y="268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98" name="SCHEM_line-0796"/>
              <p:cNvCxnSpPr/>
              <p:nvPr/>
            </p:nvCxnSpPr>
            <p:spPr>
              <a:xfrm>
                <a:off x="9812291" y="269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99" name="SCHEM_ellipse-0797"/>
              <p:cNvSpPr/>
              <p:nvPr/>
            </p:nvSpPr>
            <p:spPr>
              <a:xfrm>
                <a:off x="9968727" y="268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800" name="SCHEM_line-0798"/>
              <p:cNvCxnSpPr/>
              <p:nvPr/>
            </p:nvCxnSpPr>
            <p:spPr>
              <a:xfrm>
                <a:off x="9997527" y="269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801" name="SCHEM_ellipse-0799"/>
              <p:cNvSpPr/>
              <p:nvPr/>
            </p:nvSpPr>
            <p:spPr>
              <a:xfrm>
                <a:off x="10153964" y="268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802" name="SCHEM_line-0800"/>
              <p:cNvCxnSpPr/>
              <p:nvPr/>
            </p:nvCxnSpPr>
            <p:spPr>
              <a:xfrm>
                <a:off x="10182764" y="269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803" name="SCHEM_ellipse-0801"/>
              <p:cNvSpPr/>
              <p:nvPr/>
            </p:nvSpPr>
            <p:spPr>
              <a:xfrm>
                <a:off x="8301600" y="280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804" name="SCHEM_line-0802"/>
              <p:cNvCxnSpPr/>
              <p:nvPr/>
            </p:nvCxnSpPr>
            <p:spPr>
              <a:xfrm>
                <a:off x="8330400" y="281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805" name="SCHEM_ellipse-0803"/>
              <p:cNvSpPr/>
              <p:nvPr/>
            </p:nvSpPr>
            <p:spPr>
              <a:xfrm>
                <a:off x="8486836" y="280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806" name="SCHEM_line-0804"/>
              <p:cNvCxnSpPr/>
              <p:nvPr/>
            </p:nvCxnSpPr>
            <p:spPr>
              <a:xfrm>
                <a:off x="8515636" y="281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807" name="SCHEM_ellipse-0805"/>
              <p:cNvSpPr/>
              <p:nvPr/>
            </p:nvSpPr>
            <p:spPr>
              <a:xfrm>
                <a:off x="8672073" y="280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808" name="SCHEM_line-0806"/>
              <p:cNvCxnSpPr/>
              <p:nvPr/>
            </p:nvCxnSpPr>
            <p:spPr>
              <a:xfrm>
                <a:off x="8700873" y="281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809" name="SCHEM_ellipse-0807"/>
              <p:cNvSpPr/>
              <p:nvPr/>
            </p:nvSpPr>
            <p:spPr>
              <a:xfrm>
                <a:off x="8857309" y="280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810" name="SCHEM_line-0808"/>
              <p:cNvCxnSpPr/>
              <p:nvPr/>
            </p:nvCxnSpPr>
            <p:spPr>
              <a:xfrm>
                <a:off x="8886109" y="281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811" name="SCHEM_ellipse-0809"/>
              <p:cNvSpPr/>
              <p:nvPr/>
            </p:nvSpPr>
            <p:spPr>
              <a:xfrm>
                <a:off x="9042545" y="280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812" name="SCHEM_line-0810"/>
              <p:cNvCxnSpPr/>
              <p:nvPr/>
            </p:nvCxnSpPr>
            <p:spPr>
              <a:xfrm>
                <a:off x="9071345" y="281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813" name="SCHEM_ellipse-0811"/>
              <p:cNvSpPr/>
              <p:nvPr/>
            </p:nvSpPr>
            <p:spPr>
              <a:xfrm>
                <a:off x="9227782" y="280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814" name="SCHEM_line-0812"/>
              <p:cNvCxnSpPr/>
              <p:nvPr/>
            </p:nvCxnSpPr>
            <p:spPr>
              <a:xfrm>
                <a:off x="9256582" y="281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815" name="SCHEM_ellipse-0813"/>
              <p:cNvSpPr/>
              <p:nvPr/>
            </p:nvSpPr>
            <p:spPr>
              <a:xfrm>
                <a:off x="9413018" y="280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816" name="SCHEM_line-0814"/>
              <p:cNvCxnSpPr/>
              <p:nvPr/>
            </p:nvCxnSpPr>
            <p:spPr>
              <a:xfrm>
                <a:off x="9441818" y="281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817" name="SCHEM_ellipse-0815"/>
              <p:cNvSpPr/>
              <p:nvPr/>
            </p:nvSpPr>
            <p:spPr>
              <a:xfrm>
                <a:off x="9598255" y="280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818" name="SCHEM_line-0816"/>
              <p:cNvCxnSpPr/>
              <p:nvPr/>
            </p:nvCxnSpPr>
            <p:spPr>
              <a:xfrm>
                <a:off x="9627055" y="281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819" name="SCHEM_ellipse-0817"/>
              <p:cNvSpPr/>
              <p:nvPr/>
            </p:nvSpPr>
            <p:spPr>
              <a:xfrm>
                <a:off x="9783491" y="280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820" name="SCHEM_line-0818"/>
              <p:cNvCxnSpPr/>
              <p:nvPr/>
            </p:nvCxnSpPr>
            <p:spPr>
              <a:xfrm>
                <a:off x="9812291" y="281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821" name="SCHEM_ellipse-0819"/>
              <p:cNvSpPr/>
              <p:nvPr/>
            </p:nvSpPr>
            <p:spPr>
              <a:xfrm>
                <a:off x="9968727" y="280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822" name="SCHEM_line-0820"/>
              <p:cNvCxnSpPr/>
              <p:nvPr/>
            </p:nvCxnSpPr>
            <p:spPr>
              <a:xfrm>
                <a:off x="9997527" y="281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823" name="SCHEM_ellipse-0821"/>
              <p:cNvSpPr/>
              <p:nvPr/>
            </p:nvSpPr>
            <p:spPr>
              <a:xfrm>
                <a:off x="10153964" y="280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824" name="SCHEM_line-0822"/>
              <p:cNvCxnSpPr/>
              <p:nvPr/>
            </p:nvCxnSpPr>
            <p:spPr>
              <a:xfrm>
                <a:off x="10182764" y="281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825" name="SCHEM_rect-0823"/>
              <p:cNvSpPr/>
              <p:nvPr/>
            </p:nvSpPr>
            <p:spPr>
              <a:xfrm>
                <a:off x="8280000" y="3182400"/>
                <a:ext cx="2037600" cy="1396800"/>
              </a:xfrm>
              <a:prstGeom prst="rect">
                <a:avLst/>
              </a:prstGeom>
              <a:solidFill>
                <a:srgbClr val="94D8EE"/>
              </a:solidFill>
              <a:ln w="9360" cap="flat">
                <a:noFill/>
              </a:ln>
              <a:effectLst/>
            </p:spPr>
          </p:sp>
          <p:sp>
            <p:nvSpPr>
              <p:cNvPr id="826" name="SCHEM_ellipse-0824"/>
              <p:cNvSpPr/>
              <p:nvPr/>
            </p:nvSpPr>
            <p:spPr>
              <a:xfrm>
                <a:off x="8157600" y="2923200"/>
                <a:ext cx="648000" cy="244800"/>
              </a:xfrm>
              <a:prstGeom prst="ellipse">
                <a:avLst/>
              </a:prstGeom>
              <a:solidFill>
                <a:srgbClr val="F5B2BB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827" name="SCHEM_ellipse-0825"/>
              <p:cNvSpPr/>
              <p:nvPr/>
            </p:nvSpPr>
            <p:spPr>
              <a:xfrm>
                <a:off x="8407080" y="3002760"/>
                <a:ext cx="168480" cy="856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828" name="SCHEM_ellipse-0826"/>
              <p:cNvSpPr/>
              <p:nvPr/>
            </p:nvSpPr>
            <p:spPr>
              <a:xfrm>
                <a:off x="8812800" y="2923200"/>
                <a:ext cx="648000" cy="244800"/>
              </a:xfrm>
              <a:prstGeom prst="ellipse">
                <a:avLst/>
              </a:prstGeom>
              <a:solidFill>
                <a:srgbClr val="F5B2BB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829" name="SCHEM_ellipse-0827"/>
              <p:cNvSpPr/>
              <p:nvPr/>
            </p:nvSpPr>
            <p:spPr>
              <a:xfrm>
                <a:off x="9062280" y="3002760"/>
                <a:ext cx="168480" cy="856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830" name="SCHEM_ellipse-0828"/>
              <p:cNvSpPr/>
              <p:nvPr/>
            </p:nvSpPr>
            <p:spPr>
              <a:xfrm>
                <a:off x="9468000" y="2923200"/>
                <a:ext cx="648000" cy="244800"/>
              </a:xfrm>
              <a:prstGeom prst="ellipse">
                <a:avLst/>
              </a:prstGeom>
              <a:solidFill>
                <a:srgbClr val="F5B2BB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831" name="SCHEM_ellipse-0829"/>
              <p:cNvSpPr/>
              <p:nvPr/>
            </p:nvSpPr>
            <p:spPr>
              <a:xfrm>
                <a:off x="9717480" y="3002760"/>
                <a:ext cx="168480" cy="856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cxnSp>
            <p:nvCxnSpPr>
              <p:cNvPr id="832" name="SCHEM_line-0830"/>
              <p:cNvCxnSpPr/>
              <p:nvPr/>
            </p:nvCxnSpPr>
            <p:spPr>
              <a:xfrm flipV="1">
                <a:off x="9187200" y="2887200"/>
                <a:ext cx="1" cy="396000"/>
              </a:xfrm>
              <a:prstGeom prst="line">
                <a:avLst/>
              </a:prstGeom>
              <a:noFill/>
              <a:ln w="43200" cap="flat">
                <a:solidFill>
                  <a:srgbClr val="DE696C"/>
                </a:solidFill>
                <a:tailEnd type="triangle" w="med" len="med"/>
              </a:ln>
              <a:effectLst/>
            </p:spPr>
          </p:cxnSp>
          <p:cxnSp>
            <p:nvCxnSpPr>
              <p:cNvPr id="833" name="SCHEM_line-0831"/>
              <p:cNvCxnSpPr/>
              <p:nvPr/>
            </p:nvCxnSpPr>
            <p:spPr>
              <a:xfrm>
                <a:off x="9374400" y="2858400"/>
                <a:ext cx="1" cy="475200"/>
              </a:xfrm>
              <a:prstGeom prst="line">
                <a:avLst/>
              </a:prstGeom>
              <a:noFill/>
              <a:ln w="43200" cap="flat">
                <a:solidFill>
                  <a:srgbClr val="1595C8"/>
                </a:solidFill>
                <a:tailEnd type="triangle" w="med" len="med"/>
              </a:ln>
              <a:effectLst/>
            </p:spPr>
          </p:cxnSp>
          <p:sp>
            <p:nvSpPr>
              <p:cNvPr id="834" name="SCHEM_ellipse-0832"/>
              <p:cNvSpPr/>
              <p:nvPr/>
            </p:nvSpPr>
            <p:spPr>
              <a:xfrm>
                <a:off x="8798400" y="3736800"/>
                <a:ext cx="144000" cy="144000"/>
              </a:xfrm>
              <a:prstGeom prst="ellipse">
                <a:avLst/>
              </a:prstGeom>
              <a:solidFill>
                <a:srgbClr val="E7F7FE"/>
              </a:solidFill>
              <a:ln w="7920" cap="flat">
                <a:solidFill>
                  <a:srgbClr val="2885B2"/>
                </a:solidFill>
              </a:ln>
              <a:effectLst/>
            </p:spPr>
          </p:sp>
          <p:sp>
            <p:nvSpPr>
              <p:cNvPr id="835" name="SCHEM_ellipse-0833"/>
              <p:cNvSpPr/>
              <p:nvPr/>
            </p:nvSpPr>
            <p:spPr>
              <a:xfrm>
                <a:off x="8820000" y="3758400"/>
                <a:ext cx="100800" cy="100800"/>
              </a:xfrm>
              <a:prstGeom prst="ellipse">
                <a:avLst/>
              </a:prstGeom>
              <a:noFill/>
              <a:ln w="5040" cap="flat">
                <a:solidFill>
                  <a:srgbClr val="55A8CE"/>
                </a:solidFill>
              </a:ln>
              <a:effectLst/>
            </p:spPr>
          </p:sp>
          <p:sp>
            <p:nvSpPr>
              <p:cNvPr id="836" name="SCHEM_ellipse-0834"/>
              <p:cNvSpPr/>
              <p:nvPr/>
            </p:nvSpPr>
            <p:spPr>
              <a:xfrm>
                <a:off x="8467200" y="4060800"/>
                <a:ext cx="144000" cy="144000"/>
              </a:xfrm>
              <a:prstGeom prst="ellipse">
                <a:avLst/>
              </a:prstGeom>
              <a:solidFill>
                <a:srgbClr val="E7F7FE"/>
              </a:solidFill>
              <a:ln w="7920" cap="flat">
                <a:solidFill>
                  <a:srgbClr val="2885B2"/>
                </a:solidFill>
              </a:ln>
              <a:effectLst/>
            </p:spPr>
          </p:sp>
          <p:sp>
            <p:nvSpPr>
              <p:cNvPr id="837" name="SCHEM_ellipse-0835"/>
              <p:cNvSpPr/>
              <p:nvPr/>
            </p:nvSpPr>
            <p:spPr>
              <a:xfrm>
                <a:off x="8488800" y="4082400"/>
                <a:ext cx="100800" cy="100800"/>
              </a:xfrm>
              <a:prstGeom prst="ellipse">
                <a:avLst/>
              </a:prstGeom>
              <a:noFill/>
              <a:ln w="5040" cap="flat">
                <a:solidFill>
                  <a:srgbClr val="55A8CE"/>
                </a:solidFill>
              </a:ln>
              <a:effectLst/>
            </p:spPr>
          </p:sp>
          <p:sp>
            <p:nvSpPr>
              <p:cNvPr id="838" name="SCHEM_ellipse-0836"/>
              <p:cNvSpPr/>
              <p:nvPr/>
            </p:nvSpPr>
            <p:spPr>
              <a:xfrm>
                <a:off x="9007200" y="4017600"/>
                <a:ext cx="144000" cy="144000"/>
              </a:xfrm>
              <a:prstGeom prst="ellipse">
                <a:avLst/>
              </a:prstGeom>
              <a:solidFill>
                <a:srgbClr val="E7F7FE"/>
              </a:solidFill>
              <a:ln w="7920" cap="flat">
                <a:solidFill>
                  <a:srgbClr val="2885B2"/>
                </a:solidFill>
              </a:ln>
              <a:effectLst/>
            </p:spPr>
          </p:sp>
          <p:sp>
            <p:nvSpPr>
              <p:cNvPr id="839" name="SCHEM_ellipse-0837"/>
              <p:cNvSpPr/>
              <p:nvPr/>
            </p:nvSpPr>
            <p:spPr>
              <a:xfrm>
                <a:off x="9028800" y="4039200"/>
                <a:ext cx="100800" cy="100800"/>
              </a:xfrm>
              <a:prstGeom prst="ellipse">
                <a:avLst/>
              </a:prstGeom>
              <a:noFill/>
              <a:ln w="5040" cap="flat">
                <a:solidFill>
                  <a:srgbClr val="55A8CE"/>
                </a:solidFill>
              </a:ln>
              <a:effectLst/>
            </p:spPr>
          </p:sp>
          <p:sp>
            <p:nvSpPr>
              <p:cNvPr id="840" name="SCHEM_ellipse-0838"/>
              <p:cNvSpPr/>
              <p:nvPr/>
            </p:nvSpPr>
            <p:spPr>
              <a:xfrm>
                <a:off x="9554400" y="3780000"/>
                <a:ext cx="144000" cy="144000"/>
              </a:xfrm>
              <a:prstGeom prst="ellipse">
                <a:avLst/>
              </a:prstGeom>
              <a:solidFill>
                <a:srgbClr val="E7F7FE"/>
              </a:solidFill>
              <a:ln w="7920" cap="flat">
                <a:solidFill>
                  <a:srgbClr val="2885B2"/>
                </a:solidFill>
              </a:ln>
              <a:effectLst/>
            </p:spPr>
          </p:sp>
          <p:sp>
            <p:nvSpPr>
              <p:cNvPr id="841" name="SCHEM_ellipse-0839"/>
              <p:cNvSpPr/>
              <p:nvPr/>
            </p:nvSpPr>
            <p:spPr>
              <a:xfrm>
                <a:off x="9576000" y="3801600"/>
                <a:ext cx="100800" cy="100800"/>
              </a:xfrm>
              <a:prstGeom prst="ellipse">
                <a:avLst/>
              </a:prstGeom>
              <a:noFill/>
              <a:ln w="5040" cap="flat">
                <a:solidFill>
                  <a:srgbClr val="55A8CE"/>
                </a:solidFill>
              </a:ln>
              <a:effectLst/>
            </p:spPr>
          </p:sp>
          <p:sp>
            <p:nvSpPr>
              <p:cNvPr id="842" name="SCHEM_ellipse-0840"/>
              <p:cNvSpPr/>
              <p:nvPr/>
            </p:nvSpPr>
            <p:spPr>
              <a:xfrm>
                <a:off x="10008000" y="4140000"/>
                <a:ext cx="144000" cy="144000"/>
              </a:xfrm>
              <a:prstGeom prst="ellipse">
                <a:avLst/>
              </a:prstGeom>
              <a:solidFill>
                <a:srgbClr val="E7F7FE"/>
              </a:solidFill>
              <a:ln w="7920" cap="flat">
                <a:solidFill>
                  <a:srgbClr val="2885B2"/>
                </a:solidFill>
              </a:ln>
              <a:effectLst/>
            </p:spPr>
          </p:sp>
          <p:sp>
            <p:nvSpPr>
              <p:cNvPr id="843" name="SCHEM_ellipse-0841"/>
              <p:cNvSpPr/>
              <p:nvPr/>
            </p:nvSpPr>
            <p:spPr>
              <a:xfrm>
                <a:off x="10029600" y="4161600"/>
                <a:ext cx="100800" cy="100800"/>
              </a:xfrm>
              <a:prstGeom prst="ellipse">
                <a:avLst/>
              </a:prstGeom>
              <a:noFill/>
              <a:ln w="5040" cap="flat">
                <a:solidFill>
                  <a:srgbClr val="55A8CE"/>
                </a:solidFill>
              </a:ln>
              <a:effectLst/>
            </p:spPr>
          </p:sp>
          <p:cxnSp>
            <p:nvCxnSpPr>
              <p:cNvPr id="844" name="SCHEM_line-0842"/>
              <p:cNvCxnSpPr/>
              <p:nvPr/>
            </p:nvCxnSpPr>
            <p:spPr>
              <a:xfrm>
                <a:off x="9381600" y="4219200"/>
                <a:ext cx="460800" cy="1"/>
              </a:xfrm>
              <a:prstGeom prst="line">
                <a:avLst/>
              </a:prstGeom>
              <a:noFill/>
              <a:ln w="43200" cap="flat">
                <a:solidFill>
                  <a:srgbClr val="1595C8"/>
                </a:solidFill>
                <a:tailEnd type="triangle" w="med" len="med"/>
              </a:ln>
              <a:effectLst/>
            </p:spPr>
          </p:cxnSp>
        </p:grpSp>
        <p:sp>
          <p:nvSpPr>
            <p:cNvPr id="845" name="SCHEM_text-0843"/>
            <p:cNvSpPr txBox="1"/>
            <p:nvPr/>
          </p:nvSpPr>
          <p:spPr>
            <a:xfrm>
              <a:off x="8575200" y="842400"/>
              <a:ext cx="2628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Selective local exchange</a:t>
              </a:r>
              <a:endParaRPr lang="en-US" sz="1531"/>
            </a:p>
          </p:txBody>
        </p:sp>
        <p:sp>
          <p:nvSpPr>
            <p:cNvPr id="846" name="SCHEM_text-0844"/>
            <p:cNvSpPr txBox="1"/>
            <p:nvPr/>
          </p:nvSpPr>
          <p:spPr>
            <a:xfrm>
              <a:off x="9223200" y="1130400"/>
              <a:ext cx="648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Air</a:t>
              </a:r>
              <a:endParaRPr lang="en-US" sz="1361"/>
            </a:p>
          </p:txBody>
        </p:sp>
        <p:sp>
          <p:nvSpPr>
            <p:cNvPr id="847" name="SCHEM_text-0845"/>
            <p:cNvSpPr txBox="1"/>
            <p:nvPr/>
          </p:nvSpPr>
          <p:spPr>
            <a:xfrm>
              <a:off x="10476000" y="1360800"/>
              <a:ext cx="9792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Tissue-specific</a:t>
              </a:r>
              <a:endParaRPr lang="en-US" sz="1191"/>
            </a:p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medium</a:t>
              </a:r>
              <a:endParaRPr lang="en-US" sz="1191"/>
            </a:p>
          </p:txBody>
        </p:sp>
        <p:cxnSp>
          <p:nvCxnSpPr>
            <p:cNvPr id="848" name="SCHEM_line-0846"/>
            <p:cNvCxnSpPr/>
            <p:nvPr/>
          </p:nvCxnSpPr>
          <p:spPr>
            <a:xfrm flipH="1">
              <a:off x="10108800" y="1576800"/>
              <a:ext cx="302400" cy="2376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849" name="SCHEM_ellipse-0847"/>
            <p:cNvSpPr/>
            <p:nvPr/>
          </p:nvSpPr>
          <p:spPr>
            <a:xfrm>
              <a:off x="10087200" y="17928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850" name="SCHEM_text-0848"/>
            <p:cNvSpPr txBox="1"/>
            <p:nvPr/>
          </p:nvSpPr>
          <p:spPr>
            <a:xfrm>
              <a:off x="10476000" y="2030400"/>
              <a:ext cx="9360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Stromal cells</a:t>
              </a:r>
              <a:endParaRPr lang="en-US" sz="1191"/>
            </a:p>
          </p:txBody>
        </p:sp>
        <p:cxnSp>
          <p:nvCxnSpPr>
            <p:cNvPr id="851" name="SCHEM_line-0849"/>
            <p:cNvCxnSpPr/>
            <p:nvPr/>
          </p:nvCxnSpPr>
          <p:spPr>
            <a:xfrm flipH="1">
              <a:off x="9892800" y="2102400"/>
              <a:ext cx="525600" cy="1440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852" name="SCHEM_ellipse-0850"/>
            <p:cNvSpPr/>
            <p:nvPr/>
          </p:nvSpPr>
          <p:spPr>
            <a:xfrm>
              <a:off x="9871200" y="22248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853" name="SCHEM_text-0851"/>
            <p:cNvSpPr txBox="1"/>
            <p:nvPr/>
          </p:nvSpPr>
          <p:spPr>
            <a:xfrm>
              <a:off x="10476000" y="2628000"/>
              <a:ext cx="9360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Nylon mesh</a:t>
              </a:r>
              <a:endParaRPr lang="en-US" sz="1191"/>
            </a:p>
          </p:txBody>
        </p:sp>
        <p:cxnSp>
          <p:nvCxnSpPr>
            <p:cNvPr id="854" name="SCHEM_line-0852"/>
            <p:cNvCxnSpPr/>
            <p:nvPr/>
          </p:nvCxnSpPr>
          <p:spPr>
            <a:xfrm flipH="1">
              <a:off x="10224000" y="2700000"/>
              <a:ext cx="194400" cy="1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855" name="SCHEM_ellipse-0853"/>
            <p:cNvSpPr/>
            <p:nvPr/>
          </p:nvSpPr>
          <p:spPr>
            <a:xfrm>
              <a:off x="10202400" y="26784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856" name="SCHEM_text-0854"/>
            <p:cNvSpPr txBox="1"/>
            <p:nvPr/>
          </p:nvSpPr>
          <p:spPr>
            <a:xfrm>
              <a:off x="10468800" y="2980800"/>
              <a:ext cx="1029600" cy="220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07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Endothelial barrier</a:t>
              </a:r>
              <a:endParaRPr lang="en-US" sz="1077"/>
            </a:p>
          </p:txBody>
        </p:sp>
        <p:cxnSp>
          <p:nvCxnSpPr>
            <p:cNvPr id="857" name="SCHEM_line-0855"/>
            <p:cNvCxnSpPr/>
            <p:nvPr/>
          </p:nvCxnSpPr>
          <p:spPr>
            <a:xfrm flipH="1">
              <a:off x="10022400" y="3052800"/>
              <a:ext cx="396000" cy="1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858" name="SCHEM_ellipse-0856"/>
            <p:cNvSpPr/>
            <p:nvPr/>
          </p:nvSpPr>
          <p:spPr>
            <a:xfrm>
              <a:off x="10000800" y="30312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859" name="SCHEM_text-0857"/>
            <p:cNvSpPr txBox="1"/>
            <p:nvPr/>
          </p:nvSpPr>
          <p:spPr>
            <a:xfrm>
              <a:off x="8496000" y="3405600"/>
              <a:ext cx="18000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Selective local exchange</a:t>
              </a:r>
              <a:endParaRPr lang="en-US" sz="1191"/>
            </a:p>
          </p:txBody>
        </p:sp>
        <p:sp>
          <p:nvSpPr>
            <p:cNvPr id="860" name="SCHEM_text-0858"/>
            <p:cNvSpPr txBox="1"/>
            <p:nvPr/>
          </p:nvSpPr>
          <p:spPr>
            <a:xfrm>
              <a:off x="10476000" y="3859200"/>
              <a:ext cx="979200" cy="2304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Vascular medium</a:t>
              </a:r>
              <a:endParaRPr lang="en-US" sz="1134"/>
            </a:p>
          </p:txBody>
        </p:sp>
        <p:cxnSp>
          <p:nvCxnSpPr>
            <p:cNvPr id="861" name="SCHEM_line-0859"/>
            <p:cNvCxnSpPr/>
            <p:nvPr/>
          </p:nvCxnSpPr>
          <p:spPr>
            <a:xfrm flipH="1">
              <a:off x="10209600" y="3938400"/>
              <a:ext cx="208800" cy="1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862" name="SCHEM_ellipse-0860"/>
            <p:cNvSpPr/>
            <p:nvPr/>
          </p:nvSpPr>
          <p:spPr>
            <a:xfrm>
              <a:off x="10188000" y="39168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863" name="SCHEM_text-0861"/>
            <p:cNvSpPr txBox="1"/>
            <p:nvPr/>
          </p:nvSpPr>
          <p:spPr>
            <a:xfrm>
              <a:off x="6595200" y="6256800"/>
              <a:ext cx="4852800" cy="1818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850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Nature Biomedical Engineering (2022) | doi:10.1038/s41551-022-00882-6 | Conceptual; not to scale</a:t>
              </a:r>
              <a:endParaRPr lang="en-US" sz="85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  <p:grpSp>
        <p:nvGrpSpPr>
          <p:cNvPr id="2" name="SCHEM_figure"/>
          <p:cNvGrpSpPr/>
          <p:nvPr/>
        </p:nvGrpSpPr>
        <p:grpSpPr>
          <a:xfrm>
            <a:off x="108000" y="122400"/>
            <a:ext cx="11404800" cy="6316560"/>
            <a:chOff x="108000" y="122400"/>
            <a:chExt cx="11404800" cy="6316560"/>
          </a:xfrm>
        </p:grpSpPr>
        <p:sp>
          <p:nvSpPr>
            <p:cNvPr id="3" name="SCHEM_text-0001"/>
            <p:cNvSpPr txBox="1"/>
            <p:nvPr/>
          </p:nvSpPr>
          <p:spPr>
            <a:xfrm>
              <a:off x="266400" y="129600"/>
              <a:ext cx="3600000" cy="3178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64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1. Printing of pre-magnetized ink</a:t>
              </a:r>
              <a:endParaRPr lang="en-US" sz="1644"/>
            </a:p>
          </p:txBody>
        </p:sp>
        <p:sp>
          <p:nvSpPr>
            <p:cNvPr id="4" name="SCHEM_text-0002"/>
            <p:cNvSpPr txBox="1"/>
            <p:nvPr/>
          </p:nvSpPr>
          <p:spPr>
            <a:xfrm>
              <a:off x="4068000" y="122400"/>
              <a:ext cx="3816000" cy="5997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64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2. Programmed magnetic domains</a:t>
              </a:r>
              <a:endParaRPr lang="en-US" sz="1644"/>
            </a:p>
            <a:p>
              <a:pPr algn="l">
                <a:buNone/>
              </a:pPr>
              <a:r>
                <a:rPr lang="en-US" sz="164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in cured filament</a:t>
              </a:r>
              <a:endParaRPr lang="en-US" sz="1644"/>
            </a:p>
          </p:txBody>
        </p:sp>
        <p:sp>
          <p:nvSpPr>
            <p:cNvPr id="5" name="SCHEM_text-0003"/>
            <p:cNvSpPr txBox="1"/>
            <p:nvPr/>
          </p:nvSpPr>
          <p:spPr>
            <a:xfrm>
              <a:off x="8064000" y="129600"/>
              <a:ext cx="3434400" cy="3178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64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3. Conceptual deformation</a:t>
              </a:r>
              <a:endParaRPr lang="en-US" sz="1644"/>
            </a:p>
          </p:txBody>
        </p:sp>
        <p:sp>
          <p:nvSpPr>
            <p:cNvPr id="6" name="SCHEM_text-0004"/>
            <p:cNvSpPr txBox="1"/>
            <p:nvPr/>
          </p:nvSpPr>
          <p:spPr>
            <a:xfrm>
              <a:off x="698400" y="475200"/>
              <a:ext cx="2592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Pre-magnetized ink</a:t>
              </a:r>
              <a:endParaRPr lang="en-US" sz="1531"/>
            </a:p>
          </p:txBody>
        </p:sp>
        <p:cxnSp>
          <p:nvCxnSpPr>
            <p:cNvPr id="7" name="SCHEM_line-0005"/>
            <p:cNvCxnSpPr/>
            <p:nvPr/>
          </p:nvCxnSpPr>
          <p:spPr>
            <a:xfrm>
              <a:off x="1461600" y="705600"/>
              <a:ext cx="1" cy="252000"/>
            </a:xfrm>
            <a:prstGeom prst="line">
              <a:avLst/>
            </a:prstGeom>
            <a:noFill/>
            <a:ln w="28800" cap="flat">
              <a:solidFill>
                <a:srgbClr val="292929"/>
              </a:solidFill>
              <a:tailEnd type="triangle" w="med" len="med"/>
            </a:ln>
            <a:effectLst/>
          </p:spPr>
        </p:cxnSp>
        <p:grpSp>
          <p:nvGrpSpPr>
            <p:cNvPr id="8" name="SCHEM_printing-nozzle"/>
            <p:cNvGrpSpPr/>
            <p:nvPr/>
          </p:nvGrpSpPr>
          <p:grpSpPr>
            <a:xfrm>
              <a:off x="108000" y="957600"/>
              <a:ext cx="3880800" cy="4291200"/>
              <a:chOff x="108000" y="957600"/>
              <a:chExt cx="3880800" cy="4291200"/>
            </a:xfrm>
          </p:grpSpPr>
          <p:sp>
            <p:nvSpPr>
              <p:cNvPr id="9" name="SCHEM_polygon-0007"/>
              <p:cNvSpPr/>
              <p:nvPr/>
            </p:nvSpPr>
            <p:spPr>
              <a:xfrm>
                <a:off x="799200" y="957600"/>
                <a:ext cx="1332000" cy="3700800"/>
              </a:xfrm>
              <a:custGeom>
                <a:avLst/>
                <a:gdLst/>
                <a:ahLst/>
                <a:cxnLst/>
                <a:rect l="0" t="0" r="r" b="b"/>
                <a:pathLst>
                  <a:path w="1332000" h="3700800">
                    <a:moveTo>
                      <a:pt x="0" y="0"/>
                    </a:moveTo>
                    <a:lnTo>
                      <a:pt x="266400" y="0"/>
                    </a:lnTo>
                    <a:lnTo>
                      <a:pt x="266400" y="1339200"/>
                    </a:lnTo>
                    <a:lnTo>
                      <a:pt x="388800" y="1951200"/>
                    </a:lnTo>
                    <a:lnTo>
                      <a:pt x="496800" y="2253600"/>
                    </a:lnTo>
                    <a:lnTo>
                      <a:pt x="496800" y="3549600"/>
                    </a:lnTo>
                    <a:lnTo>
                      <a:pt x="756000" y="3549600"/>
                    </a:lnTo>
                    <a:lnTo>
                      <a:pt x="756000" y="2260800"/>
                    </a:lnTo>
                    <a:lnTo>
                      <a:pt x="921600" y="1972800"/>
                    </a:lnTo>
                    <a:lnTo>
                      <a:pt x="1072800" y="1346400"/>
                    </a:lnTo>
                    <a:lnTo>
                      <a:pt x="1072800" y="0"/>
                    </a:lnTo>
                    <a:lnTo>
                      <a:pt x="1332000" y="0"/>
                    </a:lnTo>
                    <a:lnTo>
                      <a:pt x="1332000" y="1432800"/>
                    </a:lnTo>
                    <a:lnTo>
                      <a:pt x="1065600" y="1994400"/>
                    </a:lnTo>
                    <a:lnTo>
                      <a:pt x="957600" y="2008800"/>
                    </a:lnTo>
                    <a:lnTo>
                      <a:pt x="813600" y="2368800"/>
                    </a:lnTo>
                    <a:lnTo>
                      <a:pt x="813600" y="3556800"/>
                    </a:lnTo>
                    <a:lnTo>
                      <a:pt x="525600" y="3700800"/>
                    </a:lnTo>
                    <a:lnTo>
                      <a:pt x="410400" y="2340000"/>
                    </a:lnTo>
                    <a:lnTo>
                      <a:pt x="309600" y="2016000"/>
                    </a:lnTo>
                    <a:lnTo>
                      <a:pt x="187200" y="1987200"/>
                    </a:lnTo>
                    <a:lnTo>
                      <a:pt x="0" y="1432800"/>
                    </a:lnTo>
                    <a:close/>
                  </a:path>
                </a:pathLst>
              </a:custGeom>
              <a:solidFill>
                <a:srgbClr val="BFC3C1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0" name="SCHEM_line-0008"/>
              <p:cNvCxnSpPr/>
              <p:nvPr/>
            </p:nvCxnSpPr>
            <p:spPr>
              <a:xfrm>
                <a:off x="907200" y="964800"/>
                <a:ext cx="1" cy="1346400"/>
              </a:xfrm>
              <a:prstGeom prst="line">
                <a:avLst/>
              </a:prstGeom>
              <a:noFill/>
              <a:ln w="7200" cap="flat">
                <a:solidFill>
                  <a:srgbClr val="E0E4E0"/>
                </a:solidFill>
              </a:ln>
              <a:effectLst/>
            </p:spPr>
          </p:cxnSp>
          <p:cxnSp>
            <p:nvCxnSpPr>
              <p:cNvPr id="11" name="SCHEM_line-0009"/>
              <p:cNvCxnSpPr/>
              <p:nvPr/>
            </p:nvCxnSpPr>
            <p:spPr>
              <a:xfrm>
                <a:off x="1008000" y="964800"/>
                <a:ext cx="1" cy="1346400"/>
              </a:xfrm>
              <a:prstGeom prst="line">
                <a:avLst/>
              </a:prstGeom>
              <a:noFill/>
              <a:ln w="7200" cap="flat">
                <a:solidFill>
                  <a:srgbClr val="E0E4E0"/>
                </a:solidFill>
              </a:ln>
              <a:effectLst/>
            </p:spPr>
          </p:cxnSp>
          <p:cxnSp>
            <p:nvCxnSpPr>
              <p:cNvPr id="12" name="SCHEM_line-0010"/>
              <p:cNvCxnSpPr/>
              <p:nvPr/>
            </p:nvCxnSpPr>
            <p:spPr>
              <a:xfrm>
                <a:off x="1951200" y="964800"/>
                <a:ext cx="1" cy="1346400"/>
              </a:xfrm>
              <a:prstGeom prst="line">
                <a:avLst/>
              </a:prstGeom>
              <a:noFill/>
              <a:ln w="7200" cap="flat">
                <a:solidFill>
                  <a:srgbClr val="E0E4E0"/>
                </a:solidFill>
              </a:ln>
              <a:effectLst/>
            </p:spPr>
          </p:cxnSp>
          <p:cxnSp>
            <p:nvCxnSpPr>
              <p:cNvPr id="13" name="SCHEM_line-0011"/>
              <p:cNvCxnSpPr/>
              <p:nvPr/>
            </p:nvCxnSpPr>
            <p:spPr>
              <a:xfrm>
                <a:off x="2030400" y="964800"/>
                <a:ext cx="1" cy="1346400"/>
              </a:xfrm>
              <a:prstGeom prst="line">
                <a:avLst/>
              </a:prstGeom>
              <a:noFill/>
              <a:ln w="7200" cap="flat">
                <a:solidFill>
                  <a:srgbClr val="E0E4E0"/>
                </a:solidFill>
              </a:ln>
              <a:effectLst/>
            </p:spPr>
          </p:cxnSp>
          <p:sp>
            <p:nvSpPr>
              <p:cNvPr id="14" name="SCHEM_path-0012"/>
              <p:cNvSpPr/>
              <p:nvPr/>
            </p:nvSpPr>
            <p:spPr>
              <a:xfrm>
                <a:off x="1072800" y="1015200"/>
                <a:ext cx="2397600" cy="3866400"/>
              </a:xfrm>
              <a:custGeom>
                <a:avLst/>
                <a:gdLst/>
                <a:ahLst/>
                <a:cxnLst/>
                <a:rect l="0" t="0" r="r" b="b"/>
                <a:pathLst>
                  <a:path w="2397600" h="3866400">
                    <a:moveTo>
                      <a:pt x="0" y="72000"/>
                    </a:moveTo>
                    <a:cubicBezTo>
                      <a:pt x="129600" y="0"/>
                      <a:pt x="640800" y="14400"/>
                      <a:pt x="792000" y="72000"/>
                    </a:cubicBezTo>
                    <a:lnTo>
                      <a:pt x="756000" y="1620000"/>
                    </a:lnTo>
                    <a:cubicBezTo>
                      <a:pt x="756000" y="1785600"/>
                      <a:pt x="612000" y="1857600"/>
                      <a:pt x="583200" y="1972800"/>
                    </a:cubicBezTo>
                    <a:lnTo>
                      <a:pt x="554400" y="3376800"/>
                    </a:lnTo>
                    <a:cubicBezTo>
                      <a:pt x="554400" y="3484800"/>
                      <a:pt x="597600" y="3499200"/>
                      <a:pt x="705600" y="3499200"/>
                    </a:cubicBezTo>
                    <a:lnTo>
                      <a:pt x="2174400" y="3542400"/>
                    </a:lnTo>
                    <a:cubicBezTo>
                      <a:pt x="2397600" y="3556800"/>
                      <a:pt x="2397600" y="3859200"/>
                      <a:pt x="2196000" y="3866400"/>
                    </a:cubicBezTo>
                    <a:lnTo>
                      <a:pt x="453600" y="3837600"/>
                    </a:lnTo>
                    <a:cubicBezTo>
                      <a:pt x="273600" y="3837600"/>
                      <a:pt x="259200" y="3729600"/>
                      <a:pt x="259200" y="3578400"/>
                    </a:cubicBezTo>
                    <a:lnTo>
                      <a:pt x="237600" y="1972800"/>
                    </a:lnTo>
                    <a:cubicBezTo>
                      <a:pt x="223200" y="1821600"/>
                      <a:pt x="129600" y="1814400"/>
                      <a:pt x="115200" y="16272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4E4DF"/>
                  </a:gs>
                  <a:gs pos="55000">
                    <a:srgbClr val="C1C5C1"/>
                  </a:gs>
                  <a:gs pos="100000">
                    <a:srgbClr val="E4E4DE"/>
                  </a:gs>
                </a:gsLst>
                <a:lin ang="5400000" scaled="1"/>
              </a:gra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5" name="SCHEM_polygon-0013"/>
              <p:cNvSpPr/>
              <p:nvPr/>
            </p:nvSpPr>
            <p:spPr>
              <a:xfrm>
                <a:off x="1205589" y="1214773"/>
                <a:ext cx="252822" cy="162453"/>
              </a:xfrm>
              <a:custGeom>
                <a:avLst/>
                <a:gdLst/>
                <a:ahLst/>
                <a:cxnLst/>
                <a:rect l="0" t="0" r="r" b="b"/>
                <a:pathLst>
                  <a:path w="252822" h="162453">
                    <a:moveTo>
                      <a:pt x="29551" y="0"/>
                    </a:moveTo>
                    <a:lnTo>
                      <a:pt x="252822" y="81264"/>
                    </a:lnTo>
                    <a:lnTo>
                      <a:pt x="223271" y="162453"/>
                    </a:lnTo>
                    <a:lnTo>
                      <a:pt x="0" y="81189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16" name="SCHEM_line-0014"/>
              <p:cNvCxnSpPr/>
              <p:nvPr/>
            </p:nvCxnSpPr>
            <p:spPr>
              <a:xfrm>
                <a:off x="1262786" y="1270808"/>
                <a:ext cx="138428" cy="50384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7" name="SCHEM_polygon-0015"/>
              <p:cNvSpPr/>
              <p:nvPr/>
            </p:nvSpPr>
            <p:spPr>
              <a:xfrm>
                <a:off x="1615494" y="1256686"/>
                <a:ext cx="181813" cy="251429"/>
              </a:xfrm>
              <a:custGeom>
                <a:avLst/>
                <a:gdLst/>
                <a:ahLst/>
                <a:cxnLst/>
                <a:rect l="0" t="0" r="r" b="b"/>
                <a:pathLst>
                  <a:path w="181813" h="251429">
                    <a:moveTo>
                      <a:pt x="77656" y="0"/>
                    </a:moveTo>
                    <a:lnTo>
                      <a:pt x="181813" y="213553"/>
                    </a:lnTo>
                    <a:lnTo>
                      <a:pt x="104157" y="251429"/>
                    </a:lnTo>
                    <a:lnTo>
                      <a:pt x="0" y="37875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18" name="SCHEM_line-0016"/>
              <p:cNvCxnSpPr/>
              <p:nvPr/>
            </p:nvCxnSpPr>
            <p:spPr>
              <a:xfrm>
                <a:off x="1674111" y="1316198"/>
                <a:ext cx="64577" cy="132403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9" name="SCHEM_polygon-0017"/>
              <p:cNvSpPr/>
              <p:nvPr/>
            </p:nvSpPr>
            <p:spPr>
              <a:xfrm>
                <a:off x="1155183" y="1530527"/>
                <a:ext cx="137634" cy="250946"/>
              </a:xfrm>
              <a:custGeom>
                <a:avLst/>
                <a:gdLst/>
                <a:ahLst/>
                <a:cxnLst/>
                <a:rect l="0" t="0" r="r" b="b"/>
                <a:pathLst>
                  <a:path w="137634" h="250946">
                    <a:moveTo>
                      <a:pt x="0" y="231510"/>
                    </a:moveTo>
                    <a:lnTo>
                      <a:pt x="53448" y="0"/>
                    </a:lnTo>
                    <a:lnTo>
                      <a:pt x="137634" y="19436"/>
                    </a:lnTo>
                    <a:lnTo>
                      <a:pt x="84186" y="250946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20" name="SCHEM_line-0018"/>
              <p:cNvCxnSpPr/>
              <p:nvPr/>
            </p:nvCxnSpPr>
            <p:spPr>
              <a:xfrm flipV="1">
                <a:off x="1207431" y="1584232"/>
                <a:ext cx="33138" cy="143536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21" name="SCHEM_polygon-0019"/>
              <p:cNvSpPr/>
              <p:nvPr/>
            </p:nvSpPr>
            <p:spPr>
              <a:xfrm>
                <a:off x="1379440" y="1443674"/>
                <a:ext cx="178719" cy="251853"/>
              </a:xfrm>
              <a:custGeom>
                <a:avLst/>
                <a:gdLst/>
                <a:ahLst/>
                <a:cxnLst/>
                <a:rect l="0" t="0" r="r" b="b"/>
                <a:pathLst>
                  <a:path w="178719" h="251853">
                    <a:moveTo>
                      <a:pt x="78305" y="0"/>
                    </a:moveTo>
                    <a:lnTo>
                      <a:pt x="178719" y="215339"/>
                    </a:lnTo>
                    <a:lnTo>
                      <a:pt x="100414" y="251853"/>
                    </a:lnTo>
                    <a:lnTo>
                      <a:pt x="0" y="36514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22" name="SCHEM_line-0020"/>
              <p:cNvCxnSpPr/>
              <p:nvPr/>
            </p:nvCxnSpPr>
            <p:spPr>
              <a:xfrm>
                <a:off x="1437672" y="1502845"/>
                <a:ext cx="62257" cy="133510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23" name="SCHEM_polygon-0021"/>
              <p:cNvSpPr/>
              <p:nvPr/>
            </p:nvSpPr>
            <p:spPr>
              <a:xfrm>
                <a:off x="1319603" y="1743924"/>
                <a:ext cx="211993" cy="241753"/>
              </a:xfrm>
              <a:custGeom>
                <a:avLst/>
                <a:gdLst/>
                <a:ahLst/>
                <a:cxnLst/>
                <a:rect l="0" t="0" r="r" b="b"/>
                <a:pathLst>
                  <a:path w="211993" h="241753">
                    <a:moveTo>
                      <a:pt x="69002" y="0"/>
                    </a:moveTo>
                    <a:lnTo>
                      <a:pt x="211993" y="189756"/>
                    </a:lnTo>
                    <a:lnTo>
                      <a:pt x="142991" y="241753"/>
                    </a:lnTo>
                    <a:lnTo>
                      <a:pt x="0" y="51997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24" name="SCHEM_line-0022"/>
              <p:cNvCxnSpPr/>
              <p:nvPr/>
            </p:nvCxnSpPr>
            <p:spPr>
              <a:xfrm>
                <a:off x="1381273" y="1805976"/>
                <a:ext cx="88655" cy="117649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25" name="SCHEM_polygon-0023"/>
              <p:cNvSpPr/>
              <p:nvPr/>
            </p:nvSpPr>
            <p:spPr>
              <a:xfrm>
                <a:off x="1171573" y="2019189"/>
                <a:ext cx="162453" cy="252822"/>
              </a:xfrm>
              <a:custGeom>
                <a:avLst/>
                <a:gdLst/>
                <a:ahLst/>
                <a:cxnLst/>
                <a:rect l="0" t="0" r="r" b="b"/>
                <a:pathLst>
                  <a:path w="162453" h="252822">
                    <a:moveTo>
                      <a:pt x="81189" y="0"/>
                    </a:moveTo>
                    <a:lnTo>
                      <a:pt x="162453" y="223271"/>
                    </a:lnTo>
                    <a:lnTo>
                      <a:pt x="81264" y="252822"/>
                    </a:lnTo>
                    <a:lnTo>
                      <a:pt x="0" y="29551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26" name="SCHEM_line-0024"/>
              <p:cNvCxnSpPr/>
              <p:nvPr/>
            </p:nvCxnSpPr>
            <p:spPr>
              <a:xfrm>
                <a:off x="1227608" y="2076386"/>
                <a:ext cx="50384" cy="138428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27" name="SCHEM_polygon-0025"/>
              <p:cNvSpPr/>
              <p:nvPr/>
            </p:nvSpPr>
            <p:spPr>
              <a:xfrm>
                <a:off x="1583664" y="1939688"/>
                <a:ext cx="216672" cy="239023"/>
              </a:xfrm>
              <a:custGeom>
                <a:avLst/>
                <a:gdLst/>
                <a:ahLst/>
                <a:cxnLst/>
                <a:rect l="0" t="0" r="r" b="b"/>
                <a:pathLst>
                  <a:path w="216672" h="239023">
                    <a:moveTo>
                      <a:pt x="0" y="184650"/>
                    </a:moveTo>
                    <a:lnTo>
                      <a:pt x="149527" y="0"/>
                    </a:lnTo>
                    <a:lnTo>
                      <a:pt x="216672" y="54373"/>
                    </a:lnTo>
                    <a:lnTo>
                      <a:pt x="67145" y="239023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28" name="SCHEM_line-0026"/>
              <p:cNvCxnSpPr/>
              <p:nvPr/>
            </p:nvCxnSpPr>
            <p:spPr>
              <a:xfrm flipV="1">
                <a:off x="1645647" y="2001959"/>
                <a:ext cx="92706" cy="114483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29" name="SCHEM_polygon-0027"/>
              <p:cNvSpPr/>
              <p:nvPr/>
            </p:nvSpPr>
            <p:spPr>
              <a:xfrm>
                <a:off x="1458610" y="2203487"/>
                <a:ext cx="106779" cy="244226"/>
              </a:xfrm>
              <a:custGeom>
                <a:avLst/>
                <a:gdLst/>
                <a:ahLst/>
                <a:cxnLst/>
                <a:rect l="0" t="0" r="r" b="b"/>
                <a:pathLst>
                  <a:path w="106779" h="244226">
                    <a:moveTo>
                      <a:pt x="86071" y="0"/>
                    </a:moveTo>
                    <a:lnTo>
                      <a:pt x="106779" y="236696"/>
                    </a:lnTo>
                    <a:lnTo>
                      <a:pt x="20708" y="244226"/>
                    </a:lnTo>
                    <a:lnTo>
                      <a:pt x="0" y="753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30" name="SCHEM_line-0028"/>
              <p:cNvCxnSpPr/>
              <p:nvPr/>
            </p:nvCxnSpPr>
            <p:spPr>
              <a:xfrm>
                <a:off x="1505580" y="2252224"/>
                <a:ext cx="12839" cy="14675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31" name="SCHEM_polygon-0029"/>
              <p:cNvSpPr/>
              <p:nvPr/>
            </p:nvSpPr>
            <p:spPr>
              <a:xfrm>
                <a:off x="1689933" y="2350064"/>
                <a:ext cx="90534" cy="239072"/>
              </a:xfrm>
              <a:custGeom>
                <a:avLst/>
                <a:gdLst/>
                <a:ahLst/>
                <a:cxnLst/>
                <a:rect l="0" t="0" r="r" b="b"/>
                <a:pathLst>
                  <a:path w="90534" h="239072">
                    <a:moveTo>
                      <a:pt x="90534" y="1508"/>
                    </a:moveTo>
                    <a:lnTo>
                      <a:pt x="86387" y="239072"/>
                    </a:lnTo>
                    <a:lnTo>
                      <a:pt x="0" y="237564"/>
                    </a:lnTo>
                    <a:lnTo>
                      <a:pt x="4147" y="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32" name="SCHEM_line-0030"/>
              <p:cNvCxnSpPr/>
              <p:nvPr/>
            </p:nvCxnSpPr>
            <p:spPr>
              <a:xfrm flipH="1">
                <a:off x="1733915" y="2395955"/>
                <a:ext cx="2571" cy="147290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33" name="SCHEM_polygon-0031"/>
              <p:cNvSpPr/>
              <p:nvPr/>
            </p:nvSpPr>
            <p:spPr>
              <a:xfrm>
                <a:off x="1225842" y="2451268"/>
                <a:ext cx="169115" cy="252665"/>
              </a:xfrm>
              <a:custGeom>
                <a:avLst/>
                <a:gdLst/>
                <a:ahLst/>
                <a:cxnLst/>
                <a:rect l="0" t="0" r="r" b="b"/>
                <a:pathLst>
                  <a:path w="169115" h="252665">
                    <a:moveTo>
                      <a:pt x="0" y="220299"/>
                    </a:moveTo>
                    <a:lnTo>
                      <a:pt x="89007" y="0"/>
                    </a:lnTo>
                    <a:lnTo>
                      <a:pt x="169115" y="32366"/>
                    </a:lnTo>
                    <a:lnTo>
                      <a:pt x="80109" y="252665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34" name="SCHEM_line-0032"/>
              <p:cNvCxnSpPr/>
              <p:nvPr/>
            </p:nvCxnSpPr>
            <p:spPr>
              <a:xfrm flipV="1">
                <a:off x="1282808" y="2509307"/>
                <a:ext cx="55184" cy="136585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35" name="SCHEM_polygon-0033"/>
              <p:cNvSpPr/>
              <p:nvPr/>
            </p:nvSpPr>
            <p:spPr>
              <a:xfrm>
                <a:off x="1443183" y="2639327"/>
                <a:ext cx="137634" cy="250946"/>
              </a:xfrm>
              <a:custGeom>
                <a:avLst/>
                <a:gdLst/>
                <a:ahLst/>
                <a:cxnLst/>
                <a:rect l="0" t="0" r="r" b="b"/>
                <a:pathLst>
                  <a:path w="137634" h="250946">
                    <a:moveTo>
                      <a:pt x="137634" y="19436"/>
                    </a:moveTo>
                    <a:lnTo>
                      <a:pt x="84186" y="250946"/>
                    </a:lnTo>
                    <a:lnTo>
                      <a:pt x="0" y="231510"/>
                    </a:lnTo>
                    <a:lnTo>
                      <a:pt x="53448" y="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36" name="SCHEM_line-0034"/>
              <p:cNvCxnSpPr/>
              <p:nvPr/>
            </p:nvCxnSpPr>
            <p:spPr>
              <a:xfrm flipH="1">
                <a:off x="1495431" y="2693032"/>
                <a:ext cx="33138" cy="143536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37" name="SCHEM_polygon-0035"/>
              <p:cNvSpPr/>
              <p:nvPr/>
            </p:nvSpPr>
            <p:spPr>
              <a:xfrm>
                <a:off x="1364400" y="3189600"/>
                <a:ext cx="237600" cy="86400"/>
              </a:xfrm>
              <a:custGeom>
                <a:avLst/>
                <a:gdLst/>
                <a:ahLst/>
                <a:cxnLst/>
                <a:rect l="0" t="0" r="r" b="b"/>
                <a:pathLst>
                  <a:path w="237600" h="86400">
                    <a:moveTo>
                      <a:pt x="0" y="0"/>
                    </a:moveTo>
                    <a:lnTo>
                      <a:pt x="237600" y="0"/>
                    </a:lnTo>
                    <a:lnTo>
                      <a:pt x="237600" y="86400"/>
                    </a:lnTo>
                    <a:lnTo>
                      <a:pt x="0" y="8640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38" name="SCHEM_line-0036"/>
              <p:cNvCxnSpPr/>
              <p:nvPr/>
            </p:nvCxnSpPr>
            <p:spPr>
              <a:xfrm>
                <a:off x="1409544" y="3232800"/>
                <a:ext cx="147312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39" name="SCHEM_polygon-0037"/>
              <p:cNvSpPr/>
              <p:nvPr/>
            </p:nvSpPr>
            <p:spPr>
              <a:xfrm>
                <a:off x="1364400" y="3484800"/>
                <a:ext cx="237600" cy="86400"/>
              </a:xfrm>
              <a:custGeom>
                <a:avLst/>
                <a:gdLst/>
                <a:ahLst/>
                <a:cxnLst/>
                <a:rect l="0" t="0" r="r" b="b"/>
                <a:pathLst>
                  <a:path w="237600" h="86400">
                    <a:moveTo>
                      <a:pt x="0" y="0"/>
                    </a:moveTo>
                    <a:lnTo>
                      <a:pt x="237600" y="0"/>
                    </a:lnTo>
                    <a:lnTo>
                      <a:pt x="237600" y="86400"/>
                    </a:lnTo>
                    <a:lnTo>
                      <a:pt x="0" y="8640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40" name="SCHEM_line-0038"/>
              <p:cNvCxnSpPr/>
              <p:nvPr/>
            </p:nvCxnSpPr>
            <p:spPr>
              <a:xfrm>
                <a:off x="1409544" y="3528000"/>
                <a:ext cx="147312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41" name="SCHEM_polygon-0039"/>
              <p:cNvSpPr/>
              <p:nvPr/>
            </p:nvSpPr>
            <p:spPr>
              <a:xfrm>
                <a:off x="1364400" y="3772800"/>
                <a:ext cx="237600" cy="86400"/>
              </a:xfrm>
              <a:custGeom>
                <a:avLst/>
                <a:gdLst/>
                <a:ahLst/>
                <a:cxnLst/>
                <a:rect l="0" t="0" r="r" b="b"/>
                <a:pathLst>
                  <a:path w="237600" h="86400">
                    <a:moveTo>
                      <a:pt x="0" y="0"/>
                    </a:moveTo>
                    <a:lnTo>
                      <a:pt x="237600" y="0"/>
                    </a:lnTo>
                    <a:lnTo>
                      <a:pt x="237600" y="86400"/>
                    </a:lnTo>
                    <a:lnTo>
                      <a:pt x="0" y="8640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42" name="SCHEM_line-0040"/>
              <p:cNvCxnSpPr/>
              <p:nvPr/>
            </p:nvCxnSpPr>
            <p:spPr>
              <a:xfrm>
                <a:off x="1409544" y="3816000"/>
                <a:ext cx="147312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43" name="SCHEM_polygon-0041"/>
              <p:cNvSpPr/>
              <p:nvPr/>
            </p:nvSpPr>
            <p:spPr>
              <a:xfrm>
                <a:off x="1364400" y="4075200"/>
                <a:ext cx="237600" cy="86400"/>
              </a:xfrm>
              <a:custGeom>
                <a:avLst/>
                <a:gdLst/>
                <a:ahLst/>
                <a:cxnLst/>
                <a:rect l="0" t="0" r="r" b="b"/>
                <a:pathLst>
                  <a:path w="237600" h="86400">
                    <a:moveTo>
                      <a:pt x="0" y="0"/>
                    </a:moveTo>
                    <a:lnTo>
                      <a:pt x="237600" y="0"/>
                    </a:lnTo>
                    <a:lnTo>
                      <a:pt x="237600" y="86400"/>
                    </a:lnTo>
                    <a:lnTo>
                      <a:pt x="0" y="8640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44" name="SCHEM_line-0042"/>
              <p:cNvCxnSpPr/>
              <p:nvPr/>
            </p:nvCxnSpPr>
            <p:spPr>
              <a:xfrm>
                <a:off x="1409544" y="4118400"/>
                <a:ext cx="147312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45" name="SCHEM_polygon-0043"/>
              <p:cNvSpPr/>
              <p:nvPr/>
            </p:nvSpPr>
            <p:spPr>
              <a:xfrm>
                <a:off x="1364400" y="4377600"/>
                <a:ext cx="237600" cy="86400"/>
              </a:xfrm>
              <a:custGeom>
                <a:avLst/>
                <a:gdLst/>
                <a:ahLst/>
                <a:cxnLst/>
                <a:rect l="0" t="0" r="r" b="b"/>
                <a:pathLst>
                  <a:path w="237600" h="86400">
                    <a:moveTo>
                      <a:pt x="0" y="0"/>
                    </a:moveTo>
                    <a:lnTo>
                      <a:pt x="237600" y="0"/>
                    </a:lnTo>
                    <a:lnTo>
                      <a:pt x="237600" y="86400"/>
                    </a:lnTo>
                    <a:lnTo>
                      <a:pt x="0" y="8640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46" name="SCHEM_line-0044"/>
              <p:cNvCxnSpPr/>
              <p:nvPr/>
            </p:nvCxnSpPr>
            <p:spPr>
              <a:xfrm>
                <a:off x="1409544" y="4420800"/>
                <a:ext cx="147312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47" name="SCHEM_polygon-0045"/>
              <p:cNvSpPr/>
              <p:nvPr/>
            </p:nvSpPr>
            <p:spPr>
              <a:xfrm>
                <a:off x="1540800" y="4622400"/>
                <a:ext cx="244800" cy="86400"/>
              </a:xfrm>
              <a:custGeom>
                <a:avLst/>
                <a:gdLst/>
                <a:ahLst/>
                <a:cxnLst/>
                <a:rect l="0" t="0" r="r" b="b"/>
                <a:pathLst>
                  <a:path w="244800" h="86400">
                    <a:moveTo>
                      <a:pt x="0" y="0"/>
                    </a:moveTo>
                    <a:lnTo>
                      <a:pt x="244800" y="0"/>
                    </a:lnTo>
                    <a:lnTo>
                      <a:pt x="244800" y="86400"/>
                    </a:lnTo>
                    <a:lnTo>
                      <a:pt x="0" y="8640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48" name="SCHEM_line-0046"/>
              <p:cNvCxnSpPr/>
              <p:nvPr/>
            </p:nvCxnSpPr>
            <p:spPr>
              <a:xfrm>
                <a:off x="1587312" y="4665600"/>
                <a:ext cx="151776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49" name="SCHEM_polygon-0047"/>
              <p:cNvSpPr/>
              <p:nvPr/>
            </p:nvSpPr>
            <p:spPr>
              <a:xfrm>
                <a:off x="1929600" y="4622400"/>
                <a:ext cx="244800" cy="86400"/>
              </a:xfrm>
              <a:custGeom>
                <a:avLst/>
                <a:gdLst/>
                <a:ahLst/>
                <a:cxnLst/>
                <a:rect l="0" t="0" r="r" b="b"/>
                <a:pathLst>
                  <a:path w="244800" h="86400">
                    <a:moveTo>
                      <a:pt x="0" y="0"/>
                    </a:moveTo>
                    <a:lnTo>
                      <a:pt x="244800" y="0"/>
                    </a:lnTo>
                    <a:lnTo>
                      <a:pt x="244800" y="86400"/>
                    </a:lnTo>
                    <a:lnTo>
                      <a:pt x="0" y="8640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50" name="SCHEM_line-0048"/>
              <p:cNvCxnSpPr/>
              <p:nvPr/>
            </p:nvCxnSpPr>
            <p:spPr>
              <a:xfrm>
                <a:off x="1976112" y="4665600"/>
                <a:ext cx="151776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51" name="SCHEM_polygon-0049"/>
              <p:cNvSpPr/>
              <p:nvPr/>
            </p:nvSpPr>
            <p:spPr>
              <a:xfrm>
                <a:off x="2318400" y="4622400"/>
                <a:ext cx="244800" cy="86400"/>
              </a:xfrm>
              <a:custGeom>
                <a:avLst/>
                <a:gdLst/>
                <a:ahLst/>
                <a:cxnLst/>
                <a:rect l="0" t="0" r="r" b="b"/>
                <a:pathLst>
                  <a:path w="244800" h="86400">
                    <a:moveTo>
                      <a:pt x="0" y="0"/>
                    </a:moveTo>
                    <a:lnTo>
                      <a:pt x="244800" y="0"/>
                    </a:lnTo>
                    <a:lnTo>
                      <a:pt x="244800" y="86400"/>
                    </a:lnTo>
                    <a:lnTo>
                      <a:pt x="0" y="8640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52" name="SCHEM_line-0050"/>
              <p:cNvCxnSpPr/>
              <p:nvPr/>
            </p:nvCxnSpPr>
            <p:spPr>
              <a:xfrm>
                <a:off x="2364912" y="4665600"/>
                <a:ext cx="151776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53" name="SCHEM_polygon-0051"/>
              <p:cNvSpPr/>
              <p:nvPr/>
            </p:nvSpPr>
            <p:spPr>
              <a:xfrm>
                <a:off x="2714400" y="4622400"/>
                <a:ext cx="244800" cy="86400"/>
              </a:xfrm>
              <a:custGeom>
                <a:avLst/>
                <a:gdLst/>
                <a:ahLst/>
                <a:cxnLst/>
                <a:rect l="0" t="0" r="r" b="b"/>
                <a:pathLst>
                  <a:path w="244800" h="86400">
                    <a:moveTo>
                      <a:pt x="0" y="0"/>
                    </a:moveTo>
                    <a:lnTo>
                      <a:pt x="244800" y="0"/>
                    </a:lnTo>
                    <a:lnTo>
                      <a:pt x="244800" y="86400"/>
                    </a:lnTo>
                    <a:lnTo>
                      <a:pt x="0" y="8640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54" name="SCHEM_line-0052"/>
              <p:cNvCxnSpPr/>
              <p:nvPr/>
            </p:nvCxnSpPr>
            <p:spPr>
              <a:xfrm>
                <a:off x="2760912" y="4665600"/>
                <a:ext cx="151776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55" name="SCHEM_polygon-0053"/>
              <p:cNvSpPr/>
              <p:nvPr/>
            </p:nvSpPr>
            <p:spPr>
              <a:xfrm>
                <a:off x="3074400" y="4622400"/>
                <a:ext cx="244800" cy="86400"/>
              </a:xfrm>
              <a:custGeom>
                <a:avLst/>
                <a:gdLst/>
                <a:ahLst/>
                <a:cxnLst/>
                <a:rect l="0" t="0" r="r" b="b"/>
                <a:pathLst>
                  <a:path w="244800" h="86400">
                    <a:moveTo>
                      <a:pt x="0" y="0"/>
                    </a:moveTo>
                    <a:lnTo>
                      <a:pt x="244800" y="0"/>
                    </a:lnTo>
                    <a:lnTo>
                      <a:pt x="244800" y="86400"/>
                    </a:lnTo>
                    <a:lnTo>
                      <a:pt x="0" y="8640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56" name="SCHEM_line-0054"/>
              <p:cNvCxnSpPr/>
              <p:nvPr/>
            </p:nvCxnSpPr>
            <p:spPr>
              <a:xfrm>
                <a:off x="3120912" y="4665600"/>
                <a:ext cx="151776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57" name="SCHEM_polygon-0055"/>
              <p:cNvSpPr/>
              <p:nvPr/>
            </p:nvSpPr>
            <p:spPr>
              <a:xfrm>
                <a:off x="108000" y="4557600"/>
                <a:ext cx="3880800" cy="590400"/>
              </a:xfrm>
              <a:custGeom>
                <a:avLst/>
                <a:gdLst/>
                <a:ahLst/>
                <a:cxnLst/>
                <a:rect l="0" t="0" r="r" b="b"/>
                <a:pathLst>
                  <a:path w="3880800" h="590400">
                    <a:moveTo>
                      <a:pt x="0" y="453600"/>
                    </a:moveTo>
                    <a:lnTo>
                      <a:pt x="720000" y="0"/>
                    </a:lnTo>
                    <a:lnTo>
                      <a:pt x="1216800" y="36000"/>
                    </a:lnTo>
                    <a:lnTo>
                      <a:pt x="1267200" y="252000"/>
                    </a:lnTo>
                    <a:lnTo>
                      <a:pt x="3139200" y="324000"/>
                    </a:lnTo>
                    <a:lnTo>
                      <a:pt x="3880800" y="374400"/>
                    </a:lnTo>
                    <a:lnTo>
                      <a:pt x="3542400" y="590400"/>
                    </a:lnTo>
                    <a:close/>
                  </a:path>
                </a:pathLst>
              </a:custGeom>
              <a:solidFill>
                <a:srgbClr val="CCD2D3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58" name="SCHEM_polygon-0056"/>
              <p:cNvSpPr/>
              <p:nvPr/>
            </p:nvSpPr>
            <p:spPr>
              <a:xfrm>
                <a:off x="108000" y="5011200"/>
                <a:ext cx="3542400" cy="237600"/>
              </a:xfrm>
              <a:custGeom>
                <a:avLst/>
                <a:gdLst/>
                <a:ahLst/>
                <a:cxnLst/>
                <a:rect l="0" t="0" r="r" b="b"/>
                <a:pathLst>
                  <a:path w="3542400" h="237600">
                    <a:moveTo>
                      <a:pt x="0" y="0"/>
                    </a:moveTo>
                    <a:lnTo>
                      <a:pt x="3542400" y="136800"/>
                    </a:lnTo>
                    <a:lnTo>
                      <a:pt x="3542400" y="237600"/>
                    </a:lnTo>
                    <a:lnTo>
                      <a:pt x="0" y="108000"/>
                    </a:lnTo>
                    <a:close/>
                  </a:path>
                </a:pathLst>
              </a:custGeom>
              <a:solidFill>
                <a:srgbClr val="ACB4B5"/>
              </a:soli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59" name="SCHEM_polygon-0057"/>
              <p:cNvSpPr/>
              <p:nvPr/>
            </p:nvSpPr>
            <p:spPr>
              <a:xfrm>
                <a:off x="3650400" y="4932000"/>
                <a:ext cx="338400" cy="316800"/>
              </a:xfrm>
              <a:custGeom>
                <a:avLst/>
                <a:gdLst/>
                <a:ahLst/>
                <a:cxnLst/>
                <a:rect l="0" t="0" r="r" b="b"/>
                <a:pathLst>
                  <a:path w="338400" h="316800">
                    <a:moveTo>
                      <a:pt x="0" y="216000"/>
                    </a:moveTo>
                    <a:lnTo>
                      <a:pt x="338400" y="0"/>
                    </a:lnTo>
                    <a:lnTo>
                      <a:pt x="338400" y="100800"/>
                    </a:lnTo>
                    <a:lnTo>
                      <a:pt x="0" y="316800"/>
                    </a:lnTo>
                    <a:close/>
                  </a:path>
                </a:pathLst>
              </a:custGeom>
              <a:solidFill>
                <a:srgbClr val="A4AAAC"/>
              </a:soli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60" name="SCHEM_path-0058"/>
              <p:cNvSpPr/>
              <p:nvPr/>
            </p:nvSpPr>
            <p:spPr>
              <a:xfrm>
                <a:off x="1332000" y="4478400"/>
                <a:ext cx="2116800" cy="410400"/>
              </a:xfrm>
              <a:custGeom>
                <a:avLst/>
                <a:gdLst/>
                <a:ahLst/>
                <a:cxnLst/>
                <a:rect l="0" t="0" r="r" b="b"/>
                <a:pathLst>
                  <a:path w="2116800" h="410400">
                    <a:moveTo>
                      <a:pt x="0" y="0"/>
                    </a:moveTo>
                    <a:lnTo>
                      <a:pt x="295200" y="0"/>
                    </a:lnTo>
                    <a:cubicBezTo>
                      <a:pt x="295200" y="79200"/>
                      <a:pt x="331200" y="86400"/>
                      <a:pt x="417600" y="93600"/>
                    </a:cubicBezTo>
                    <a:cubicBezTo>
                      <a:pt x="914400" y="93600"/>
                      <a:pt x="1411200" y="115200"/>
                      <a:pt x="1908000" y="122400"/>
                    </a:cubicBezTo>
                    <a:cubicBezTo>
                      <a:pt x="2109600" y="122400"/>
                      <a:pt x="2116800" y="410400"/>
                      <a:pt x="1915200" y="410400"/>
                    </a:cubicBezTo>
                    <a:lnTo>
                      <a:pt x="194400" y="388800"/>
                    </a:lnTo>
                    <a:cubicBezTo>
                      <a:pt x="21600" y="388800"/>
                      <a:pt x="0" y="288000"/>
                      <a:pt x="0" y="144000"/>
                    </a:cubicBezTo>
                    <a:close/>
                  </a:path>
                </a:pathLst>
              </a:custGeom>
              <a:solidFill>
                <a:srgbClr val="D4D5CE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61" name="SCHEM_polygon-0059"/>
              <p:cNvSpPr/>
              <p:nvPr/>
            </p:nvSpPr>
            <p:spPr>
              <a:xfrm>
                <a:off x="1540800" y="4644000"/>
                <a:ext cx="244800" cy="86400"/>
              </a:xfrm>
              <a:custGeom>
                <a:avLst/>
                <a:gdLst/>
                <a:ahLst/>
                <a:cxnLst/>
                <a:rect l="0" t="0" r="r" b="b"/>
                <a:pathLst>
                  <a:path w="244800" h="86400">
                    <a:moveTo>
                      <a:pt x="0" y="0"/>
                    </a:moveTo>
                    <a:lnTo>
                      <a:pt x="244800" y="0"/>
                    </a:lnTo>
                    <a:lnTo>
                      <a:pt x="244800" y="86400"/>
                    </a:lnTo>
                    <a:lnTo>
                      <a:pt x="0" y="8640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62" name="SCHEM_line-0060"/>
              <p:cNvCxnSpPr/>
              <p:nvPr/>
            </p:nvCxnSpPr>
            <p:spPr>
              <a:xfrm>
                <a:off x="1587312" y="4687200"/>
                <a:ext cx="151776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63" name="SCHEM_polygon-0061"/>
              <p:cNvSpPr/>
              <p:nvPr/>
            </p:nvSpPr>
            <p:spPr>
              <a:xfrm>
                <a:off x="1929600" y="4644000"/>
                <a:ext cx="244800" cy="86400"/>
              </a:xfrm>
              <a:custGeom>
                <a:avLst/>
                <a:gdLst/>
                <a:ahLst/>
                <a:cxnLst/>
                <a:rect l="0" t="0" r="r" b="b"/>
                <a:pathLst>
                  <a:path w="244800" h="86400">
                    <a:moveTo>
                      <a:pt x="0" y="0"/>
                    </a:moveTo>
                    <a:lnTo>
                      <a:pt x="244800" y="0"/>
                    </a:lnTo>
                    <a:lnTo>
                      <a:pt x="244800" y="86400"/>
                    </a:lnTo>
                    <a:lnTo>
                      <a:pt x="0" y="8640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64" name="SCHEM_line-0062"/>
              <p:cNvCxnSpPr/>
              <p:nvPr/>
            </p:nvCxnSpPr>
            <p:spPr>
              <a:xfrm>
                <a:off x="1976112" y="4687200"/>
                <a:ext cx="151776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65" name="SCHEM_polygon-0063"/>
              <p:cNvSpPr/>
              <p:nvPr/>
            </p:nvSpPr>
            <p:spPr>
              <a:xfrm>
                <a:off x="2318400" y="4644000"/>
                <a:ext cx="244800" cy="86400"/>
              </a:xfrm>
              <a:custGeom>
                <a:avLst/>
                <a:gdLst/>
                <a:ahLst/>
                <a:cxnLst/>
                <a:rect l="0" t="0" r="r" b="b"/>
                <a:pathLst>
                  <a:path w="244800" h="86400">
                    <a:moveTo>
                      <a:pt x="0" y="0"/>
                    </a:moveTo>
                    <a:lnTo>
                      <a:pt x="244800" y="0"/>
                    </a:lnTo>
                    <a:lnTo>
                      <a:pt x="244800" y="86400"/>
                    </a:lnTo>
                    <a:lnTo>
                      <a:pt x="0" y="8640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66" name="SCHEM_line-0064"/>
              <p:cNvCxnSpPr/>
              <p:nvPr/>
            </p:nvCxnSpPr>
            <p:spPr>
              <a:xfrm>
                <a:off x="2364912" y="4687200"/>
                <a:ext cx="151776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67" name="SCHEM_polygon-0065"/>
              <p:cNvSpPr/>
              <p:nvPr/>
            </p:nvSpPr>
            <p:spPr>
              <a:xfrm>
                <a:off x="2714400" y="4644000"/>
                <a:ext cx="244800" cy="86400"/>
              </a:xfrm>
              <a:custGeom>
                <a:avLst/>
                <a:gdLst/>
                <a:ahLst/>
                <a:cxnLst/>
                <a:rect l="0" t="0" r="r" b="b"/>
                <a:pathLst>
                  <a:path w="244800" h="86400">
                    <a:moveTo>
                      <a:pt x="0" y="0"/>
                    </a:moveTo>
                    <a:lnTo>
                      <a:pt x="244800" y="0"/>
                    </a:lnTo>
                    <a:lnTo>
                      <a:pt x="244800" y="86400"/>
                    </a:lnTo>
                    <a:lnTo>
                      <a:pt x="0" y="8640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68" name="SCHEM_line-0066"/>
              <p:cNvCxnSpPr/>
              <p:nvPr/>
            </p:nvCxnSpPr>
            <p:spPr>
              <a:xfrm>
                <a:off x="2760912" y="4687200"/>
                <a:ext cx="151776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69" name="SCHEM_polygon-0067"/>
              <p:cNvSpPr/>
              <p:nvPr/>
            </p:nvSpPr>
            <p:spPr>
              <a:xfrm>
                <a:off x="3074400" y="4644000"/>
                <a:ext cx="244800" cy="86400"/>
              </a:xfrm>
              <a:custGeom>
                <a:avLst/>
                <a:gdLst/>
                <a:ahLst/>
                <a:cxnLst/>
                <a:rect l="0" t="0" r="r" b="b"/>
                <a:pathLst>
                  <a:path w="244800" h="86400">
                    <a:moveTo>
                      <a:pt x="0" y="0"/>
                    </a:moveTo>
                    <a:lnTo>
                      <a:pt x="244800" y="0"/>
                    </a:lnTo>
                    <a:lnTo>
                      <a:pt x="244800" y="86400"/>
                    </a:lnTo>
                    <a:lnTo>
                      <a:pt x="0" y="86400"/>
                    </a:lnTo>
                    <a:close/>
                  </a:path>
                </a:pathLst>
              </a:custGeom>
              <a:solidFill>
                <a:srgbClr val="B0C1CB"/>
              </a:solidFill>
              <a:ln w="5760" cap="flat">
                <a:solidFill>
                  <a:srgbClr val="60717B"/>
                </a:solidFill>
              </a:ln>
              <a:effectLst/>
            </p:spPr>
          </p:sp>
          <p:cxnSp>
            <p:nvCxnSpPr>
              <p:cNvPr id="70" name="SCHEM_line-0068"/>
              <p:cNvCxnSpPr/>
              <p:nvPr/>
            </p:nvCxnSpPr>
            <p:spPr>
              <a:xfrm>
                <a:off x="3120912" y="4687200"/>
                <a:ext cx="151776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</p:grpSp>
        <p:sp>
          <p:nvSpPr>
            <p:cNvPr id="71" name="SCHEM_text-0069"/>
            <p:cNvSpPr txBox="1"/>
            <p:nvPr/>
          </p:nvSpPr>
          <p:spPr>
            <a:xfrm>
              <a:off x="2340000" y="1476000"/>
              <a:ext cx="1872000" cy="541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Silicone + NdFeB</a:t>
              </a:r>
              <a:endParaRPr lang="en-US" sz="1474"/>
            </a:p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+ fumed silica</a:t>
              </a:r>
              <a:endParaRPr lang="en-US" sz="1474"/>
            </a:p>
          </p:txBody>
        </p:sp>
        <p:cxnSp>
          <p:nvCxnSpPr>
            <p:cNvPr id="72" name="SCHEM_line-0070"/>
            <p:cNvCxnSpPr/>
            <p:nvPr/>
          </p:nvCxnSpPr>
          <p:spPr>
            <a:xfrm flipH="1">
              <a:off x="1699200" y="1605600"/>
              <a:ext cx="561600" cy="2448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73" name="SCHEM_ellipse-0071"/>
            <p:cNvSpPr/>
            <p:nvPr/>
          </p:nvSpPr>
          <p:spPr>
            <a:xfrm>
              <a:off x="1677600" y="18288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74" name="SCHEM_text-0072"/>
            <p:cNvSpPr txBox="1"/>
            <p:nvPr/>
          </p:nvSpPr>
          <p:spPr>
            <a:xfrm>
              <a:off x="108000" y="3153600"/>
              <a:ext cx="1692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Printing field B</a:t>
              </a:r>
              <a:endParaRPr lang="en-US" sz="1417"/>
            </a:p>
          </p:txBody>
        </p:sp>
        <p:cxnSp>
          <p:nvCxnSpPr>
            <p:cNvPr id="75" name="SCHEM_line-0073"/>
            <p:cNvCxnSpPr/>
            <p:nvPr/>
          </p:nvCxnSpPr>
          <p:spPr>
            <a:xfrm>
              <a:off x="396000" y="3535200"/>
              <a:ext cx="612000" cy="1"/>
            </a:xfrm>
            <a:prstGeom prst="line">
              <a:avLst/>
            </a:prstGeom>
            <a:noFill/>
            <a:ln w="36000" cap="flat">
              <a:solidFill>
                <a:srgbClr val="438DB8"/>
              </a:solidFill>
              <a:tailEnd type="triangle" w="med" len="med"/>
            </a:ln>
            <a:effectLst/>
          </p:spPr>
        </p:cxnSp>
        <p:cxnSp>
          <p:nvCxnSpPr>
            <p:cNvPr id="76" name="SCHEM_line-0074"/>
            <p:cNvCxnSpPr/>
            <p:nvPr/>
          </p:nvCxnSpPr>
          <p:spPr>
            <a:xfrm>
              <a:off x="396000" y="3780000"/>
              <a:ext cx="612000" cy="1"/>
            </a:xfrm>
            <a:prstGeom prst="line">
              <a:avLst/>
            </a:prstGeom>
            <a:noFill/>
            <a:ln w="36000" cap="flat">
              <a:solidFill>
                <a:srgbClr val="438DB8"/>
              </a:solidFill>
              <a:tailEnd type="triangle" w="med" len="med"/>
            </a:ln>
            <a:effectLst/>
          </p:spPr>
        </p:cxnSp>
        <p:cxnSp>
          <p:nvCxnSpPr>
            <p:cNvPr id="77" name="SCHEM_line-0075"/>
            <p:cNvCxnSpPr/>
            <p:nvPr/>
          </p:nvCxnSpPr>
          <p:spPr>
            <a:xfrm>
              <a:off x="396000" y="4017600"/>
              <a:ext cx="612000" cy="1"/>
            </a:xfrm>
            <a:prstGeom prst="line">
              <a:avLst/>
            </a:prstGeom>
            <a:noFill/>
            <a:ln w="36000" cap="flat">
              <a:solidFill>
                <a:srgbClr val="438DB8"/>
              </a:solidFill>
              <a:tailEnd type="triangle" w="med" len="med"/>
            </a:ln>
            <a:effectLst/>
          </p:spPr>
        </p:cxnSp>
        <p:cxnSp>
          <p:nvCxnSpPr>
            <p:cNvPr id="78" name="SCHEM_line-0076"/>
            <p:cNvCxnSpPr/>
            <p:nvPr/>
          </p:nvCxnSpPr>
          <p:spPr>
            <a:xfrm>
              <a:off x="396000" y="4255200"/>
              <a:ext cx="612000" cy="1"/>
            </a:xfrm>
            <a:prstGeom prst="line">
              <a:avLst/>
            </a:prstGeom>
            <a:noFill/>
            <a:ln w="36000" cap="flat">
              <a:solidFill>
                <a:srgbClr val="438DB8"/>
              </a:solidFill>
              <a:tailEnd type="triangle" w="med" len="med"/>
            </a:ln>
            <a:effectLst/>
          </p:spPr>
        </p:cxnSp>
        <p:sp>
          <p:nvSpPr>
            <p:cNvPr id="79" name="SCHEM_text-0077"/>
            <p:cNvSpPr txBox="1"/>
            <p:nvPr/>
          </p:nvSpPr>
          <p:spPr>
            <a:xfrm>
              <a:off x="2066400" y="3657600"/>
              <a:ext cx="2016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Particle alignment</a:t>
              </a:r>
              <a:endParaRPr lang="en-US" sz="1417"/>
            </a:p>
          </p:txBody>
        </p:sp>
        <p:cxnSp>
          <p:nvCxnSpPr>
            <p:cNvPr id="80" name="SCHEM_line-0078"/>
            <p:cNvCxnSpPr/>
            <p:nvPr/>
          </p:nvCxnSpPr>
          <p:spPr>
            <a:xfrm flipH="1">
              <a:off x="1576800" y="3744000"/>
              <a:ext cx="417600" cy="1584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81" name="SCHEM_ellipse-0079"/>
            <p:cNvSpPr/>
            <p:nvPr/>
          </p:nvSpPr>
          <p:spPr>
            <a:xfrm>
              <a:off x="1555200" y="38808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cxnSp>
          <p:nvCxnSpPr>
            <p:cNvPr id="82" name="SCHEM_line-0080"/>
            <p:cNvCxnSpPr/>
            <p:nvPr/>
          </p:nvCxnSpPr>
          <p:spPr>
            <a:xfrm>
              <a:off x="1195200" y="5371200"/>
              <a:ext cx="1411200" cy="1"/>
            </a:xfrm>
            <a:prstGeom prst="line">
              <a:avLst/>
            </a:prstGeom>
            <a:noFill/>
            <a:ln w="21600" cap="flat">
              <a:solidFill>
                <a:srgbClr val="292929"/>
              </a:solidFill>
              <a:tailEnd type="triangle" w="med" len="med"/>
            </a:ln>
            <a:effectLst/>
          </p:spPr>
        </p:cxnSp>
        <p:sp>
          <p:nvSpPr>
            <p:cNvPr id="83" name="SCHEM_text-0081"/>
            <p:cNvSpPr txBox="1"/>
            <p:nvPr/>
          </p:nvSpPr>
          <p:spPr>
            <a:xfrm>
              <a:off x="1368000" y="5472000"/>
              <a:ext cx="2016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Print direction</a:t>
              </a:r>
              <a:endParaRPr lang="en-US" sz="1417"/>
            </a:p>
          </p:txBody>
        </p:sp>
        <p:grpSp>
          <p:nvGrpSpPr>
            <p:cNvPr id="84" name="SCHEM_programmed-filaments"/>
            <p:cNvGrpSpPr/>
            <p:nvPr/>
          </p:nvGrpSpPr>
          <p:grpSpPr>
            <a:xfrm>
              <a:off x="4212000" y="1209600"/>
              <a:ext cx="3117600" cy="2455200"/>
              <a:chOff x="4212000" y="1209600"/>
              <a:chExt cx="3117600" cy="2455200"/>
            </a:xfrm>
          </p:grpSpPr>
          <p:sp>
            <p:nvSpPr>
              <p:cNvPr id="85" name="SCHEM_rect-0083"/>
              <p:cNvSpPr/>
              <p:nvPr/>
            </p:nvSpPr>
            <p:spPr>
              <a:xfrm>
                <a:off x="4212000" y="1353600"/>
                <a:ext cx="748800" cy="388800"/>
              </a:xfrm>
              <a:prstGeom prst="rect">
                <a:avLst/>
              </a:prstGeom>
              <a:solidFill>
                <a:srgbClr val="A6C4D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86" name="SCHEM_polygon-0084"/>
              <p:cNvSpPr/>
              <p:nvPr/>
            </p:nvSpPr>
            <p:spPr>
              <a:xfrm>
                <a:off x="4212000" y="1209600"/>
                <a:ext cx="871200" cy="144000"/>
              </a:xfrm>
              <a:custGeom>
                <a:avLst/>
                <a:gdLst/>
                <a:ahLst/>
                <a:cxnLst/>
                <a:rect l="0" t="0" r="r" b="b"/>
                <a:pathLst>
                  <a:path w="871200" h="1440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871200" y="0"/>
                    </a:lnTo>
                    <a:lnTo>
                      <a:pt x="748800" y="144000"/>
                    </a:lnTo>
                    <a:close/>
                  </a:path>
                </a:pathLst>
              </a:custGeom>
              <a:solidFill>
                <a:srgbClr val="A6C4D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87" name="SCHEM_line-0085"/>
              <p:cNvCxnSpPr/>
              <p:nvPr/>
            </p:nvCxnSpPr>
            <p:spPr>
              <a:xfrm>
                <a:off x="4413600" y="1548000"/>
                <a:ext cx="3456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88" name="SCHEM_rect-0086"/>
              <p:cNvSpPr/>
              <p:nvPr/>
            </p:nvSpPr>
            <p:spPr>
              <a:xfrm>
                <a:off x="4960800" y="1353600"/>
                <a:ext cx="748800" cy="388800"/>
              </a:xfrm>
              <a:prstGeom prst="rect">
                <a:avLst/>
              </a:prstGeom>
              <a:solidFill>
                <a:srgbClr val="C1CEAD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89" name="SCHEM_polygon-0087"/>
              <p:cNvSpPr/>
              <p:nvPr/>
            </p:nvSpPr>
            <p:spPr>
              <a:xfrm>
                <a:off x="4960800" y="1209600"/>
                <a:ext cx="871200" cy="144000"/>
              </a:xfrm>
              <a:custGeom>
                <a:avLst/>
                <a:gdLst/>
                <a:ahLst/>
                <a:cxnLst/>
                <a:rect l="0" t="0" r="r" b="b"/>
                <a:pathLst>
                  <a:path w="871200" h="1440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871200" y="0"/>
                    </a:lnTo>
                    <a:lnTo>
                      <a:pt x="748800" y="144000"/>
                    </a:lnTo>
                    <a:close/>
                  </a:path>
                </a:pathLst>
              </a:custGeom>
              <a:solidFill>
                <a:srgbClr val="C1CEAD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90" name="SCHEM_line-0088"/>
              <p:cNvCxnSpPr/>
              <p:nvPr/>
            </p:nvCxnSpPr>
            <p:spPr>
              <a:xfrm flipH="1">
                <a:off x="5162400" y="1548000"/>
                <a:ext cx="3456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91" name="SCHEM_rect-0089"/>
              <p:cNvSpPr/>
              <p:nvPr/>
            </p:nvSpPr>
            <p:spPr>
              <a:xfrm>
                <a:off x="5709600" y="1353600"/>
                <a:ext cx="748800" cy="388800"/>
              </a:xfrm>
              <a:prstGeom prst="rect">
                <a:avLst/>
              </a:prstGeom>
              <a:solidFill>
                <a:srgbClr val="E7BDB7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2" name="SCHEM_polygon-0090"/>
              <p:cNvSpPr/>
              <p:nvPr/>
            </p:nvSpPr>
            <p:spPr>
              <a:xfrm>
                <a:off x="5709600" y="1209600"/>
                <a:ext cx="871200" cy="144000"/>
              </a:xfrm>
              <a:custGeom>
                <a:avLst/>
                <a:gdLst/>
                <a:ahLst/>
                <a:cxnLst/>
                <a:rect l="0" t="0" r="r" b="b"/>
                <a:pathLst>
                  <a:path w="871200" h="1440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871200" y="0"/>
                    </a:lnTo>
                    <a:lnTo>
                      <a:pt x="748800" y="144000"/>
                    </a:lnTo>
                    <a:close/>
                  </a:path>
                </a:pathLst>
              </a:custGeom>
              <a:solidFill>
                <a:srgbClr val="E7BDB7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93" name="SCHEM_line-0091"/>
              <p:cNvCxnSpPr/>
              <p:nvPr/>
            </p:nvCxnSpPr>
            <p:spPr>
              <a:xfrm>
                <a:off x="5911200" y="1548000"/>
                <a:ext cx="3456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94" name="SCHEM_rect-0092"/>
              <p:cNvSpPr/>
              <p:nvPr/>
            </p:nvSpPr>
            <p:spPr>
              <a:xfrm>
                <a:off x="6458400" y="1353600"/>
                <a:ext cx="748800" cy="388800"/>
              </a:xfrm>
              <a:prstGeom prst="rect">
                <a:avLst/>
              </a:prstGeom>
              <a:solidFill>
                <a:srgbClr val="A6C4D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5" name="SCHEM_polygon-0093"/>
              <p:cNvSpPr/>
              <p:nvPr/>
            </p:nvSpPr>
            <p:spPr>
              <a:xfrm>
                <a:off x="6458400" y="1209600"/>
                <a:ext cx="871200" cy="144000"/>
              </a:xfrm>
              <a:custGeom>
                <a:avLst/>
                <a:gdLst/>
                <a:ahLst/>
                <a:cxnLst/>
                <a:rect l="0" t="0" r="r" b="b"/>
                <a:pathLst>
                  <a:path w="871200" h="1440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871200" y="0"/>
                    </a:lnTo>
                    <a:lnTo>
                      <a:pt x="748800" y="144000"/>
                    </a:lnTo>
                    <a:close/>
                  </a:path>
                </a:pathLst>
              </a:custGeom>
              <a:solidFill>
                <a:srgbClr val="A6C4D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96" name="SCHEM_line-0094"/>
              <p:cNvCxnSpPr/>
              <p:nvPr/>
            </p:nvCxnSpPr>
            <p:spPr>
              <a:xfrm flipH="1">
                <a:off x="6660000" y="1548000"/>
                <a:ext cx="3456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97" name="SCHEM_polygon-0095"/>
              <p:cNvSpPr/>
              <p:nvPr/>
            </p:nvSpPr>
            <p:spPr>
              <a:xfrm>
                <a:off x="7207200" y="1209600"/>
                <a:ext cx="122400" cy="532800"/>
              </a:xfrm>
              <a:custGeom>
                <a:avLst/>
                <a:gdLst/>
                <a:ahLst/>
                <a:cxnLst/>
                <a:rect l="0" t="0" r="r" b="b"/>
                <a:pathLst>
                  <a:path w="122400" h="5328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122400" y="388800"/>
                    </a:lnTo>
                    <a:lnTo>
                      <a:pt x="0" y="532800"/>
                    </a:lnTo>
                    <a:close/>
                  </a:path>
                </a:pathLst>
              </a:custGeom>
              <a:solidFill>
                <a:srgbClr val="8FA4AF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8" name="SCHEM_rect-0096"/>
              <p:cNvSpPr/>
              <p:nvPr/>
            </p:nvSpPr>
            <p:spPr>
              <a:xfrm>
                <a:off x="4212000" y="3283200"/>
                <a:ext cx="748800" cy="381600"/>
              </a:xfrm>
              <a:prstGeom prst="rect">
                <a:avLst/>
              </a:prstGeom>
              <a:solidFill>
                <a:srgbClr val="A6C4D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9" name="SCHEM_polygon-0097"/>
              <p:cNvSpPr/>
              <p:nvPr/>
            </p:nvSpPr>
            <p:spPr>
              <a:xfrm>
                <a:off x="4212000" y="3139200"/>
                <a:ext cx="871200" cy="144000"/>
              </a:xfrm>
              <a:custGeom>
                <a:avLst/>
                <a:gdLst/>
                <a:ahLst/>
                <a:cxnLst/>
                <a:rect l="0" t="0" r="r" b="b"/>
                <a:pathLst>
                  <a:path w="871200" h="1440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871200" y="0"/>
                    </a:lnTo>
                    <a:lnTo>
                      <a:pt x="748800" y="144000"/>
                    </a:lnTo>
                    <a:close/>
                  </a:path>
                </a:pathLst>
              </a:custGeom>
              <a:solidFill>
                <a:srgbClr val="A6C4D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00" name="SCHEM_line-0098"/>
              <p:cNvCxnSpPr/>
              <p:nvPr/>
            </p:nvCxnSpPr>
            <p:spPr>
              <a:xfrm>
                <a:off x="4413600" y="3474000"/>
                <a:ext cx="3456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01" name="SCHEM_rect-0099"/>
              <p:cNvSpPr/>
              <p:nvPr/>
            </p:nvSpPr>
            <p:spPr>
              <a:xfrm>
                <a:off x="4960800" y="3283200"/>
                <a:ext cx="748800" cy="381600"/>
              </a:xfrm>
              <a:prstGeom prst="rect">
                <a:avLst/>
              </a:prstGeom>
              <a:solidFill>
                <a:srgbClr val="C1CEAD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2" name="SCHEM_polygon-0100"/>
              <p:cNvSpPr/>
              <p:nvPr/>
            </p:nvSpPr>
            <p:spPr>
              <a:xfrm>
                <a:off x="4960800" y="3139200"/>
                <a:ext cx="871200" cy="144000"/>
              </a:xfrm>
              <a:custGeom>
                <a:avLst/>
                <a:gdLst/>
                <a:ahLst/>
                <a:cxnLst/>
                <a:rect l="0" t="0" r="r" b="b"/>
                <a:pathLst>
                  <a:path w="871200" h="1440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871200" y="0"/>
                    </a:lnTo>
                    <a:lnTo>
                      <a:pt x="748800" y="144000"/>
                    </a:lnTo>
                    <a:close/>
                  </a:path>
                </a:pathLst>
              </a:custGeom>
              <a:solidFill>
                <a:srgbClr val="C1CEAD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03" name="SCHEM_line-0101"/>
              <p:cNvCxnSpPr/>
              <p:nvPr/>
            </p:nvCxnSpPr>
            <p:spPr>
              <a:xfrm flipH="1">
                <a:off x="5162400" y="3474000"/>
                <a:ext cx="3456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04" name="SCHEM_rect-0102"/>
              <p:cNvSpPr/>
              <p:nvPr/>
            </p:nvSpPr>
            <p:spPr>
              <a:xfrm>
                <a:off x="5709600" y="3283200"/>
                <a:ext cx="748800" cy="381600"/>
              </a:xfrm>
              <a:prstGeom prst="rect">
                <a:avLst/>
              </a:prstGeom>
              <a:solidFill>
                <a:srgbClr val="E7BDB7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5" name="SCHEM_polygon-0103"/>
              <p:cNvSpPr/>
              <p:nvPr/>
            </p:nvSpPr>
            <p:spPr>
              <a:xfrm>
                <a:off x="5709600" y="3139200"/>
                <a:ext cx="871200" cy="144000"/>
              </a:xfrm>
              <a:custGeom>
                <a:avLst/>
                <a:gdLst/>
                <a:ahLst/>
                <a:cxnLst/>
                <a:rect l="0" t="0" r="r" b="b"/>
                <a:pathLst>
                  <a:path w="871200" h="1440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871200" y="0"/>
                    </a:lnTo>
                    <a:lnTo>
                      <a:pt x="748800" y="144000"/>
                    </a:lnTo>
                    <a:close/>
                  </a:path>
                </a:pathLst>
              </a:custGeom>
              <a:solidFill>
                <a:srgbClr val="E7BDB7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06" name="SCHEM_line-0104"/>
              <p:cNvCxnSpPr/>
              <p:nvPr/>
            </p:nvCxnSpPr>
            <p:spPr>
              <a:xfrm>
                <a:off x="5911200" y="3474000"/>
                <a:ext cx="3456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07" name="SCHEM_rect-0105"/>
              <p:cNvSpPr/>
              <p:nvPr/>
            </p:nvSpPr>
            <p:spPr>
              <a:xfrm>
                <a:off x="6458400" y="3283200"/>
                <a:ext cx="748800" cy="381600"/>
              </a:xfrm>
              <a:prstGeom prst="rect">
                <a:avLst/>
              </a:prstGeom>
              <a:solidFill>
                <a:srgbClr val="A6C4D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8" name="SCHEM_polygon-0106"/>
              <p:cNvSpPr/>
              <p:nvPr/>
            </p:nvSpPr>
            <p:spPr>
              <a:xfrm>
                <a:off x="6458400" y="3139200"/>
                <a:ext cx="871200" cy="144000"/>
              </a:xfrm>
              <a:custGeom>
                <a:avLst/>
                <a:gdLst/>
                <a:ahLst/>
                <a:cxnLst/>
                <a:rect l="0" t="0" r="r" b="b"/>
                <a:pathLst>
                  <a:path w="871200" h="1440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871200" y="0"/>
                    </a:lnTo>
                    <a:lnTo>
                      <a:pt x="748800" y="144000"/>
                    </a:lnTo>
                    <a:close/>
                  </a:path>
                </a:pathLst>
              </a:custGeom>
              <a:solidFill>
                <a:srgbClr val="A6C4D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09" name="SCHEM_line-0107"/>
              <p:cNvCxnSpPr/>
              <p:nvPr/>
            </p:nvCxnSpPr>
            <p:spPr>
              <a:xfrm flipH="1">
                <a:off x="6660000" y="3474000"/>
                <a:ext cx="3456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10" name="SCHEM_polygon-0108"/>
              <p:cNvSpPr/>
              <p:nvPr/>
            </p:nvSpPr>
            <p:spPr>
              <a:xfrm>
                <a:off x="7207200" y="3139200"/>
                <a:ext cx="122400" cy="525600"/>
              </a:xfrm>
              <a:custGeom>
                <a:avLst/>
                <a:gdLst/>
                <a:ahLst/>
                <a:cxnLst/>
                <a:rect l="0" t="0" r="r" b="b"/>
                <a:pathLst>
                  <a:path w="122400" h="5256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122400" y="381600"/>
                    </a:lnTo>
                    <a:lnTo>
                      <a:pt x="0" y="525600"/>
                    </a:lnTo>
                    <a:close/>
                  </a:path>
                </a:pathLst>
              </a:custGeom>
              <a:solidFill>
                <a:srgbClr val="8FA4AF"/>
              </a:solidFill>
              <a:ln w="7200" cap="flat">
                <a:solidFill>
                  <a:srgbClr val="292929"/>
                </a:solidFill>
              </a:ln>
              <a:effectLst/>
            </p:spPr>
          </p:sp>
        </p:grpSp>
        <p:sp>
          <p:nvSpPr>
            <p:cNvPr id="111" name="SCHEM_text-0109"/>
            <p:cNvSpPr txBox="1"/>
            <p:nvPr/>
          </p:nvSpPr>
          <p:spPr>
            <a:xfrm>
              <a:off x="4824000" y="2001600"/>
              <a:ext cx="2376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Remanent magnetization M</a:t>
              </a:r>
              <a:endParaRPr lang="en-US" sz="1417"/>
            </a:p>
          </p:txBody>
        </p:sp>
        <p:cxnSp>
          <p:nvCxnSpPr>
            <p:cNvPr id="112" name="SCHEM_line-0110"/>
            <p:cNvCxnSpPr/>
            <p:nvPr/>
          </p:nvCxnSpPr>
          <p:spPr>
            <a:xfrm flipV="1">
              <a:off x="4651200" y="1713600"/>
              <a:ext cx="50400" cy="2520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13" name="SCHEM_ellipse-0111"/>
            <p:cNvSpPr/>
            <p:nvPr/>
          </p:nvSpPr>
          <p:spPr>
            <a:xfrm>
              <a:off x="4680000" y="16920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cxnSp>
          <p:nvCxnSpPr>
            <p:cNvPr id="114" name="SCHEM_line-0112"/>
            <p:cNvCxnSpPr/>
            <p:nvPr/>
          </p:nvCxnSpPr>
          <p:spPr>
            <a:xfrm flipV="1">
              <a:off x="5335200" y="1713600"/>
              <a:ext cx="50400" cy="2520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15" name="SCHEM_ellipse-0113"/>
            <p:cNvSpPr/>
            <p:nvPr/>
          </p:nvSpPr>
          <p:spPr>
            <a:xfrm>
              <a:off x="5364000" y="16920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cxnSp>
          <p:nvCxnSpPr>
            <p:cNvPr id="116" name="SCHEM_line-0114"/>
            <p:cNvCxnSpPr/>
            <p:nvPr/>
          </p:nvCxnSpPr>
          <p:spPr>
            <a:xfrm flipV="1">
              <a:off x="6112800" y="1713600"/>
              <a:ext cx="50400" cy="2520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17" name="SCHEM_ellipse-0115"/>
            <p:cNvSpPr/>
            <p:nvPr/>
          </p:nvSpPr>
          <p:spPr>
            <a:xfrm>
              <a:off x="6141600" y="16920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cxnSp>
          <p:nvCxnSpPr>
            <p:cNvPr id="118" name="SCHEM_line-0116"/>
            <p:cNvCxnSpPr/>
            <p:nvPr/>
          </p:nvCxnSpPr>
          <p:spPr>
            <a:xfrm flipV="1">
              <a:off x="6897600" y="1713600"/>
              <a:ext cx="50400" cy="2520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19" name="SCHEM_ellipse-0117"/>
            <p:cNvSpPr/>
            <p:nvPr/>
          </p:nvSpPr>
          <p:spPr>
            <a:xfrm>
              <a:off x="6926400" y="16920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cxnSp>
          <p:nvCxnSpPr>
            <p:cNvPr id="120" name="SCHEM_line-0118"/>
            <p:cNvCxnSpPr/>
            <p:nvPr/>
          </p:nvCxnSpPr>
          <p:spPr>
            <a:xfrm>
              <a:off x="5745600" y="2462400"/>
              <a:ext cx="1" cy="309600"/>
            </a:xfrm>
            <a:prstGeom prst="line">
              <a:avLst/>
            </a:prstGeom>
            <a:noFill/>
            <a:ln w="43200" cap="flat">
              <a:solidFill>
                <a:srgbClr val="999B96"/>
              </a:solidFill>
              <a:tailEnd type="triangle" w="med" len="med"/>
            </a:ln>
            <a:effectLst/>
          </p:spPr>
        </p:cxnSp>
        <p:sp>
          <p:nvSpPr>
            <p:cNvPr id="121" name="SCHEM_text-0119"/>
            <p:cNvSpPr txBox="1"/>
            <p:nvPr/>
          </p:nvSpPr>
          <p:spPr>
            <a:xfrm>
              <a:off x="5911200" y="2534400"/>
              <a:ext cx="2016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Cure to fix domains</a:t>
              </a:r>
              <a:endParaRPr lang="en-US" sz="1417"/>
            </a:p>
          </p:txBody>
        </p:sp>
        <p:sp>
          <p:nvSpPr>
            <p:cNvPr id="122" name="SCHEM_path-0120"/>
            <p:cNvSpPr/>
            <p:nvPr/>
          </p:nvSpPr>
          <p:spPr>
            <a:xfrm>
              <a:off x="5047200" y="2736000"/>
              <a:ext cx="72000" cy="266400"/>
            </a:xfrm>
            <a:custGeom>
              <a:avLst/>
              <a:gdLst/>
              <a:ahLst/>
              <a:cxnLst/>
              <a:rect l="0" t="0" r="r" b="b"/>
              <a:pathLst>
                <a:path w="72000" h="266400">
                  <a:moveTo>
                    <a:pt x="36000" y="266400"/>
                  </a:moveTo>
                  <a:cubicBezTo>
                    <a:pt x="72000" y="246420"/>
                    <a:pt x="72000" y="219780"/>
                    <a:pt x="36000" y="199800"/>
                  </a:cubicBezTo>
                  <a:cubicBezTo>
                    <a:pt x="0" y="179820"/>
                    <a:pt x="0" y="153180"/>
                    <a:pt x="36000" y="133200"/>
                  </a:cubicBezTo>
                  <a:cubicBezTo>
                    <a:pt x="72000" y="113220"/>
                    <a:pt x="72000" y="86580"/>
                    <a:pt x="36000" y="66600"/>
                  </a:cubicBezTo>
                  <a:cubicBezTo>
                    <a:pt x="0" y="46620"/>
                    <a:pt x="0" y="19980"/>
                    <a:pt x="36000" y="0"/>
                  </a:cubicBezTo>
                </a:path>
              </a:pathLst>
            </a:custGeom>
            <a:noFill/>
            <a:ln w="21600" cap="flat">
              <a:solidFill>
                <a:srgbClr val="9A9D95"/>
              </a:solidFill>
            </a:ln>
            <a:effectLst/>
          </p:spPr>
        </p:sp>
        <p:cxnSp>
          <p:nvCxnSpPr>
            <p:cNvPr id="123" name="SCHEM_line-0121"/>
            <p:cNvCxnSpPr/>
            <p:nvPr/>
          </p:nvCxnSpPr>
          <p:spPr>
            <a:xfrm flipV="1">
              <a:off x="5083200" y="2671200"/>
              <a:ext cx="1" cy="79200"/>
            </a:xfrm>
            <a:prstGeom prst="line">
              <a:avLst/>
            </a:prstGeom>
            <a:noFill/>
            <a:ln w="21600" cap="flat">
              <a:solidFill>
                <a:srgbClr val="9A9D95"/>
              </a:solidFill>
              <a:tailEnd type="triangle" w="med" len="med"/>
            </a:ln>
            <a:effectLst/>
          </p:spPr>
        </p:cxnSp>
        <p:sp>
          <p:nvSpPr>
            <p:cNvPr id="124" name="SCHEM_path-0122"/>
            <p:cNvSpPr/>
            <p:nvPr/>
          </p:nvSpPr>
          <p:spPr>
            <a:xfrm>
              <a:off x="5155200" y="2736000"/>
              <a:ext cx="72000" cy="266400"/>
            </a:xfrm>
            <a:custGeom>
              <a:avLst/>
              <a:gdLst/>
              <a:ahLst/>
              <a:cxnLst/>
              <a:rect l="0" t="0" r="r" b="b"/>
              <a:pathLst>
                <a:path w="72000" h="266400">
                  <a:moveTo>
                    <a:pt x="36000" y="266400"/>
                  </a:moveTo>
                  <a:cubicBezTo>
                    <a:pt x="72000" y="246420"/>
                    <a:pt x="72000" y="219780"/>
                    <a:pt x="36000" y="199800"/>
                  </a:cubicBezTo>
                  <a:cubicBezTo>
                    <a:pt x="0" y="179820"/>
                    <a:pt x="0" y="153180"/>
                    <a:pt x="36000" y="133200"/>
                  </a:cubicBezTo>
                  <a:cubicBezTo>
                    <a:pt x="72000" y="113220"/>
                    <a:pt x="72000" y="86580"/>
                    <a:pt x="36000" y="66600"/>
                  </a:cubicBezTo>
                  <a:cubicBezTo>
                    <a:pt x="0" y="46620"/>
                    <a:pt x="0" y="19980"/>
                    <a:pt x="36000" y="0"/>
                  </a:cubicBezTo>
                </a:path>
              </a:pathLst>
            </a:custGeom>
            <a:noFill/>
            <a:ln w="21600" cap="flat">
              <a:solidFill>
                <a:srgbClr val="9A9D95"/>
              </a:solidFill>
            </a:ln>
            <a:effectLst/>
          </p:spPr>
        </p:sp>
        <p:cxnSp>
          <p:nvCxnSpPr>
            <p:cNvPr id="125" name="SCHEM_line-0123"/>
            <p:cNvCxnSpPr/>
            <p:nvPr/>
          </p:nvCxnSpPr>
          <p:spPr>
            <a:xfrm flipV="1">
              <a:off x="5191200" y="2671200"/>
              <a:ext cx="1" cy="79200"/>
            </a:xfrm>
            <a:prstGeom prst="line">
              <a:avLst/>
            </a:prstGeom>
            <a:noFill/>
            <a:ln w="21600" cap="flat">
              <a:solidFill>
                <a:srgbClr val="9A9D95"/>
              </a:solidFill>
              <a:tailEnd type="triangle" w="med" len="med"/>
            </a:ln>
            <a:effectLst/>
          </p:spPr>
        </p:cxnSp>
        <p:sp>
          <p:nvSpPr>
            <p:cNvPr id="126" name="SCHEM_path-0124"/>
            <p:cNvSpPr/>
            <p:nvPr/>
          </p:nvSpPr>
          <p:spPr>
            <a:xfrm>
              <a:off x="5270400" y="2736000"/>
              <a:ext cx="72000" cy="266400"/>
            </a:xfrm>
            <a:custGeom>
              <a:avLst/>
              <a:gdLst/>
              <a:ahLst/>
              <a:cxnLst/>
              <a:rect l="0" t="0" r="r" b="b"/>
              <a:pathLst>
                <a:path w="72000" h="266400">
                  <a:moveTo>
                    <a:pt x="36000" y="266400"/>
                  </a:moveTo>
                  <a:cubicBezTo>
                    <a:pt x="72000" y="246420"/>
                    <a:pt x="72000" y="219780"/>
                    <a:pt x="36000" y="199800"/>
                  </a:cubicBezTo>
                  <a:cubicBezTo>
                    <a:pt x="0" y="179820"/>
                    <a:pt x="0" y="153180"/>
                    <a:pt x="36000" y="133200"/>
                  </a:cubicBezTo>
                  <a:cubicBezTo>
                    <a:pt x="72000" y="113220"/>
                    <a:pt x="72000" y="86580"/>
                    <a:pt x="36000" y="66600"/>
                  </a:cubicBezTo>
                  <a:cubicBezTo>
                    <a:pt x="0" y="46620"/>
                    <a:pt x="0" y="19980"/>
                    <a:pt x="36000" y="0"/>
                  </a:cubicBezTo>
                </a:path>
              </a:pathLst>
            </a:custGeom>
            <a:noFill/>
            <a:ln w="21600" cap="flat">
              <a:solidFill>
                <a:srgbClr val="9A9D95"/>
              </a:solidFill>
            </a:ln>
            <a:effectLst/>
          </p:spPr>
        </p:sp>
        <p:cxnSp>
          <p:nvCxnSpPr>
            <p:cNvPr id="127" name="SCHEM_line-0125"/>
            <p:cNvCxnSpPr/>
            <p:nvPr/>
          </p:nvCxnSpPr>
          <p:spPr>
            <a:xfrm flipV="1">
              <a:off x="5306400" y="2671200"/>
              <a:ext cx="1" cy="79200"/>
            </a:xfrm>
            <a:prstGeom prst="line">
              <a:avLst/>
            </a:prstGeom>
            <a:noFill/>
            <a:ln w="21600" cap="flat">
              <a:solidFill>
                <a:srgbClr val="9A9D95"/>
              </a:solidFill>
              <a:tailEnd type="triangle" w="med" len="med"/>
            </a:ln>
            <a:effectLst/>
          </p:spPr>
        </p:cxnSp>
        <p:sp>
          <p:nvSpPr>
            <p:cNvPr id="128" name="SCHEM_path-0126"/>
            <p:cNvSpPr/>
            <p:nvPr/>
          </p:nvSpPr>
          <p:spPr>
            <a:xfrm>
              <a:off x="4672800" y="3643200"/>
              <a:ext cx="208800" cy="1159200"/>
            </a:xfrm>
            <a:custGeom>
              <a:avLst/>
              <a:gdLst/>
              <a:ahLst/>
              <a:cxnLst/>
              <a:rect l="0" t="0" r="r" b="b"/>
              <a:pathLst>
                <a:path w="208800" h="1159200">
                  <a:moveTo>
                    <a:pt x="0" y="0"/>
                  </a:moveTo>
                  <a:lnTo>
                    <a:pt x="208800" y="1159200"/>
                  </a:lnTo>
                </a:path>
              </a:pathLst>
            </a:custGeom>
            <a:noFill/>
            <a:ln w="8640" cap="flat">
              <a:solidFill>
                <a:srgbClr val="292929"/>
              </a:solidFill>
              <a:prstDash val="dash"/>
            </a:ln>
            <a:effectLst/>
          </p:spPr>
        </p:sp>
        <p:sp>
          <p:nvSpPr>
            <p:cNvPr id="129" name="SCHEM_path-0127"/>
            <p:cNvSpPr/>
            <p:nvPr/>
          </p:nvSpPr>
          <p:spPr>
            <a:xfrm>
              <a:off x="4672800" y="3643200"/>
              <a:ext cx="1216800" cy="338400"/>
            </a:xfrm>
            <a:custGeom>
              <a:avLst/>
              <a:gdLst/>
              <a:ahLst/>
              <a:cxnLst/>
              <a:rect l="0" t="0" r="r" b="b"/>
              <a:pathLst>
                <a:path w="1216800" h="338400">
                  <a:moveTo>
                    <a:pt x="0" y="0"/>
                  </a:moveTo>
                  <a:lnTo>
                    <a:pt x="1216800" y="338400"/>
                  </a:lnTo>
                </a:path>
              </a:pathLst>
            </a:custGeom>
            <a:noFill/>
            <a:ln w="8640" cap="flat">
              <a:solidFill>
                <a:srgbClr val="292929"/>
              </a:solidFill>
              <a:prstDash val="dash"/>
            </a:ln>
            <a:effectLst/>
          </p:spPr>
        </p:sp>
        <p:grpSp>
          <p:nvGrpSpPr>
            <p:cNvPr id="130" name="SCHEM_particle-torque-inset"/>
            <p:cNvGrpSpPr/>
            <p:nvPr/>
          </p:nvGrpSpPr>
          <p:grpSpPr>
            <a:xfrm>
              <a:off x="4860000" y="3945600"/>
              <a:ext cx="1843200" cy="1764000"/>
              <a:chOff x="4860000" y="3945600"/>
              <a:chExt cx="1843200" cy="1764000"/>
            </a:xfrm>
          </p:grpSpPr>
          <p:sp>
            <p:nvSpPr>
              <p:cNvPr id="131" name="SCHEM_ellipse-0129"/>
              <p:cNvSpPr/>
              <p:nvPr/>
            </p:nvSpPr>
            <p:spPr>
              <a:xfrm>
                <a:off x="4860000" y="3945600"/>
                <a:ext cx="1843200" cy="1764000"/>
              </a:xfrm>
              <a:prstGeom prst="ellipse">
                <a:avLst/>
              </a:prstGeom>
              <a:noFill/>
              <a:ln w="10080" cap="flat">
                <a:solidFill>
                  <a:srgbClr val="292929"/>
                </a:solidFill>
              </a:ln>
              <a:effectLst/>
            </p:spPr>
          </p:sp>
          <p:sp>
            <p:nvSpPr>
              <p:cNvPr id="132" name="SCHEM_path-0130"/>
              <p:cNvSpPr/>
              <p:nvPr/>
            </p:nvSpPr>
            <p:spPr>
              <a:xfrm>
                <a:off x="5040000" y="4608000"/>
                <a:ext cx="1166400" cy="640800"/>
              </a:xfrm>
              <a:custGeom>
                <a:avLst/>
                <a:gdLst/>
                <a:ahLst/>
                <a:cxnLst/>
                <a:rect l="0" t="0" r="r" b="b"/>
                <a:pathLst>
                  <a:path w="1166400" h="640800">
                    <a:moveTo>
                      <a:pt x="165600" y="28800"/>
                    </a:moveTo>
                    <a:cubicBezTo>
                      <a:pt x="100800" y="0"/>
                      <a:pt x="0" y="288000"/>
                      <a:pt x="72000" y="374400"/>
                    </a:cubicBezTo>
                    <a:lnTo>
                      <a:pt x="972000" y="604800"/>
                    </a:lnTo>
                    <a:cubicBezTo>
                      <a:pt x="1051200" y="640800"/>
                      <a:pt x="1166400" y="331200"/>
                      <a:pt x="1072800" y="252000"/>
                    </a:cubicBezTo>
                    <a:close/>
                  </a:path>
                </a:pathLst>
              </a:custGeom>
              <a:solidFill>
                <a:srgbClr val="AEBFC9"/>
              </a:solidFill>
              <a:ln w="11520" cap="flat">
                <a:solidFill>
                  <a:srgbClr val="292929"/>
                </a:solidFill>
              </a:ln>
              <a:effectLst/>
            </p:spPr>
          </p:sp>
          <p:sp>
            <p:nvSpPr>
              <p:cNvPr id="133" name="SCHEM_ellipse-0131"/>
              <p:cNvSpPr/>
              <p:nvPr/>
            </p:nvSpPr>
            <p:spPr>
              <a:xfrm>
                <a:off x="6012000" y="4852800"/>
                <a:ext cx="144000" cy="360000"/>
              </a:xfrm>
              <a:prstGeom prst="ellipse">
                <a:avLst/>
              </a:prstGeom>
              <a:solidFill>
                <a:srgbClr val="8197A7"/>
              </a:solidFill>
              <a:ln w="7200" cap="flat">
                <a:solidFill>
                  <a:srgbClr val="627582"/>
                </a:solidFill>
              </a:ln>
              <a:effectLst/>
            </p:spPr>
          </p:sp>
          <p:cxnSp>
            <p:nvCxnSpPr>
              <p:cNvPr id="134" name="SCHEM_line-0132"/>
              <p:cNvCxnSpPr/>
              <p:nvPr/>
            </p:nvCxnSpPr>
            <p:spPr>
              <a:xfrm>
                <a:off x="5292000" y="4867200"/>
                <a:ext cx="619200" cy="165600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cxnSp>
            <p:nvCxnSpPr>
              <p:cNvPr id="135" name="SCHEM_line-0133"/>
              <p:cNvCxnSpPr/>
              <p:nvPr/>
            </p:nvCxnSpPr>
            <p:spPr>
              <a:xfrm flipV="1">
                <a:off x="5659200" y="4161600"/>
                <a:ext cx="468000" cy="410400"/>
              </a:xfrm>
              <a:prstGeom prst="line">
                <a:avLst/>
              </a:prstGeom>
              <a:noFill/>
              <a:ln w="36000" cap="flat">
                <a:solidFill>
                  <a:srgbClr val="438DB8"/>
                </a:solidFill>
                <a:tailEnd type="triangle" w="med" len="med"/>
              </a:ln>
              <a:effectLst/>
            </p:spPr>
          </p:cxnSp>
          <p:sp>
            <p:nvSpPr>
              <p:cNvPr id="136" name="SCHEM_path-0134"/>
              <p:cNvSpPr/>
              <p:nvPr/>
            </p:nvSpPr>
            <p:spPr>
              <a:xfrm>
                <a:off x="5911200" y="4500000"/>
                <a:ext cx="367200" cy="475200"/>
              </a:xfrm>
              <a:custGeom>
                <a:avLst/>
                <a:gdLst/>
                <a:ahLst/>
                <a:cxnLst/>
                <a:rect l="0" t="0" r="r" b="b"/>
                <a:pathLst>
                  <a:path w="367200" h="475200">
                    <a:moveTo>
                      <a:pt x="367200" y="475200"/>
                    </a:moveTo>
                    <a:cubicBezTo>
                      <a:pt x="352800" y="237600"/>
                      <a:pt x="208800" y="79200"/>
                      <a:pt x="0" y="0"/>
                    </a:cubicBezTo>
                  </a:path>
                </a:pathLst>
              </a:custGeom>
              <a:noFill/>
              <a:ln w="21600" cap="flat">
                <a:solidFill>
                  <a:srgbClr val="B57D79"/>
                </a:solidFill>
              </a:ln>
              <a:effectLst/>
            </p:spPr>
          </p:sp>
          <p:cxnSp>
            <p:nvCxnSpPr>
              <p:cNvPr id="137" name="SCHEM_line-0135"/>
              <p:cNvCxnSpPr/>
              <p:nvPr/>
            </p:nvCxnSpPr>
            <p:spPr>
              <a:xfrm flipH="1" flipV="1">
                <a:off x="5911200" y="4500000"/>
                <a:ext cx="79200" cy="28800"/>
              </a:xfrm>
              <a:prstGeom prst="line">
                <a:avLst/>
              </a:prstGeom>
              <a:noFill/>
              <a:ln w="28800" cap="flat">
                <a:solidFill>
                  <a:srgbClr val="B57D79"/>
                </a:solidFill>
                <a:tailEnd type="triangle" w="med" len="med"/>
              </a:ln>
              <a:effectLst/>
            </p:spPr>
          </p:cxnSp>
        </p:grpSp>
        <p:sp>
          <p:nvSpPr>
            <p:cNvPr id="138" name="SCHEM_text-0136"/>
            <p:cNvSpPr txBox="1"/>
            <p:nvPr/>
          </p:nvSpPr>
          <p:spPr>
            <a:xfrm>
              <a:off x="6220800" y="4132800"/>
              <a:ext cx="360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 b="1" i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B</a:t>
              </a:r>
              <a:endParaRPr lang="en-US" sz="1531"/>
            </a:p>
          </p:txBody>
        </p:sp>
        <p:sp>
          <p:nvSpPr>
            <p:cNvPr id="139" name="SCHEM_text-0137"/>
            <p:cNvSpPr txBox="1"/>
            <p:nvPr/>
          </p:nvSpPr>
          <p:spPr>
            <a:xfrm>
              <a:off x="5414400" y="5169600"/>
              <a:ext cx="432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 b="1" i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M</a:t>
              </a:r>
              <a:endParaRPr lang="en-US" sz="1531"/>
            </a:p>
          </p:txBody>
        </p:sp>
        <p:sp>
          <p:nvSpPr>
            <p:cNvPr id="140" name="SCHEM_text-0138"/>
            <p:cNvSpPr txBox="1"/>
            <p:nvPr/>
          </p:nvSpPr>
          <p:spPr>
            <a:xfrm>
              <a:off x="6429600" y="4615200"/>
              <a:ext cx="921600" cy="522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Magnetic</a:t>
              </a:r>
              <a:endParaRPr lang="en-US" sz="1417"/>
            </a:p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torque</a:t>
              </a:r>
              <a:endParaRPr lang="en-US" sz="1417"/>
            </a:p>
          </p:txBody>
        </p:sp>
        <p:sp>
          <p:nvSpPr>
            <p:cNvPr id="141" name="SCHEM_text-0139"/>
            <p:cNvSpPr txBox="1"/>
            <p:nvPr/>
          </p:nvSpPr>
          <p:spPr>
            <a:xfrm>
              <a:off x="4485600" y="5760000"/>
              <a:ext cx="3528000" cy="522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Pre-magnetized NdFeB microparticle</a:t>
              </a:r>
              <a:endParaRPr lang="en-US" sz="1417"/>
            </a:p>
            <a:p>
              <a:pPr algn="ctr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(enlarged view)</a:t>
              </a:r>
              <a:endParaRPr lang="en-US" sz="1417"/>
            </a:p>
          </p:txBody>
        </p:sp>
        <p:sp>
          <p:nvSpPr>
            <p:cNvPr id="142" name="SCHEM_text-0140"/>
            <p:cNvSpPr txBox="1"/>
            <p:nvPr/>
          </p:nvSpPr>
          <p:spPr>
            <a:xfrm>
              <a:off x="8114400" y="1044000"/>
              <a:ext cx="3024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Field off: straight state</a:t>
              </a:r>
              <a:endParaRPr lang="en-US" sz="1417"/>
            </a:p>
          </p:txBody>
        </p:sp>
        <p:grpSp>
          <p:nvGrpSpPr>
            <p:cNvPr id="143" name="SCHEM_field-off-straight"/>
            <p:cNvGrpSpPr/>
            <p:nvPr/>
          </p:nvGrpSpPr>
          <p:grpSpPr>
            <a:xfrm>
              <a:off x="8042400" y="1332000"/>
              <a:ext cx="3348000" cy="446400"/>
              <a:chOff x="8042400" y="1332000"/>
              <a:chExt cx="3348000" cy="446400"/>
            </a:xfrm>
          </p:grpSpPr>
          <p:sp>
            <p:nvSpPr>
              <p:cNvPr id="144" name="SCHEM_rect-0142"/>
              <p:cNvSpPr/>
              <p:nvPr/>
            </p:nvSpPr>
            <p:spPr>
              <a:xfrm>
                <a:off x="8042400" y="1476000"/>
                <a:ext cx="806400" cy="302400"/>
              </a:xfrm>
              <a:prstGeom prst="rect">
                <a:avLst/>
              </a:prstGeom>
              <a:solidFill>
                <a:srgbClr val="A6C4D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45" name="SCHEM_polygon-0143"/>
              <p:cNvSpPr/>
              <p:nvPr/>
            </p:nvSpPr>
            <p:spPr>
              <a:xfrm>
                <a:off x="8042400" y="1332000"/>
                <a:ext cx="928800" cy="144000"/>
              </a:xfrm>
              <a:custGeom>
                <a:avLst/>
                <a:gdLst/>
                <a:ahLst/>
                <a:cxnLst/>
                <a:rect l="0" t="0" r="r" b="b"/>
                <a:pathLst>
                  <a:path w="928800" h="1440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928800" y="0"/>
                    </a:lnTo>
                    <a:lnTo>
                      <a:pt x="806400" y="144000"/>
                    </a:lnTo>
                    <a:close/>
                  </a:path>
                </a:pathLst>
              </a:custGeom>
              <a:solidFill>
                <a:srgbClr val="A6C4D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46" name="SCHEM_line-0144"/>
              <p:cNvCxnSpPr/>
              <p:nvPr/>
            </p:nvCxnSpPr>
            <p:spPr>
              <a:xfrm>
                <a:off x="8272800" y="1627200"/>
                <a:ext cx="3456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47" name="SCHEM_rect-0145"/>
              <p:cNvSpPr/>
              <p:nvPr/>
            </p:nvSpPr>
            <p:spPr>
              <a:xfrm>
                <a:off x="8848800" y="1476000"/>
                <a:ext cx="806400" cy="302400"/>
              </a:xfrm>
              <a:prstGeom prst="rect">
                <a:avLst/>
              </a:prstGeom>
              <a:solidFill>
                <a:srgbClr val="C1CEAD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48" name="SCHEM_polygon-0146"/>
              <p:cNvSpPr/>
              <p:nvPr/>
            </p:nvSpPr>
            <p:spPr>
              <a:xfrm>
                <a:off x="8848800" y="1332000"/>
                <a:ext cx="928800" cy="144000"/>
              </a:xfrm>
              <a:custGeom>
                <a:avLst/>
                <a:gdLst/>
                <a:ahLst/>
                <a:cxnLst/>
                <a:rect l="0" t="0" r="r" b="b"/>
                <a:pathLst>
                  <a:path w="928800" h="1440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928800" y="0"/>
                    </a:lnTo>
                    <a:lnTo>
                      <a:pt x="806400" y="144000"/>
                    </a:lnTo>
                    <a:close/>
                  </a:path>
                </a:pathLst>
              </a:custGeom>
              <a:solidFill>
                <a:srgbClr val="C1CEAD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49" name="SCHEM_line-0147"/>
              <p:cNvCxnSpPr/>
              <p:nvPr/>
            </p:nvCxnSpPr>
            <p:spPr>
              <a:xfrm flipH="1">
                <a:off x="9079200" y="1627200"/>
                <a:ext cx="3456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50" name="SCHEM_rect-0148"/>
              <p:cNvSpPr/>
              <p:nvPr/>
            </p:nvSpPr>
            <p:spPr>
              <a:xfrm>
                <a:off x="9655200" y="1476000"/>
                <a:ext cx="806400" cy="302400"/>
              </a:xfrm>
              <a:prstGeom prst="rect">
                <a:avLst/>
              </a:prstGeom>
              <a:solidFill>
                <a:srgbClr val="E7BDB7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51" name="SCHEM_polygon-0149"/>
              <p:cNvSpPr/>
              <p:nvPr/>
            </p:nvSpPr>
            <p:spPr>
              <a:xfrm>
                <a:off x="9655200" y="1332000"/>
                <a:ext cx="928800" cy="144000"/>
              </a:xfrm>
              <a:custGeom>
                <a:avLst/>
                <a:gdLst/>
                <a:ahLst/>
                <a:cxnLst/>
                <a:rect l="0" t="0" r="r" b="b"/>
                <a:pathLst>
                  <a:path w="928800" h="1440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928800" y="0"/>
                    </a:lnTo>
                    <a:lnTo>
                      <a:pt x="806400" y="144000"/>
                    </a:lnTo>
                    <a:close/>
                  </a:path>
                </a:pathLst>
              </a:custGeom>
              <a:solidFill>
                <a:srgbClr val="E7BDB7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52" name="SCHEM_line-0150"/>
              <p:cNvCxnSpPr/>
              <p:nvPr/>
            </p:nvCxnSpPr>
            <p:spPr>
              <a:xfrm>
                <a:off x="9885600" y="1627200"/>
                <a:ext cx="3456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53" name="SCHEM_rect-0151"/>
              <p:cNvSpPr/>
              <p:nvPr/>
            </p:nvSpPr>
            <p:spPr>
              <a:xfrm>
                <a:off x="10461600" y="1476000"/>
                <a:ext cx="806400" cy="302400"/>
              </a:xfrm>
              <a:prstGeom prst="rect">
                <a:avLst/>
              </a:prstGeom>
              <a:solidFill>
                <a:srgbClr val="A6C4D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54" name="SCHEM_polygon-0152"/>
              <p:cNvSpPr/>
              <p:nvPr/>
            </p:nvSpPr>
            <p:spPr>
              <a:xfrm>
                <a:off x="10461600" y="1332000"/>
                <a:ext cx="928800" cy="144000"/>
              </a:xfrm>
              <a:custGeom>
                <a:avLst/>
                <a:gdLst/>
                <a:ahLst/>
                <a:cxnLst/>
                <a:rect l="0" t="0" r="r" b="b"/>
                <a:pathLst>
                  <a:path w="928800" h="1440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928800" y="0"/>
                    </a:lnTo>
                    <a:lnTo>
                      <a:pt x="806400" y="144000"/>
                    </a:lnTo>
                    <a:close/>
                  </a:path>
                </a:pathLst>
              </a:custGeom>
              <a:solidFill>
                <a:srgbClr val="A6C4D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55" name="SCHEM_line-0153"/>
              <p:cNvCxnSpPr/>
              <p:nvPr/>
            </p:nvCxnSpPr>
            <p:spPr>
              <a:xfrm flipH="1">
                <a:off x="10692000" y="1627200"/>
                <a:ext cx="3456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56" name="SCHEM_polygon-0154"/>
              <p:cNvSpPr/>
              <p:nvPr/>
            </p:nvSpPr>
            <p:spPr>
              <a:xfrm>
                <a:off x="11268000" y="1332000"/>
                <a:ext cx="122400" cy="446400"/>
              </a:xfrm>
              <a:custGeom>
                <a:avLst/>
                <a:gdLst/>
                <a:ahLst/>
                <a:cxnLst/>
                <a:rect l="0" t="0" r="r" b="b"/>
                <a:pathLst>
                  <a:path w="122400" h="4464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122400" y="302400"/>
                    </a:lnTo>
                    <a:lnTo>
                      <a:pt x="0" y="446400"/>
                    </a:lnTo>
                    <a:close/>
                  </a:path>
                </a:pathLst>
              </a:custGeom>
              <a:solidFill>
                <a:srgbClr val="8FA4AF"/>
              </a:solidFill>
              <a:ln w="7200" cap="flat">
                <a:solidFill>
                  <a:srgbClr val="292929"/>
                </a:solidFill>
              </a:ln>
              <a:effectLst/>
            </p:spPr>
          </p:sp>
        </p:grpSp>
        <p:sp>
          <p:nvSpPr>
            <p:cNvPr id="157" name="SCHEM_text-0155"/>
            <p:cNvSpPr txBox="1"/>
            <p:nvPr/>
          </p:nvSpPr>
          <p:spPr>
            <a:xfrm>
              <a:off x="8114400" y="2340000"/>
              <a:ext cx="3024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Field on: deformation</a:t>
              </a:r>
              <a:endParaRPr lang="en-US" sz="1417"/>
            </a:p>
          </p:txBody>
        </p:sp>
        <p:grpSp>
          <p:nvGrpSpPr>
            <p:cNvPr id="158" name="SCHEM_field-on-bent"/>
            <p:cNvGrpSpPr/>
            <p:nvPr/>
          </p:nvGrpSpPr>
          <p:grpSpPr>
            <a:xfrm>
              <a:off x="7920000" y="2584800"/>
              <a:ext cx="3441600" cy="943200"/>
              <a:chOff x="7920000" y="2584800"/>
              <a:chExt cx="3441600" cy="943200"/>
            </a:xfrm>
          </p:grpSpPr>
          <p:sp>
            <p:nvSpPr>
              <p:cNvPr id="159" name="SCHEM_path-0157"/>
              <p:cNvSpPr/>
              <p:nvPr/>
            </p:nvSpPr>
            <p:spPr>
              <a:xfrm>
                <a:off x="7920000" y="2584800"/>
                <a:ext cx="957600" cy="691200"/>
              </a:xfrm>
              <a:custGeom>
                <a:avLst/>
                <a:gdLst/>
                <a:ahLst/>
                <a:cxnLst/>
                <a:rect l="0" t="0" r="r" b="b"/>
                <a:pathLst>
                  <a:path w="957600" h="691200">
                    <a:moveTo>
                      <a:pt x="0" y="367200"/>
                    </a:moveTo>
                    <a:cubicBezTo>
                      <a:pt x="324000" y="115200"/>
                      <a:pt x="576000" y="0"/>
                      <a:pt x="900000" y="223200"/>
                    </a:cubicBezTo>
                    <a:lnTo>
                      <a:pt x="957600" y="547200"/>
                    </a:lnTo>
                    <a:cubicBezTo>
                      <a:pt x="633600" y="324000"/>
                      <a:pt x="381600" y="439200"/>
                      <a:pt x="57600" y="691200"/>
                    </a:cubicBezTo>
                    <a:close/>
                  </a:path>
                </a:pathLst>
              </a:custGeom>
              <a:solidFill>
                <a:srgbClr val="A6C4D5"/>
              </a:soli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160" name="SCHEM_path-0158"/>
              <p:cNvSpPr/>
              <p:nvPr/>
            </p:nvSpPr>
            <p:spPr>
              <a:xfrm>
                <a:off x="8182800" y="2850480"/>
                <a:ext cx="374400" cy="50400"/>
              </a:xfrm>
              <a:custGeom>
                <a:avLst/>
                <a:gdLst/>
                <a:ahLst/>
                <a:cxnLst/>
                <a:rect l="0" t="0" r="r" b="b"/>
                <a:pathLst>
                  <a:path w="374400" h="50400">
                    <a:moveTo>
                      <a:pt x="0" y="50400"/>
                    </a:moveTo>
                    <a:cubicBezTo>
                      <a:pt x="129600" y="14400"/>
                      <a:pt x="259200" y="0"/>
                      <a:pt x="374400" y="21600"/>
                    </a:cubicBezTo>
                  </a:path>
                </a:pathLst>
              </a:custGeom>
              <a:noFill/>
              <a:ln w="216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61" name="SCHEM_line-0159"/>
              <p:cNvCxnSpPr/>
              <p:nvPr/>
            </p:nvCxnSpPr>
            <p:spPr>
              <a:xfrm>
                <a:off x="8514000" y="2872080"/>
                <a:ext cx="504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62" name="SCHEM_path-0160"/>
              <p:cNvSpPr/>
              <p:nvPr/>
            </p:nvSpPr>
            <p:spPr>
              <a:xfrm>
                <a:off x="8820000" y="2808000"/>
                <a:ext cx="813600" cy="619200"/>
              </a:xfrm>
              <a:custGeom>
                <a:avLst/>
                <a:gdLst/>
                <a:ahLst/>
                <a:cxnLst/>
                <a:rect l="0" t="0" r="r" b="b"/>
                <a:pathLst>
                  <a:path w="813600" h="619200">
                    <a:moveTo>
                      <a:pt x="0" y="0"/>
                    </a:moveTo>
                    <a:cubicBezTo>
                      <a:pt x="272160" y="230400"/>
                      <a:pt x="483840" y="295200"/>
                      <a:pt x="756000" y="100800"/>
                    </a:cubicBezTo>
                    <a:lnTo>
                      <a:pt x="813600" y="424800"/>
                    </a:lnTo>
                    <a:cubicBezTo>
                      <a:pt x="541440" y="619200"/>
                      <a:pt x="329760" y="554400"/>
                      <a:pt x="57600" y="324000"/>
                    </a:cubicBezTo>
                    <a:close/>
                  </a:path>
                </a:pathLst>
              </a:custGeom>
              <a:solidFill>
                <a:srgbClr val="C1CEAD"/>
              </a:soli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163" name="SCHEM_path-0161"/>
              <p:cNvSpPr/>
              <p:nvPr/>
            </p:nvSpPr>
            <p:spPr>
              <a:xfrm>
                <a:off x="9010800" y="3143880"/>
                <a:ext cx="374400" cy="50400"/>
              </a:xfrm>
              <a:custGeom>
                <a:avLst/>
                <a:gdLst/>
                <a:ahLst/>
                <a:cxnLst/>
                <a:rect l="0" t="0" r="r" b="b"/>
                <a:pathLst>
                  <a:path w="374400" h="50400">
                    <a:moveTo>
                      <a:pt x="374400" y="50400"/>
                    </a:moveTo>
                    <a:cubicBezTo>
                      <a:pt x="244800" y="14400"/>
                      <a:pt x="115200" y="0"/>
                      <a:pt x="0" y="21600"/>
                    </a:cubicBezTo>
                  </a:path>
                </a:pathLst>
              </a:custGeom>
              <a:noFill/>
              <a:ln w="216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64" name="SCHEM_line-0162"/>
              <p:cNvCxnSpPr/>
              <p:nvPr/>
            </p:nvCxnSpPr>
            <p:spPr>
              <a:xfrm flipH="1">
                <a:off x="9003600" y="3165480"/>
                <a:ext cx="504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65" name="SCHEM_path-0163"/>
              <p:cNvSpPr/>
              <p:nvPr/>
            </p:nvSpPr>
            <p:spPr>
              <a:xfrm>
                <a:off x="9576000" y="2613600"/>
                <a:ext cx="993600" cy="619200"/>
              </a:xfrm>
              <a:custGeom>
                <a:avLst/>
                <a:gdLst/>
                <a:ahLst/>
                <a:cxnLst/>
                <a:rect l="0" t="0" r="r" b="b"/>
                <a:pathLst>
                  <a:path w="993600" h="619200">
                    <a:moveTo>
                      <a:pt x="0" y="295200"/>
                    </a:moveTo>
                    <a:cubicBezTo>
                      <a:pt x="336960" y="36000"/>
                      <a:pt x="599040" y="0"/>
                      <a:pt x="936000" y="237600"/>
                    </a:cubicBezTo>
                    <a:lnTo>
                      <a:pt x="993600" y="561600"/>
                    </a:lnTo>
                    <a:cubicBezTo>
                      <a:pt x="656640" y="324000"/>
                      <a:pt x="394560" y="360000"/>
                      <a:pt x="57600" y="619200"/>
                    </a:cubicBezTo>
                    <a:close/>
                  </a:path>
                </a:pathLst>
              </a:custGeom>
              <a:solidFill>
                <a:srgbClr val="E7BDB7"/>
              </a:soli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166" name="SCHEM_path-0164"/>
              <p:cNvSpPr/>
              <p:nvPr/>
            </p:nvSpPr>
            <p:spPr>
              <a:xfrm>
                <a:off x="9856800" y="2842920"/>
                <a:ext cx="374400" cy="50400"/>
              </a:xfrm>
              <a:custGeom>
                <a:avLst/>
                <a:gdLst/>
                <a:ahLst/>
                <a:cxnLst/>
                <a:rect l="0" t="0" r="r" b="b"/>
                <a:pathLst>
                  <a:path w="374400" h="50400">
                    <a:moveTo>
                      <a:pt x="0" y="50400"/>
                    </a:moveTo>
                    <a:cubicBezTo>
                      <a:pt x="129600" y="14400"/>
                      <a:pt x="259200" y="0"/>
                      <a:pt x="374400" y="21600"/>
                    </a:cubicBezTo>
                  </a:path>
                </a:pathLst>
              </a:custGeom>
              <a:noFill/>
              <a:ln w="216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67" name="SCHEM_line-0165"/>
              <p:cNvCxnSpPr/>
              <p:nvPr/>
            </p:nvCxnSpPr>
            <p:spPr>
              <a:xfrm>
                <a:off x="10188000" y="2864520"/>
                <a:ext cx="504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68" name="SCHEM_path-0166"/>
              <p:cNvSpPr/>
              <p:nvPr/>
            </p:nvSpPr>
            <p:spPr>
              <a:xfrm>
                <a:off x="10512000" y="2851200"/>
                <a:ext cx="849600" cy="676800"/>
              </a:xfrm>
              <a:custGeom>
                <a:avLst/>
                <a:gdLst/>
                <a:ahLst/>
                <a:cxnLst/>
                <a:rect l="0" t="0" r="r" b="b"/>
                <a:pathLst>
                  <a:path w="849600" h="676800">
                    <a:moveTo>
                      <a:pt x="0" y="0"/>
                    </a:moveTo>
                    <a:cubicBezTo>
                      <a:pt x="285120" y="194400"/>
                      <a:pt x="506880" y="352800"/>
                      <a:pt x="792000" y="79200"/>
                    </a:cubicBezTo>
                    <a:lnTo>
                      <a:pt x="849600" y="403200"/>
                    </a:lnTo>
                    <a:cubicBezTo>
                      <a:pt x="564480" y="676800"/>
                      <a:pt x="342720" y="518400"/>
                      <a:pt x="57600" y="324000"/>
                    </a:cubicBezTo>
                    <a:close/>
                  </a:path>
                </a:pathLst>
              </a:custGeom>
              <a:solidFill>
                <a:srgbClr val="A6C4D5"/>
              </a:soli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169" name="SCHEM_path-0167"/>
              <p:cNvSpPr/>
              <p:nvPr/>
            </p:nvSpPr>
            <p:spPr>
              <a:xfrm>
                <a:off x="10720800" y="3191400"/>
                <a:ext cx="374400" cy="50400"/>
              </a:xfrm>
              <a:custGeom>
                <a:avLst/>
                <a:gdLst/>
                <a:ahLst/>
                <a:cxnLst/>
                <a:rect l="0" t="0" r="r" b="b"/>
                <a:pathLst>
                  <a:path w="374400" h="50400">
                    <a:moveTo>
                      <a:pt x="374400" y="50400"/>
                    </a:moveTo>
                    <a:cubicBezTo>
                      <a:pt x="244800" y="14400"/>
                      <a:pt x="115200" y="0"/>
                      <a:pt x="0" y="21600"/>
                    </a:cubicBezTo>
                  </a:path>
                </a:pathLst>
              </a:custGeom>
              <a:noFill/>
              <a:ln w="216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70" name="SCHEM_line-0168"/>
              <p:cNvCxnSpPr/>
              <p:nvPr/>
            </p:nvCxnSpPr>
            <p:spPr>
              <a:xfrm flipH="1">
                <a:off x="10713600" y="3213000"/>
                <a:ext cx="504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</p:grpSp>
        <p:cxnSp>
          <p:nvCxnSpPr>
            <p:cNvPr id="171" name="SCHEM_line-0169"/>
            <p:cNvCxnSpPr/>
            <p:nvPr/>
          </p:nvCxnSpPr>
          <p:spPr>
            <a:xfrm flipV="1">
              <a:off x="8820000" y="3492000"/>
              <a:ext cx="1" cy="345600"/>
            </a:xfrm>
            <a:prstGeom prst="line">
              <a:avLst/>
            </a:prstGeom>
            <a:noFill/>
            <a:ln w="28800" cap="flat">
              <a:solidFill>
                <a:srgbClr val="438DB8"/>
              </a:solidFill>
              <a:tailEnd type="triangle" w="med" len="med"/>
            </a:ln>
            <a:effectLst/>
          </p:spPr>
        </p:cxnSp>
        <p:cxnSp>
          <p:nvCxnSpPr>
            <p:cNvPr id="172" name="SCHEM_line-0170"/>
            <p:cNvCxnSpPr/>
            <p:nvPr/>
          </p:nvCxnSpPr>
          <p:spPr>
            <a:xfrm flipV="1">
              <a:off x="9302400" y="3492000"/>
              <a:ext cx="1" cy="345600"/>
            </a:xfrm>
            <a:prstGeom prst="line">
              <a:avLst/>
            </a:prstGeom>
            <a:noFill/>
            <a:ln w="28800" cap="flat">
              <a:solidFill>
                <a:srgbClr val="438DB8"/>
              </a:solidFill>
              <a:tailEnd type="triangle" w="med" len="med"/>
            </a:ln>
            <a:effectLst/>
          </p:spPr>
        </p:cxnSp>
        <p:cxnSp>
          <p:nvCxnSpPr>
            <p:cNvPr id="173" name="SCHEM_line-0171"/>
            <p:cNvCxnSpPr/>
            <p:nvPr/>
          </p:nvCxnSpPr>
          <p:spPr>
            <a:xfrm flipV="1">
              <a:off x="9820800" y="3492000"/>
              <a:ext cx="1" cy="345600"/>
            </a:xfrm>
            <a:prstGeom prst="line">
              <a:avLst/>
            </a:prstGeom>
            <a:noFill/>
            <a:ln w="28800" cap="flat">
              <a:solidFill>
                <a:srgbClr val="438DB8"/>
              </a:solidFill>
              <a:tailEnd type="triangle" w="med" len="med"/>
            </a:ln>
            <a:effectLst/>
          </p:spPr>
        </p:cxnSp>
        <p:cxnSp>
          <p:nvCxnSpPr>
            <p:cNvPr id="174" name="SCHEM_line-0172"/>
            <p:cNvCxnSpPr/>
            <p:nvPr/>
          </p:nvCxnSpPr>
          <p:spPr>
            <a:xfrm flipV="1">
              <a:off x="10332000" y="3492000"/>
              <a:ext cx="1" cy="345600"/>
            </a:xfrm>
            <a:prstGeom prst="line">
              <a:avLst/>
            </a:prstGeom>
            <a:noFill/>
            <a:ln w="28800" cap="flat">
              <a:solidFill>
                <a:srgbClr val="438DB8"/>
              </a:solidFill>
              <a:tailEnd type="triangle" w="med" len="med"/>
            </a:ln>
            <a:effectLst/>
          </p:spPr>
        </p:cxnSp>
        <p:sp>
          <p:nvSpPr>
            <p:cNvPr id="175" name="SCHEM_text-0173"/>
            <p:cNvSpPr txBox="1"/>
            <p:nvPr/>
          </p:nvSpPr>
          <p:spPr>
            <a:xfrm>
              <a:off x="8762400" y="3924000"/>
              <a:ext cx="2592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Applied magnetic field B</a:t>
              </a:r>
              <a:endParaRPr lang="en-US" sz="1417"/>
            </a:p>
          </p:txBody>
        </p:sp>
        <p:sp>
          <p:nvSpPr>
            <p:cNvPr id="176" name="SCHEM_text-0174"/>
            <p:cNvSpPr txBox="1"/>
            <p:nvPr/>
          </p:nvSpPr>
          <p:spPr>
            <a:xfrm>
              <a:off x="8114400" y="4608000"/>
              <a:ext cx="3348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Field off: recovered straight state</a:t>
              </a:r>
              <a:endParaRPr lang="en-US" sz="1361"/>
            </a:p>
          </p:txBody>
        </p:sp>
        <p:grpSp>
          <p:nvGrpSpPr>
            <p:cNvPr id="177" name="SCHEM_recovered-straight"/>
            <p:cNvGrpSpPr/>
            <p:nvPr/>
          </p:nvGrpSpPr>
          <p:grpSpPr>
            <a:xfrm>
              <a:off x="8042400" y="4881600"/>
              <a:ext cx="3348000" cy="446400"/>
              <a:chOff x="8042400" y="4881600"/>
              <a:chExt cx="3348000" cy="446400"/>
            </a:xfrm>
          </p:grpSpPr>
          <p:sp>
            <p:nvSpPr>
              <p:cNvPr id="178" name="SCHEM_rect-0176"/>
              <p:cNvSpPr/>
              <p:nvPr/>
            </p:nvSpPr>
            <p:spPr>
              <a:xfrm>
                <a:off x="8042400" y="5025600"/>
                <a:ext cx="806400" cy="302400"/>
              </a:xfrm>
              <a:prstGeom prst="rect">
                <a:avLst/>
              </a:prstGeom>
              <a:solidFill>
                <a:srgbClr val="A6C4D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79" name="SCHEM_polygon-0177"/>
              <p:cNvSpPr/>
              <p:nvPr/>
            </p:nvSpPr>
            <p:spPr>
              <a:xfrm>
                <a:off x="8042400" y="4881600"/>
                <a:ext cx="928800" cy="144000"/>
              </a:xfrm>
              <a:custGeom>
                <a:avLst/>
                <a:gdLst/>
                <a:ahLst/>
                <a:cxnLst/>
                <a:rect l="0" t="0" r="r" b="b"/>
                <a:pathLst>
                  <a:path w="928800" h="1440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928800" y="0"/>
                    </a:lnTo>
                    <a:lnTo>
                      <a:pt x="806400" y="144000"/>
                    </a:lnTo>
                    <a:close/>
                  </a:path>
                </a:pathLst>
              </a:custGeom>
              <a:solidFill>
                <a:srgbClr val="A6C4D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80" name="SCHEM_line-0178"/>
              <p:cNvCxnSpPr/>
              <p:nvPr/>
            </p:nvCxnSpPr>
            <p:spPr>
              <a:xfrm>
                <a:off x="8272800" y="5176800"/>
                <a:ext cx="3456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81" name="SCHEM_rect-0179"/>
              <p:cNvSpPr/>
              <p:nvPr/>
            </p:nvSpPr>
            <p:spPr>
              <a:xfrm>
                <a:off x="8848800" y="5025600"/>
                <a:ext cx="806400" cy="302400"/>
              </a:xfrm>
              <a:prstGeom prst="rect">
                <a:avLst/>
              </a:prstGeom>
              <a:solidFill>
                <a:srgbClr val="C1CEAD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82" name="SCHEM_polygon-0180"/>
              <p:cNvSpPr/>
              <p:nvPr/>
            </p:nvSpPr>
            <p:spPr>
              <a:xfrm>
                <a:off x="8848800" y="4881600"/>
                <a:ext cx="928800" cy="144000"/>
              </a:xfrm>
              <a:custGeom>
                <a:avLst/>
                <a:gdLst/>
                <a:ahLst/>
                <a:cxnLst/>
                <a:rect l="0" t="0" r="r" b="b"/>
                <a:pathLst>
                  <a:path w="928800" h="1440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928800" y="0"/>
                    </a:lnTo>
                    <a:lnTo>
                      <a:pt x="806400" y="144000"/>
                    </a:lnTo>
                    <a:close/>
                  </a:path>
                </a:pathLst>
              </a:custGeom>
              <a:solidFill>
                <a:srgbClr val="C1CEAD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83" name="SCHEM_line-0181"/>
              <p:cNvCxnSpPr/>
              <p:nvPr/>
            </p:nvCxnSpPr>
            <p:spPr>
              <a:xfrm flipH="1">
                <a:off x="9079200" y="5176800"/>
                <a:ext cx="3456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84" name="SCHEM_rect-0182"/>
              <p:cNvSpPr/>
              <p:nvPr/>
            </p:nvSpPr>
            <p:spPr>
              <a:xfrm>
                <a:off x="9655200" y="5025600"/>
                <a:ext cx="806400" cy="302400"/>
              </a:xfrm>
              <a:prstGeom prst="rect">
                <a:avLst/>
              </a:prstGeom>
              <a:solidFill>
                <a:srgbClr val="E7BDB7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85" name="SCHEM_polygon-0183"/>
              <p:cNvSpPr/>
              <p:nvPr/>
            </p:nvSpPr>
            <p:spPr>
              <a:xfrm>
                <a:off x="9655200" y="4881600"/>
                <a:ext cx="928800" cy="144000"/>
              </a:xfrm>
              <a:custGeom>
                <a:avLst/>
                <a:gdLst/>
                <a:ahLst/>
                <a:cxnLst/>
                <a:rect l="0" t="0" r="r" b="b"/>
                <a:pathLst>
                  <a:path w="928800" h="1440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928800" y="0"/>
                    </a:lnTo>
                    <a:lnTo>
                      <a:pt x="806400" y="144000"/>
                    </a:lnTo>
                    <a:close/>
                  </a:path>
                </a:pathLst>
              </a:custGeom>
              <a:solidFill>
                <a:srgbClr val="E7BDB7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86" name="SCHEM_line-0184"/>
              <p:cNvCxnSpPr/>
              <p:nvPr/>
            </p:nvCxnSpPr>
            <p:spPr>
              <a:xfrm>
                <a:off x="9885600" y="5176800"/>
                <a:ext cx="3456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87" name="SCHEM_rect-0185"/>
              <p:cNvSpPr/>
              <p:nvPr/>
            </p:nvSpPr>
            <p:spPr>
              <a:xfrm>
                <a:off x="10461600" y="5025600"/>
                <a:ext cx="806400" cy="302400"/>
              </a:xfrm>
              <a:prstGeom prst="rect">
                <a:avLst/>
              </a:prstGeom>
              <a:solidFill>
                <a:srgbClr val="A6C4D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88" name="SCHEM_polygon-0186"/>
              <p:cNvSpPr/>
              <p:nvPr/>
            </p:nvSpPr>
            <p:spPr>
              <a:xfrm>
                <a:off x="10461600" y="4881600"/>
                <a:ext cx="928800" cy="144000"/>
              </a:xfrm>
              <a:custGeom>
                <a:avLst/>
                <a:gdLst/>
                <a:ahLst/>
                <a:cxnLst/>
                <a:rect l="0" t="0" r="r" b="b"/>
                <a:pathLst>
                  <a:path w="928800" h="1440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928800" y="0"/>
                    </a:lnTo>
                    <a:lnTo>
                      <a:pt x="806400" y="144000"/>
                    </a:lnTo>
                    <a:close/>
                  </a:path>
                </a:pathLst>
              </a:custGeom>
              <a:solidFill>
                <a:srgbClr val="A6C4D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89" name="SCHEM_line-0187"/>
              <p:cNvCxnSpPr/>
              <p:nvPr/>
            </p:nvCxnSpPr>
            <p:spPr>
              <a:xfrm flipH="1">
                <a:off x="10692000" y="5176800"/>
                <a:ext cx="345600" cy="1"/>
              </a:xfrm>
              <a:prstGeom prst="line">
                <a:avLst/>
              </a:prstGeom>
              <a:noFill/>
              <a:ln w="216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190" name="SCHEM_polygon-0188"/>
              <p:cNvSpPr/>
              <p:nvPr/>
            </p:nvSpPr>
            <p:spPr>
              <a:xfrm>
                <a:off x="11268000" y="4881600"/>
                <a:ext cx="122400" cy="446400"/>
              </a:xfrm>
              <a:custGeom>
                <a:avLst/>
                <a:gdLst/>
                <a:ahLst/>
                <a:cxnLst/>
                <a:rect l="0" t="0" r="r" b="b"/>
                <a:pathLst>
                  <a:path w="122400" h="446400">
                    <a:moveTo>
                      <a:pt x="0" y="144000"/>
                    </a:moveTo>
                    <a:lnTo>
                      <a:pt x="122400" y="0"/>
                    </a:lnTo>
                    <a:lnTo>
                      <a:pt x="122400" y="302400"/>
                    </a:lnTo>
                    <a:lnTo>
                      <a:pt x="0" y="446400"/>
                    </a:lnTo>
                    <a:close/>
                  </a:path>
                </a:pathLst>
              </a:custGeom>
              <a:solidFill>
                <a:srgbClr val="8FA4AF"/>
              </a:solidFill>
              <a:ln w="7200" cap="flat">
                <a:solidFill>
                  <a:srgbClr val="292929"/>
                </a:solidFill>
              </a:ln>
              <a:effectLst/>
            </p:spPr>
          </p:sp>
        </p:grpSp>
        <p:sp>
          <p:nvSpPr>
            <p:cNvPr id="191" name="SCHEM_text-0189"/>
            <p:cNvSpPr txBox="1"/>
            <p:nvPr/>
          </p:nvSpPr>
          <p:spPr>
            <a:xfrm>
              <a:off x="8503200" y="5623200"/>
              <a:ext cx="3009600" cy="463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External field drives deformation</a:t>
              </a:r>
              <a:endParaRPr lang="en-US" sz="1247"/>
            </a:p>
            <a:p>
              <a:pPr algn="ctr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(not self-powered; returns when field is removed)</a:t>
              </a:r>
              <a:endParaRPr lang="en-US" sz="1247"/>
            </a:p>
          </p:txBody>
        </p:sp>
        <p:sp>
          <p:nvSpPr>
            <p:cNvPr id="192" name="SCHEM_text-0190"/>
            <p:cNvSpPr txBox="1"/>
            <p:nvPr/>
          </p:nvSpPr>
          <p:spPr>
            <a:xfrm>
              <a:off x="3650400" y="6228000"/>
              <a:ext cx="7776000" cy="2109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020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Nature (2018) | doi:10.1038/s41586-018-0185-0 | Conceptual geometry; not to scale</a:t>
              </a:r>
              <a:endParaRPr lang="en-US" sz="102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  <p:grpSp>
        <p:nvGrpSpPr>
          <p:cNvPr id="2" name="SCHEM_figure"/>
          <p:cNvGrpSpPr/>
          <p:nvPr/>
        </p:nvGrpSpPr>
        <p:grpSpPr>
          <a:xfrm>
            <a:off x="93600" y="216000"/>
            <a:ext cx="11412000" cy="6244200"/>
            <a:chOff x="93600" y="216000"/>
            <a:chExt cx="11412000" cy="6244200"/>
          </a:xfrm>
        </p:grpSpPr>
        <p:sp>
          <p:nvSpPr>
            <p:cNvPr id="3" name="SCHEM_text-0001"/>
            <p:cNvSpPr txBox="1"/>
            <p:nvPr/>
          </p:nvSpPr>
          <p:spPr>
            <a:xfrm>
              <a:off x="1677600" y="216000"/>
              <a:ext cx="5400000" cy="2887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Left-to-right: frequency conversion (1.5 kHz → 3.0 kHz)</a:t>
              </a:r>
              <a:endParaRPr lang="en-US" sz="1474"/>
            </a:p>
          </p:txBody>
        </p:sp>
        <p:sp>
          <p:nvSpPr>
            <p:cNvPr id="4" name="SCHEM_text-0002"/>
            <p:cNvSpPr txBox="1"/>
            <p:nvPr/>
          </p:nvSpPr>
          <p:spPr>
            <a:xfrm>
              <a:off x="2124000" y="3189600"/>
              <a:ext cx="5220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Right-to-left: reverse incidence (1.5 kHz)</a:t>
              </a:r>
              <a:endParaRPr lang="en-US" sz="1531"/>
            </a:p>
          </p:txBody>
        </p:sp>
        <p:grpSp>
          <p:nvGrpSpPr>
            <p:cNvPr id="5" name="SCHEM_forward-acoustic-cavities"/>
            <p:cNvGrpSpPr/>
            <p:nvPr/>
          </p:nvGrpSpPr>
          <p:grpSpPr>
            <a:xfrm>
              <a:off x="1778400" y="1166400"/>
              <a:ext cx="3729600" cy="1159200"/>
              <a:chOff x="1778400" y="1166400"/>
              <a:chExt cx="3729600" cy="1159200"/>
            </a:xfrm>
          </p:grpSpPr>
          <p:sp>
            <p:nvSpPr>
              <p:cNvPr id="6" name="SCHEM_rect-0004"/>
              <p:cNvSpPr/>
              <p:nvPr/>
            </p:nvSpPr>
            <p:spPr>
              <a:xfrm>
                <a:off x="2289600" y="1260000"/>
                <a:ext cx="2757600" cy="972000"/>
              </a:xfrm>
              <a:prstGeom prst="rect">
                <a:avLst/>
              </a:prstGeom>
              <a:gradFill rotWithShape="1">
                <a:gsLst>
                  <a:gs pos="0">
                    <a:srgbClr val="F7F7F6"/>
                  </a:gs>
                  <a:gs pos="100000">
                    <a:srgbClr val="E8E8E6"/>
                  </a:gs>
                </a:gsLst>
                <a:lin ang="5400000" scaled="1"/>
              </a:gradFill>
              <a:ln w="9360" cap="flat">
                <a:noFill/>
              </a:ln>
              <a:effectLst/>
            </p:spPr>
          </p:sp>
          <p:sp>
            <p:nvSpPr>
              <p:cNvPr id="7" name="SCHEM_polygon-0005"/>
              <p:cNvSpPr/>
              <p:nvPr/>
            </p:nvSpPr>
            <p:spPr>
              <a:xfrm>
                <a:off x="1778400" y="1166400"/>
                <a:ext cx="3729600" cy="460800"/>
              </a:xfrm>
              <a:custGeom>
                <a:avLst/>
                <a:gdLst/>
                <a:ahLst/>
                <a:cxnLst/>
                <a:rect l="0" t="0" r="r" b="b"/>
                <a:pathLst>
                  <a:path w="3729600" h="460800">
                    <a:moveTo>
                      <a:pt x="0" y="352800"/>
                    </a:moveTo>
                    <a:lnTo>
                      <a:pt x="410400" y="352800"/>
                    </a:lnTo>
                    <a:lnTo>
                      <a:pt x="410400" y="0"/>
                    </a:lnTo>
                    <a:lnTo>
                      <a:pt x="3391200" y="0"/>
                    </a:lnTo>
                    <a:lnTo>
                      <a:pt x="3391200" y="288000"/>
                    </a:lnTo>
                    <a:lnTo>
                      <a:pt x="3729600" y="288000"/>
                    </a:lnTo>
                    <a:lnTo>
                      <a:pt x="3729600" y="374400"/>
                    </a:lnTo>
                    <a:lnTo>
                      <a:pt x="3268800" y="374400"/>
                    </a:lnTo>
                    <a:lnTo>
                      <a:pt x="3268800" y="93600"/>
                    </a:lnTo>
                    <a:lnTo>
                      <a:pt x="525600" y="93600"/>
                    </a:lnTo>
                    <a:lnTo>
                      <a:pt x="525600" y="460800"/>
                    </a:lnTo>
                    <a:lnTo>
                      <a:pt x="0" y="460800"/>
                    </a:lnTo>
                    <a:close/>
                  </a:path>
                </a:pathLst>
              </a:custGeom>
              <a:solidFill>
                <a:srgbClr val="C9C9C7"/>
              </a:solidFill>
              <a:ln w="12240" cap="flat">
                <a:solidFill>
                  <a:srgbClr val="292929"/>
                </a:solidFill>
              </a:ln>
              <a:effectLst/>
            </p:spPr>
          </p:sp>
          <p:sp>
            <p:nvSpPr>
              <p:cNvPr id="8" name="SCHEM_polygon-0006"/>
              <p:cNvSpPr/>
              <p:nvPr/>
            </p:nvSpPr>
            <p:spPr>
              <a:xfrm>
                <a:off x="1778400" y="1872000"/>
                <a:ext cx="3729600" cy="453600"/>
              </a:xfrm>
              <a:custGeom>
                <a:avLst/>
                <a:gdLst/>
                <a:ahLst/>
                <a:cxnLst/>
                <a:rect l="0" t="0" r="r" b="b"/>
                <a:pathLst>
                  <a:path w="3729600" h="453600">
                    <a:moveTo>
                      <a:pt x="0" y="0"/>
                    </a:moveTo>
                    <a:lnTo>
                      <a:pt x="525600" y="0"/>
                    </a:lnTo>
                    <a:lnTo>
                      <a:pt x="525600" y="352800"/>
                    </a:lnTo>
                    <a:lnTo>
                      <a:pt x="3268800" y="352800"/>
                    </a:lnTo>
                    <a:lnTo>
                      <a:pt x="3268800" y="100800"/>
                    </a:lnTo>
                    <a:lnTo>
                      <a:pt x="3729600" y="100800"/>
                    </a:lnTo>
                    <a:lnTo>
                      <a:pt x="3729600" y="187200"/>
                    </a:lnTo>
                    <a:lnTo>
                      <a:pt x="3391200" y="187200"/>
                    </a:lnTo>
                    <a:lnTo>
                      <a:pt x="3391200" y="453600"/>
                    </a:lnTo>
                    <a:lnTo>
                      <a:pt x="410400" y="453600"/>
                    </a:lnTo>
                    <a:lnTo>
                      <a:pt x="410400" y="100800"/>
                    </a:lnTo>
                    <a:lnTo>
                      <a:pt x="0" y="100800"/>
                    </a:lnTo>
                    <a:close/>
                  </a:path>
                </a:pathLst>
              </a:custGeom>
              <a:solidFill>
                <a:srgbClr val="C9C9C7"/>
              </a:solidFill>
              <a:ln w="12240" cap="flat">
                <a:solidFill>
                  <a:srgbClr val="292929"/>
                </a:solidFill>
              </a:ln>
              <a:effectLst/>
            </p:spPr>
          </p:sp>
          <p:sp>
            <p:nvSpPr>
              <p:cNvPr id="9" name="SCHEM_rect-0007"/>
              <p:cNvSpPr/>
              <p:nvPr/>
            </p:nvSpPr>
            <p:spPr>
              <a:xfrm>
                <a:off x="3531600" y="1260000"/>
                <a:ext cx="36000" cy="964800"/>
              </a:xfrm>
              <a:prstGeom prst="rect">
                <a:avLst/>
              </a:prstGeom>
              <a:solidFill>
                <a:srgbClr val="E1CB6D"/>
              </a:solidFill>
              <a:ln w="504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" name="SCHEM_rect-0008"/>
              <p:cNvSpPr/>
              <p:nvPr/>
            </p:nvSpPr>
            <p:spPr>
              <a:xfrm>
                <a:off x="3567600" y="1260000"/>
                <a:ext cx="43200" cy="964800"/>
              </a:xfrm>
              <a:prstGeom prst="rect">
                <a:avLst/>
              </a:prstGeom>
              <a:solidFill>
                <a:srgbClr val="66BFE5"/>
              </a:solidFill>
              <a:ln w="5040" cap="flat">
                <a:solidFill>
                  <a:srgbClr val="292929"/>
                </a:solidFill>
              </a:ln>
              <a:effectLst/>
            </p:spPr>
          </p:sp>
          <p:sp>
            <p:nvSpPr>
              <p:cNvPr id="11" name="SCHEM_rect-0009"/>
              <p:cNvSpPr/>
              <p:nvPr/>
            </p:nvSpPr>
            <p:spPr>
              <a:xfrm>
                <a:off x="3610800" y="1260000"/>
                <a:ext cx="115200" cy="964800"/>
              </a:xfrm>
              <a:prstGeom prst="rect">
                <a:avLst/>
              </a:prstGeom>
              <a:solidFill>
                <a:srgbClr val="B7CAA1"/>
              </a:solidFill>
              <a:ln w="5040" cap="flat">
                <a:solidFill>
                  <a:srgbClr val="292929"/>
                </a:solidFill>
              </a:ln>
              <a:effectLst/>
            </p:spPr>
          </p:sp>
          <p:sp>
            <p:nvSpPr>
              <p:cNvPr id="12" name="SCHEM_rect-0010"/>
              <p:cNvSpPr/>
              <p:nvPr/>
            </p:nvSpPr>
            <p:spPr>
              <a:xfrm>
                <a:off x="3726000" y="1260000"/>
                <a:ext cx="50400" cy="964800"/>
              </a:xfrm>
              <a:prstGeom prst="rect">
                <a:avLst/>
              </a:prstGeom>
              <a:solidFill>
                <a:srgbClr val="E58D88"/>
              </a:solidFill>
              <a:ln w="5040" cap="flat">
                <a:solidFill>
                  <a:srgbClr val="292929"/>
                </a:solidFill>
              </a:ln>
              <a:effectLst/>
            </p:spPr>
          </p:sp>
          <p:sp>
            <p:nvSpPr>
              <p:cNvPr id="13" name="SCHEM_rect-0011"/>
              <p:cNvSpPr/>
              <p:nvPr/>
            </p:nvSpPr>
            <p:spPr>
              <a:xfrm>
                <a:off x="3776400" y="1260000"/>
                <a:ext cx="28800" cy="964800"/>
              </a:xfrm>
              <a:prstGeom prst="rect">
                <a:avLst/>
              </a:prstGeom>
              <a:solidFill>
                <a:srgbClr val="E9D9AD"/>
              </a:solidFill>
              <a:ln w="504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14" name="SCHEM_line-0012"/>
              <p:cNvCxnSpPr/>
              <p:nvPr/>
            </p:nvCxnSpPr>
            <p:spPr>
              <a:xfrm>
                <a:off x="1857600" y="1627200"/>
                <a:ext cx="1" cy="244800"/>
              </a:xfrm>
              <a:prstGeom prst="line">
                <a:avLst/>
              </a:prstGeom>
              <a:noFill/>
              <a:ln w="7200" cap="flat">
                <a:solidFill>
                  <a:srgbClr val="D9D9D7"/>
                </a:solidFill>
              </a:ln>
              <a:effectLst/>
            </p:spPr>
          </p:cxnSp>
          <p:cxnSp>
            <p:nvCxnSpPr>
              <p:cNvPr id="15" name="SCHEM_line-0013"/>
              <p:cNvCxnSpPr/>
              <p:nvPr/>
            </p:nvCxnSpPr>
            <p:spPr>
              <a:xfrm>
                <a:off x="5328000" y="1540800"/>
                <a:ext cx="1" cy="432000"/>
              </a:xfrm>
              <a:prstGeom prst="line">
                <a:avLst/>
              </a:prstGeom>
              <a:noFill/>
              <a:ln w="7200" cap="flat">
                <a:solidFill>
                  <a:srgbClr val="D9D9D7"/>
                </a:solidFill>
              </a:ln>
              <a:effectLst/>
            </p:spPr>
          </p:cxnSp>
        </p:grpSp>
        <p:sp>
          <p:nvSpPr>
            <p:cNvPr id="16" name="SCHEM_text-0014"/>
            <p:cNvSpPr txBox="1"/>
            <p:nvPr/>
          </p:nvSpPr>
          <p:spPr>
            <a:xfrm>
              <a:off x="2484000" y="1533600"/>
              <a:ext cx="900000" cy="6483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Left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cavity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(equal volume)</a:t>
              </a:r>
              <a:endParaRPr lang="en-US" sz="1191"/>
            </a:p>
          </p:txBody>
        </p:sp>
        <p:sp>
          <p:nvSpPr>
            <p:cNvPr id="17" name="SCHEM_text-0015"/>
            <p:cNvSpPr txBox="1"/>
            <p:nvPr/>
          </p:nvSpPr>
          <p:spPr>
            <a:xfrm>
              <a:off x="4010400" y="1533600"/>
              <a:ext cx="900000" cy="6483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Right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cavity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(equal volume)</a:t>
              </a:r>
              <a:endParaRPr lang="en-US" sz="1191"/>
            </a:p>
          </p:txBody>
        </p:sp>
        <p:sp>
          <p:nvSpPr>
            <p:cNvPr id="18" name="SCHEM_text-0016"/>
            <p:cNvSpPr txBox="1"/>
            <p:nvPr/>
          </p:nvSpPr>
          <p:spPr>
            <a:xfrm>
              <a:off x="1569600" y="2383200"/>
              <a:ext cx="7920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Small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aperture</a:t>
              </a:r>
              <a:endParaRPr lang="en-US" sz="1191"/>
            </a:p>
          </p:txBody>
        </p:sp>
        <p:cxnSp>
          <p:nvCxnSpPr>
            <p:cNvPr id="19" name="SCHEM_line-0017"/>
            <p:cNvCxnSpPr/>
            <p:nvPr/>
          </p:nvCxnSpPr>
          <p:spPr>
            <a:xfrm>
              <a:off x="2066400" y="1972800"/>
              <a:ext cx="1" cy="403200"/>
            </a:xfrm>
            <a:prstGeom prst="line">
              <a:avLst/>
            </a:prstGeom>
            <a:noFill/>
            <a:ln w="10080" cap="flat">
              <a:solidFill>
                <a:srgbClr val="292929"/>
              </a:solidFill>
            </a:ln>
            <a:effectLst/>
          </p:spPr>
        </p:cxnSp>
        <p:sp>
          <p:nvSpPr>
            <p:cNvPr id="20" name="SCHEM_text-0018"/>
            <p:cNvSpPr txBox="1"/>
            <p:nvPr/>
          </p:nvSpPr>
          <p:spPr>
            <a:xfrm>
              <a:off x="3355200" y="2404800"/>
              <a:ext cx="9360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Piezoelectric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membrane</a:t>
              </a:r>
              <a:endParaRPr lang="en-US" sz="1191"/>
            </a:p>
          </p:txBody>
        </p:sp>
        <p:cxnSp>
          <p:nvCxnSpPr>
            <p:cNvPr id="21" name="SCHEM_line-0019"/>
            <p:cNvCxnSpPr/>
            <p:nvPr/>
          </p:nvCxnSpPr>
          <p:spPr>
            <a:xfrm>
              <a:off x="3672000" y="2224800"/>
              <a:ext cx="1" cy="180000"/>
            </a:xfrm>
            <a:prstGeom prst="line">
              <a:avLst/>
            </a:prstGeom>
            <a:noFill/>
            <a:ln w="10080" cap="flat">
              <a:solidFill>
                <a:srgbClr val="292929"/>
              </a:solidFill>
            </a:ln>
            <a:effectLst/>
          </p:spPr>
        </p:cxnSp>
        <p:sp>
          <p:nvSpPr>
            <p:cNvPr id="22" name="SCHEM_text-0020"/>
            <p:cNvSpPr txBox="1"/>
            <p:nvPr/>
          </p:nvSpPr>
          <p:spPr>
            <a:xfrm>
              <a:off x="5011200" y="2383200"/>
              <a:ext cx="7920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Large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aperture</a:t>
              </a:r>
              <a:endParaRPr lang="en-US" sz="1191"/>
            </a:p>
          </p:txBody>
        </p:sp>
        <p:cxnSp>
          <p:nvCxnSpPr>
            <p:cNvPr id="23" name="SCHEM_line-0021"/>
            <p:cNvCxnSpPr/>
            <p:nvPr/>
          </p:nvCxnSpPr>
          <p:spPr>
            <a:xfrm>
              <a:off x="5335200" y="2059200"/>
              <a:ext cx="1" cy="316800"/>
            </a:xfrm>
            <a:prstGeom prst="line">
              <a:avLst/>
            </a:prstGeom>
            <a:noFill/>
            <a:ln w="10080" cap="flat">
              <a:solidFill>
                <a:srgbClr val="292929"/>
              </a:solidFill>
            </a:ln>
            <a:effectLst/>
          </p:spPr>
        </p:cxnSp>
        <p:grpSp>
          <p:nvGrpSpPr>
            <p:cNvPr id="24" name="SCHEM_reverse-acoustic-cavities"/>
            <p:cNvGrpSpPr/>
            <p:nvPr/>
          </p:nvGrpSpPr>
          <p:grpSpPr>
            <a:xfrm>
              <a:off x="1778400" y="3628800"/>
              <a:ext cx="3729600" cy="1159200"/>
              <a:chOff x="1778400" y="3628800"/>
              <a:chExt cx="3729600" cy="1159200"/>
            </a:xfrm>
          </p:grpSpPr>
          <p:sp>
            <p:nvSpPr>
              <p:cNvPr id="25" name="SCHEM_rect-0023"/>
              <p:cNvSpPr/>
              <p:nvPr/>
            </p:nvSpPr>
            <p:spPr>
              <a:xfrm>
                <a:off x="2289600" y="3722400"/>
                <a:ext cx="2757600" cy="972000"/>
              </a:xfrm>
              <a:prstGeom prst="rect">
                <a:avLst/>
              </a:prstGeom>
              <a:gradFill rotWithShape="1">
                <a:gsLst>
                  <a:gs pos="0">
                    <a:srgbClr val="F7F7F6"/>
                  </a:gs>
                  <a:gs pos="100000">
                    <a:srgbClr val="E8E8E6"/>
                  </a:gs>
                </a:gsLst>
                <a:lin ang="5400000" scaled="1"/>
              </a:gradFill>
              <a:ln w="9360" cap="flat">
                <a:noFill/>
              </a:ln>
              <a:effectLst/>
            </p:spPr>
          </p:sp>
          <p:sp>
            <p:nvSpPr>
              <p:cNvPr id="26" name="SCHEM_polygon-0024"/>
              <p:cNvSpPr/>
              <p:nvPr/>
            </p:nvSpPr>
            <p:spPr>
              <a:xfrm>
                <a:off x="1778400" y="3628800"/>
                <a:ext cx="3729600" cy="460800"/>
              </a:xfrm>
              <a:custGeom>
                <a:avLst/>
                <a:gdLst/>
                <a:ahLst/>
                <a:cxnLst/>
                <a:rect l="0" t="0" r="r" b="b"/>
                <a:pathLst>
                  <a:path w="3729600" h="460800">
                    <a:moveTo>
                      <a:pt x="0" y="352800"/>
                    </a:moveTo>
                    <a:lnTo>
                      <a:pt x="410400" y="352800"/>
                    </a:lnTo>
                    <a:lnTo>
                      <a:pt x="410400" y="0"/>
                    </a:lnTo>
                    <a:lnTo>
                      <a:pt x="3391200" y="0"/>
                    </a:lnTo>
                    <a:lnTo>
                      <a:pt x="3391200" y="288000"/>
                    </a:lnTo>
                    <a:lnTo>
                      <a:pt x="3729600" y="288000"/>
                    </a:lnTo>
                    <a:lnTo>
                      <a:pt x="3729600" y="374400"/>
                    </a:lnTo>
                    <a:lnTo>
                      <a:pt x="3268800" y="374400"/>
                    </a:lnTo>
                    <a:lnTo>
                      <a:pt x="3268800" y="93600"/>
                    </a:lnTo>
                    <a:lnTo>
                      <a:pt x="525600" y="93600"/>
                    </a:lnTo>
                    <a:lnTo>
                      <a:pt x="525600" y="460800"/>
                    </a:lnTo>
                    <a:lnTo>
                      <a:pt x="0" y="460800"/>
                    </a:lnTo>
                    <a:close/>
                  </a:path>
                </a:pathLst>
              </a:custGeom>
              <a:solidFill>
                <a:srgbClr val="C9C9C7"/>
              </a:solidFill>
              <a:ln w="12240" cap="flat">
                <a:solidFill>
                  <a:srgbClr val="292929"/>
                </a:solidFill>
              </a:ln>
              <a:effectLst/>
            </p:spPr>
          </p:sp>
          <p:sp>
            <p:nvSpPr>
              <p:cNvPr id="27" name="SCHEM_polygon-0025"/>
              <p:cNvSpPr/>
              <p:nvPr/>
            </p:nvSpPr>
            <p:spPr>
              <a:xfrm>
                <a:off x="1778400" y="4334400"/>
                <a:ext cx="3729600" cy="453600"/>
              </a:xfrm>
              <a:custGeom>
                <a:avLst/>
                <a:gdLst/>
                <a:ahLst/>
                <a:cxnLst/>
                <a:rect l="0" t="0" r="r" b="b"/>
                <a:pathLst>
                  <a:path w="3729600" h="453600">
                    <a:moveTo>
                      <a:pt x="0" y="0"/>
                    </a:moveTo>
                    <a:lnTo>
                      <a:pt x="525600" y="0"/>
                    </a:lnTo>
                    <a:lnTo>
                      <a:pt x="525600" y="352800"/>
                    </a:lnTo>
                    <a:lnTo>
                      <a:pt x="3268800" y="352800"/>
                    </a:lnTo>
                    <a:lnTo>
                      <a:pt x="3268800" y="100800"/>
                    </a:lnTo>
                    <a:lnTo>
                      <a:pt x="3729600" y="100800"/>
                    </a:lnTo>
                    <a:lnTo>
                      <a:pt x="3729600" y="187200"/>
                    </a:lnTo>
                    <a:lnTo>
                      <a:pt x="3391200" y="187200"/>
                    </a:lnTo>
                    <a:lnTo>
                      <a:pt x="3391200" y="453600"/>
                    </a:lnTo>
                    <a:lnTo>
                      <a:pt x="410400" y="453600"/>
                    </a:lnTo>
                    <a:lnTo>
                      <a:pt x="410400" y="100800"/>
                    </a:lnTo>
                    <a:lnTo>
                      <a:pt x="0" y="100800"/>
                    </a:lnTo>
                    <a:close/>
                  </a:path>
                </a:pathLst>
              </a:custGeom>
              <a:solidFill>
                <a:srgbClr val="C9C9C7"/>
              </a:solidFill>
              <a:ln w="12240" cap="flat">
                <a:solidFill>
                  <a:srgbClr val="292929"/>
                </a:solidFill>
              </a:ln>
              <a:effectLst/>
            </p:spPr>
          </p:sp>
          <p:sp>
            <p:nvSpPr>
              <p:cNvPr id="28" name="SCHEM_rect-0026"/>
              <p:cNvSpPr/>
              <p:nvPr/>
            </p:nvSpPr>
            <p:spPr>
              <a:xfrm>
                <a:off x="3531600" y="3722400"/>
                <a:ext cx="36000" cy="964800"/>
              </a:xfrm>
              <a:prstGeom prst="rect">
                <a:avLst/>
              </a:prstGeom>
              <a:solidFill>
                <a:srgbClr val="E1CB6D"/>
              </a:solidFill>
              <a:ln w="5040" cap="flat">
                <a:solidFill>
                  <a:srgbClr val="292929"/>
                </a:solidFill>
              </a:ln>
              <a:effectLst/>
            </p:spPr>
          </p:sp>
          <p:sp>
            <p:nvSpPr>
              <p:cNvPr id="29" name="SCHEM_rect-0027"/>
              <p:cNvSpPr/>
              <p:nvPr/>
            </p:nvSpPr>
            <p:spPr>
              <a:xfrm>
                <a:off x="3567600" y="3722400"/>
                <a:ext cx="43200" cy="964800"/>
              </a:xfrm>
              <a:prstGeom prst="rect">
                <a:avLst/>
              </a:prstGeom>
              <a:solidFill>
                <a:srgbClr val="66BFE5"/>
              </a:solidFill>
              <a:ln w="5040" cap="flat">
                <a:solidFill>
                  <a:srgbClr val="292929"/>
                </a:solidFill>
              </a:ln>
              <a:effectLst/>
            </p:spPr>
          </p:sp>
          <p:sp>
            <p:nvSpPr>
              <p:cNvPr id="30" name="SCHEM_rect-0028"/>
              <p:cNvSpPr/>
              <p:nvPr/>
            </p:nvSpPr>
            <p:spPr>
              <a:xfrm>
                <a:off x="3610800" y="3722400"/>
                <a:ext cx="115200" cy="964800"/>
              </a:xfrm>
              <a:prstGeom prst="rect">
                <a:avLst/>
              </a:prstGeom>
              <a:solidFill>
                <a:srgbClr val="B7CAA1"/>
              </a:solidFill>
              <a:ln w="5040" cap="flat">
                <a:solidFill>
                  <a:srgbClr val="292929"/>
                </a:solidFill>
              </a:ln>
              <a:effectLst/>
            </p:spPr>
          </p:sp>
          <p:sp>
            <p:nvSpPr>
              <p:cNvPr id="31" name="SCHEM_rect-0029"/>
              <p:cNvSpPr/>
              <p:nvPr/>
            </p:nvSpPr>
            <p:spPr>
              <a:xfrm>
                <a:off x="3726000" y="3722400"/>
                <a:ext cx="50400" cy="964800"/>
              </a:xfrm>
              <a:prstGeom prst="rect">
                <a:avLst/>
              </a:prstGeom>
              <a:solidFill>
                <a:srgbClr val="E58D88"/>
              </a:solidFill>
              <a:ln w="5040" cap="flat">
                <a:solidFill>
                  <a:srgbClr val="292929"/>
                </a:solidFill>
              </a:ln>
              <a:effectLst/>
            </p:spPr>
          </p:sp>
          <p:sp>
            <p:nvSpPr>
              <p:cNvPr id="32" name="SCHEM_rect-0030"/>
              <p:cNvSpPr/>
              <p:nvPr/>
            </p:nvSpPr>
            <p:spPr>
              <a:xfrm>
                <a:off x="3776400" y="3722400"/>
                <a:ext cx="28800" cy="964800"/>
              </a:xfrm>
              <a:prstGeom prst="rect">
                <a:avLst/>
              </a:prstGeom>
              <a:solidFill>
                <a:srgbClr val="E9D9AD"/>
              </a:solidFill>
              <a:ln w="504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33" name="SCHEM_line-0031"/>
              <p:cNvCxnSpPr/>
              <p:nvPr/>
            </p:nvCxnSpPr>
            <p:spPr>
              <a:xfrm>
                <a:off x="1857600" y="4089600"/>
                <a:ext cx="1" cy="244800"/>
              </a:xfrm>
              <a:prstGeom prst="line">
                <a:avLst/>
              </a:prstGeom>
              <a:noFill/>
              <a:ln w="7200" cap="flat">
                <a:solidFill>
                  <a:srgbClr val="D9D9D7"/>
                </a:solidFill>
              </a:ln>
              <a:effectLst/>
            </p:spPr>
          </p:cxnSp>
          <p:cxnSp>
            <p:nvCxnSpPr>
              <p:cNvPr id="34" name="SCHEM_line-0032"/>
              <p:cNvCxnSpPr/>
              <p:nvPr/>
            </p:nvCxnSpPr>
            <p:spPr>
              <a:xfrm>
                <a:off x="5328000" y="4003200"/>
                <a:ext cx="1" cy="432000"/>
              </a:xfrm>
              <a:prstGeom prst="line">
                <a:avLst/>
              </a:prstGeom>
              <a:noFill/>
              <a:ln w="7200" cap="flat">
                <a:solidFill>
                  <a:srgbClr val="D9D9D7"/>
                </a:solidFill>
              </a:ln>
              <a:effectLst/>
            </p:spPr>
          </p:cxnSp>
        </p:grpSp>
        <p:sp>
          <p:nvSpPr>
            <p:cNvPr id="35" name="SCHEM_text-0033"/>
            <p:cNvSpPr txBox="1"/>
            <p:nvPr/>
          </p:nvSpPr>
          <p:spPr>
            <a:xfrm>
              <a:off x="2484000" y="3996000"/>
              <a:ext cx="900000" cy="6483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Left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cavity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(equal volume)</a:t>
              </a:r>
              <a:endParaRPr lang="en-US" sz="1191"/>
            </a:p>
          </p:txBody>
        </p:sp>
        <p:sp>
          <p:nvSpPr>
            <p:cNvPr id="36" name="SCHEM_text-0034"/>
            <p:cNvSpPr txBox="1"/>
            <p:nvPr/>
          </p:nvSpPr>
          <p:spPr>
            <a:xfrm>
              <a:off x="4010400" y="3996000"/>
              <a:ext cx="900000" cy="6483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Right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cavity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(equal volume)</a:t>
              </a:r>
              <a:endParaRPr lang="en-US" sz="1191"/>
            </a:p>
          </p:txBody>
        </p:sp>
        <p:sp>
          <p:nvSpPr>
            <p:cNvPr id="37" name="SCHEM_text-0035"/>
            <p:cNvSpPr txBox="1"/>
            <p:nvPr/>
          </p:nvSpPr>
          <p:spPr>
            <a:xfrm>
              <a:off x="1569600" y="4845600"/>
              <a:ext cx="7920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Small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aperture</a:t>
              </a:r>
              <a:endParaRPr lang="en-US" sz="1191"/>
            </a:p>
          </p:txBody>
        </p:sp>
        <p:cxnSp>
          <p:nvCxnSpPr>
            <p:cNvPr id="38" name="SCHEM_line-0036"/>
            <p:cNvCxnSpPr/>
            <p:nvPr/>
          </p:nvCxnSpPr>
          <p:spPr>
            <a:xfrm>
              <a:off x="2066400" y="4435200"/>
              <a:ext cx="1" cy="403200"/>
            </a:xfrm>
            <a:prstGeom prst="line">
              <a:avLst/>
            </a:prstGeom>
            <a:noFill/>
            <a:ln w="10080" cap="flat">
              <a:solidFill>
                <a:srgbClr val="292929"/>
              </a:solidFill>
            </a:ln>
            <a:effectLst/>
          </p:spPr>
        </p:cxnSp>
        <p:sp>
          <p:nvSpPr>
            <p:cNvPr id="39" name="SCHEM_text-0037"/>
            <p:cNvSpPr txBox="1"/>
            <p:nvPr/>
          </p:nvSpPr>
          <p:spPr>
            <a:xfrm>
              <a:off x="3355200" y="4867200"/>
              <a:ext cx="9360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Piezoelectric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membrane</a:t>
              </a:r>
              <a:endParaRPr lang="en-US" sz="1191"/>
            </a:p>
          </p:txBody>
        </p:sp>
        <p:cxnSp>
          <p:nvCxnSpPr>
            <p:cNvPr id="40" name="SCHEM_line-0038"/>
            <p:cNvCxnSpPr/>
            <p:nvPr/>
          </p:nvCxnSpPr>
          <p:spPr>
            <a:xfrm>
              <a:off x="3672000" y="4687200"/>
              <a:ext cx="1" cy="180000"/>
            </a:xfrm>
            <a:prstGeom prst="line">
              <a:avLst/>
            </a:prstGeom>
            <a:noFill/>
            <a:ln w="10080" cap="flat">
              <a:solidFill>
                <a:srgbClr val="292929"/>
              </a:solidFill>
            </a:ln>
            <a:effectLst/>
          </p:spPr>
        </p:cxnSp>
        <p:sp>
          <p:nvSpPr>
            <p:cNvPr id="41" name="SCHEM_text-0039"/>
            <p:cNvSpPr txBox="1"/>
            <p:nvPr/>
          </p:nvSpPr>
          <p:spPr>
            <a:xfrm>
              <a:off x="5011200" y="4845600"/>
              <a:ext cx="7920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Large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aperture</a:t>
              </a:r>
              <a:endParaRPr lang="en-US" sz="1191"/>
            </a:p>
          </p:txBody>
        </p:sp>
        <p:cxnSp>
          <p:nvCxnSpPr>
            <p:cNvPr id="42" name="SCHEM_line-0040"/>
            <p:cNvCxnSpPr/>
            <p:nvPr/>
          </p:nvCxnSpPr>
          <p:spPr>
            <a:xfrm>
              <a:off x="5335200" y="4521600"/>
              <a:ext cx="1" cy="316800"/>
            </a:xfrm>
            <a:prstGeom prst="line">
              <a:avLst/>
            </a:prstGeom>
            <a:noFill/>
            <a:ln w="10080" cap="flat">
              <a:solidFill>
                <a:srgbClr val="292929"/>
              </a:solidFill>
            </a:ln>
            <a:effectLst/>
          </p:spPr>
        </p:cxnSp>
        <p:sp>
          <p:nvSpPr>
            <p:cNvPr id="43" name="SCHEM_text-0041"/>
            <p:cNvSpPr txBox="1"/>
            <p:nvPr/>
          </p:nvSpPr>
          <p:spPr>
            <a:xfrm>
              <a:off x="93600" y="1425600"/>
              <a:ext cx="979200" cy="6483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Incident sound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1.5 kHz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(from left)</a:t>
              </a:r>
              <a:endParaRPr lang="en-US" sz="1191"/>
            </a:p>
          </p:txBody>
        </p:sp>
        <p:sp>
          <p:nvSpPr>
            <p:cNvPr id="44" name="SCHEM_path-0042"/>
            <p:cNvSpPr/>
            <p:nvPr/>
          </p:nvSpPr>
          <p:spPr>
            <a:xfrm>
              <a:off x="1130400" y="1454400"/>
              <a:ext cx="136800" cy="561600"/>
            </a:xfrm>
            <a:custGeom>
              <a:avLst/>
              <a:gdLst/>
              <a:ahLst/>
              <a:cxnLst/>
              <a:rect l="0" t="0" r="r" b="b"/>
              <a:pathLst>
                <a:path w="136800" h="561600">
                  <a:moveTo>
                    <a:pt x="0" y="0"/>
                  </a:moveTo>
                  <a:cubicBezTo>
                    <a:pt x="136800" y="162864"/>
                    <a:pt x="136800" y="398736"/>
                    <a:pt x="0" y="561600"/>
                  </a:cubicBezTo>
                </a:path>
              </a:pathLst>
            </a:custGeom>
            <a:noFill/>
            <a:ln w="16560" cap="flat">
              <a:solidFill>
                <a:srgbClr val="229FD4"/>
              </a:solidFill>
            </a:ln>
            <a:effectLst/>
          </p:spPr>
        </p:sp>
        <p:sp>
          <p:nvSpPr>
            <p:cNvPr id="45" name="SCHEM_path-0043"/>
            <p:cNvSpPr/>
            <p:nvPr/>
          </p:nvSpPr>
          <p:spPr>
            <a:xfrm>
              <a:off x="1260000" y="1368000"/>
              <a:ext cx="136800" cy="734400"/>
            </a:xfrm>
            <a:custGeom>
              <a:avLst/>
              <a:gdLst/>
              <a:ahLst/>
              <a:cxnLst/>
              <a:rect l="0" t="0" r="r" b="b"/>
              <a:pathLst>
                <a:path w="136800" h="734400">
                  <a:moveTo>
                    <a:pt x="0" y="0"/>
                  </a:moveTo>
                  <a:cubicBezTo>
                    <a:pt x="136800" y="212976"/>
                    <a:pt x="136800" y="521424"/>
                    <a:pt x="0" y="734400"/>
                  </a:cubicBezTo>
                </a:path>
              </a:pathLst>
            </a:custGeom>
            <a:noFill/>
            <a:ln w="18360" cap="flat">
              <a:solidFill>
                <a:srgbClr val="229FD4"/>
              </a:solidFill>
            </a:ln>
            <a:effectLst/>
          </p:spPr>
        </p:sp>
        <p:sp>
          <p:nvSpPr>
            <p:cNvPr id="46" name="SCHEM_path-0044"/>
            <p:cNvSpPr/>
            <p:nvPr/>
          </p:nvSpPr>
          <p:spPr>
            <a:xfrm>
              <a:off x="1389600" y="1281600"/>
              <a:ext cx="136800" cy="907200"/>
            </a:xfrm>
            <a:custGeom>
              <a:avLst/>
              <a:gdLst/>
              <a:ahLst/>
              <a:cxnLst/>
              <a:rect l="0" t="0" r="r" b="b"/>
              <a:pathLst>
                <a:path w="136800" h="907200">
                  <a:moveTo>
                    <a:pt x="0" y="0"/>
                  </a:moveTo>
                  <a:cubicBezTo>
                    <a:pt x="136800" y="263088"/>
                    <a:pt x="136800" y="644112"/>
                    <a:pt x="0" y="907200"/>
                  </a:cubicBezTo>
                </a:path>
              </a:pathLst>
            </a:custGeom>
            <a:noFill/>
            <a:ln w="20160" cap="flat">
              <a:solidFill>
                <a:srgbClr val="229FD4"/>
              </a:solidFill>
            </a:ln>
            <a:effectLst/>
          </p:spPr>
        </p:sp>
        <p:cxnSp>
          <p:nvCxnSpPr>
            <p:cNvPr id="47" name="SCHEM_line-0045"/>
            <p:cNvCxnSpPr/>
            <p:nvPr/>
          </p:nvCxnSpPr>
          <p:spPr>
            <a:xfrm>
              <a:off x="1454400" y="1749600"/>
              <a:ext cx="432000" cy="1"/>
            </a:xfrm>
            <a:prstGeom prst="line">
              <a:avLst/>
            </a:prstGeom>
            <a:noFill/>
            <a:ln w="86400" cap="flat">
              <a:solidFill>
                <a:srgbClr val="009BDB"/>
              </a:solidFill>
              <a:tailEnd type="triangle" w="med" len="med"/>
            </a:ln>
            <a:effectLst/>
          </p:spPr>
        </p:cxnSp>
        <p:sp>
          <p:nvSpPr>
            <p:cNvPr id="48" name="SCHEM_path-0046"/>
            <p:cNvSpPr/>
            <p:nvPr/>
          </p:nvSpPr>
          <p:spPr>
            <a:xfrm>
              <a:off x="5572800" y="1511280"/>
              <a:ext cx="123120" cy="505440"/>
            </a:xfrm>
            <a:custGeom>
              <a:avLst/>
              <a:gdLst/>
              <a:ahLst/>
              <a:cxnLst/>
              <a:rect l="0" t="0" r="r" b="b"/>
              <a:pathLst>
                <a:path w="123120" h="505440">
                  <a:moveTo>
                    <a:pt x="0" y="0"/>
                  </a:moveTo>
                  <a:cubicBezTo>
                    <a:pt x="123120" y="146578"/>
                    <a:pt x="123120" y="358862"/>
                    <a:pt x="0" y="505440"/>
                  </a:cubicBezTo>
                </a:path>
              </a:pathLst>
            </a:custGeom>
            <a:noFill/>
            <a:ln w="14904" cap="flat">
              <a:solidFill>
                <a:srgbClr val="5B9A42"/>
              </a:solidFill>
            </a:ln>
            <a:effectLst/>
          </p:spPr>
        </p:sp>
        <p:sp>
          <p:nvSpPr>
            <p:cNvPr id="49" name="SCHEM_path-0047"/>
            <p:cNvSpPr/>
            <p:nvPr/>
          </p:nvSpPr>
          <p:spPr>
            <a:xfrm>
              <a:off x="5689440" y="1433520"/>
              <a:ext cx="123120" cy="660960"/>
            </a:xfrm>
            <a:custGeom>
              <a:avLst/>
              <a:gdLst/>
              <a:ahLst/>
              <a:cxnLst/>
              <a:rect l="0" t="0" r="r" b="b"/>
              <a:pathLst>
                <a:path w="123120" h="660960">
                  <a:moveTo>
                    <a:pt x="0" y="0"/>
                  </a:moveTo>
                  <a:cubicBezTo>
                    <a:pt x="123120" y="191678"/>
                    <a:pt x="123120" y="469282"/>
                    <a:pt x="0" y="660960"/>
                  </a:cubicBezTo>
                </a:path>
              </a:pathLst>
            </a:custGeom>
            <a:noFill/>
            <a:ln w="16524" cap="flat">
              <a:solidFill>
                <a:srgbClr val="5B9A42"/>
              </a:solidFill>
            </a:ln>
            <a:effectLst/>
          </p:spPr>
        </p:sp>
        <p:sp>
          <p:nvSpPr>
            <p:cNvPr id="50" name="SCHEM_path-0048"/>
            <p:cNvSpPr/>
            <p:nvPr/>
          </p:nvSpPr>
          <p:spPr>
            <a:xfrm>
              <a:off x="5806080" y="1355760"/>
              <a:ext cx="123120" cy="816480"/>
            </a:xfrm>
            <a:custGeom>
              <a:avLst/>
              <a:gdLst/>
              <a:ahLst/>
              <a:cxnLst/>
              <a:rect l="0" t="0" r="r" b="b"/>
              <a:pathLst>
                <a:path w="123120" h="816480">
                  <a:moveTo>
                    <a:pt x="0" y="0"/>
                  </a:moveTo>
                  <a:cubicBezTo>
                    <a:pt x="123120" y="236779"/>
                    <a:pt x="123120" y="579701"/>
                    <a:pt x="0" y="816480"/>
                  </a:cubicBezTo>
                </a:path>
              </a:pathLst>
            </a:custGeom>
            <a:noFill/>
            <a:ln w="18144" cap="flat">
              <a:solidFill>
                <a:srgbClr val="5B9A42"/>
              </a:solidFill>
            </a:ln>
            <a:effectLst/>
          </p:spPr>
        </p:sp>
        <p:sp>
          <p:nvSpPr>
            <p:cNvPr id="51" name="SCHEM_path-0049"/>
            <p:cNvSpPr/>
            <p:nvPr/>
          </p:nvSpPr>
          <p:spPr>
            <a:xfrm>
              <a:off x="5922720" y="1278000"/>
              <a:ext cx="123120" cy="972000"/>
            </a:xfrm>
            <a:custGeom>
              <a:avLst/>
              <a:gdLst/>
              <a:ahLst/>
              <a:cxnLst/>
              <a:rect l="0" t="0" r="r" b="b"/>
              <a:pathLst>
                <a:path w="123120" h="972000">
                  <a:moveTo>
                    <a:pt x="0" y="0"/>
                  </a:moveTo>
                  <a:cubicBezTo>
                    <a:pt x="123120" y="281880"/>
                    <a:pt x="123120" y="690120"/>
                    <a:pt x="0" y="972000"/>
                  </a:cubicBezTo>
                </a:path>
              </a:pathLst>
            </a:custGeom>
            <a:noFill/>
            <a:ln w="19764" cap="flat">
              <a:solidFill>
                <a:srgbClr val="5B9A42"/>
              </a:solidFill>
            </a:ln>
            <a:effectLst/>
          </p:spPr>
        </p:sp>
        <p:sp>
          <p:nvSpPr>
            <p:cNvPr id="52" name="SCHEM_path-0050"/>
            <p:cNvSpPr/>
            <p:nvPr/>
          </p:nvSpPr>
          <p:spPr>
            <a:xfrm>
              <a:off x="6039360" y="1200240"/>
              <a:ext cx="123120" cy="1127520"/>
            </a:xfrm>
            <a:custGeom>
              <a:avLst/>
              <a:gdLst/>
              <a:ahLst/>
              <a:cxnLst/>
              <a:rect l="0" t="0" r="r" b="b"/>
              <a:pathLst>
                <a:path w="123120" h="1127520">
                  <a:moveTo>
                    <a:pt x="0" y="0"/>
                  </a:moveTo>
                  <a:cubicBezTo>
                    <a:pt x="123120" y="326981"/>
                    <a:pt x="123120" y="800539"/>
                    <a:pt x="0" y="1127520"/>
                  </a:cubicBezTo>
                </a:path>
              </a:pathLst>
            </a:custGeom>
            <a:noFill/>
            <a:ln w="21384" cap="flat">
              <a:solidFill>
                <a:srgbClr val="5B9A42"/>
              </a:solidFill>
            </a:ln>
            <a:effectLst/>
          </p:spPr>
        </p:sp>
        <p:cxnSp>
          <p:nvCxnSpPr>
            <p:cNvPr id="53" name="SCHEM_line-0051"/>
            <p:cNvCxnSpPr/>
            <p:nvPr/>
          </p:nvCxnSpPr>
          <p:spPr>
            <a:xfrm>
              <a:off x="6091200" y="1828800"/>
              <a:ext cx="396000" cy="1"/>
            </a:xfrm>
            <a:prstGeom prst="line">
              <a:avLst/>
            </a:prstGeom>
            <a:noFill/>
            <a:ln w="86400" cap="flat">
              <a:solidFill>
                <a:srgbClr val="4B8D35"/>
              </a:solidFill>
              <a:tailEnd type="triangle" w="med" len="med"/>
            </a:ln>
            <a:effectLst/>
          </p:spPr>
        </p:cxnSp>
        <p:sp>
          <p:nvSpPr>
            <p:cNvPr id="54" name="SCHEM_text-0052"/>
            <p:cNvSpPr txBox="1"/>
            <p:nvPr/>
          </p:nvSpPr>
          <p:spPr>
            <a:xfrm>
              <a:off x="6120000" y="1267200"/>
              <a:ext cx="1036800" cy="6483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Converted sound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3.0 kHz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(to right)</a:t>
              </a:r>
              <a:endParaRPr lang="en-US" sz="1191"/>
            </a:p>
          </p:txBody>
        </p:sp>
        <p:sp>
          <p:nvSpPr>
            <p:cNvPr id="55" name="SCHEM_text-0053"/>
            <p:cNvSpPr txBox="1"/>
            <p:nvPr/>
          </p:nvSpPr>
          <p:spPr>
            <a:xfrm>
              <a:off x="100800" y="3931200"/>
              <a:ext cx="979200" cy="6483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Residual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transmission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(to left)</a:t>
              </a:r>
              <a:endParaRPr lang="en-US" sz="1191"/>
            </a:p>
          </p:txBody>
        </p:sp>
        <p:sp>
          <p:nvSpPr>
            <p:cNvPr id="56" name="SCHEM_path-0054"/>
            <p:cNvSpPr/>
            <p:nvPr/>
          </p:nvSpPr>
          <p:spPr>
            <a:xfrm>
              <a:off x="1586160" y="4120560"/>
              <a:ext cx="41040" cy="168480"/>
            </a:xfrm>
            <a:custGeom>
              <a:avLst/>
              <a:gdLst/>
              <a:ahLst/>
              <a:cxnLst/>
              <a:rect l="0" t="0" r="r" b="b"/>
              <a:pathLst>
                <a:path w="41040" h="168480">
                  <a:moveTo>
                    <a:pt x="41040" y="0"/>
                  </a:moveTo>
                  <a:cubicBezTo>
                    <a:pt x="0" y="48859"/>
                    <a:pt x="0" y="119621"/>
                    <a:pt x="41040" y="168480"/>
                  </a:cubicBezTo>
                </a:path>
              </a:pathLst>
            </a:custGeom>
            <a:noFill/>
            <a:ln w="4968" cap="flat">
              <a:solidFill>
                <a:srgbClr val="229FD4"/>
              </a:solidFill>
            </a:ln>
            <a:effectLst/>
          </p:spPr>
        </p:sp>
        <p:sp>
          <p:nvSpPr>
            <p:cNvPr id="57" name="SCHEM_path-0055"/>
            <p:cNvSpPr/>
            <p:nvPr/>
          </p:nvSpPr>
          <p:spPr>
            <a:xfrm>
              <a:off x="1547280" y="4094640"/>
              <a:ext cx="41040" cy="220320"/>
            </a:xfrm>
            <a:custGeom>
              <a:avLst/>
              <a:gdLst/>
              <a:ahLst/>
              <a:cxnLst/>
              <a:rect l="0" t="0" r="r" b="b"/>
              <a:pathLst>
                <a:path w="41040" h="220320">
                  <a:moveTo>
                    <a:pt x="41040" y="0"/>
                  </a:moveTo>
                  <a:cubicBezTo>
                    <a:pt x="0" y="63893"/>
                    <a:pt x="0" y="156427"/>
                    <a:pt x="41040" y="220320"/>
                  </a:cubicBezTo>
                </a:path>
              </a:pathLst>
            </a:custGeom>
            <a:noFill/>
            <a:ln w="5508" cap="flat">
              <a:solidFill>
                <a:srgbClr val="229FD4"/>
              </a:solidFill>
            </a:ln>
            <a:effectLst/>
          </p:spPr>
        </p:sp>
        <p:sp>
          <p:nvSpPr>
            <p:cNvPr id="58" name="SCHEM_path-0056"/>
            <p:cNvSpPr/>
            <p:nvPr/>
          </p:nvSpPr>
          <p:spPr>
            <a:xfrm>
              <a:off x="1508400" y="4068720"/>
              <a:ext cx="41040" cy="272160"/>
            </a:xfrm>
            <a:custGeom>
              <a:avLst/>
              <a:gdLst/>
              <a:ahLst/>
              <a:cxnLst/>
              <a:rect l="0" t="0" r="r" b="b"/>
              <a:pathLst>
                <a:path w="41040" h="272160">
                  <a:moveTo>
                    <a:pt x="41040" y="0"/>
                  </a:moveTo>
                  <a:cubicBezTo>
                    <a:pt x="0" y="78926"/>
                    <a:pt x="0" y="193234"/>
                    <a:pt x="41040" y="272160"/>
                  </a:cubicBezTo>
                </a:path>
              </a:pathLst>
            </a:custGeom>
            <a:noFill/>
            <a:ln w="6048" cap="flat">
              <a:solidFill>
                <a:srgbClr val="229FD4"/>
              </a:solidFill>
            </a:ln>
            <a:effectLst/>
          </p:spPr>
        </p:sp>
        <p:cxnSp>
          <p:nvCxnSpPr>
            <p:cNvPr id="59" name="SCHEM_line-0057"/>
            <p:cNvCxnSpPr/>
            <p:nvPr/>
          </p:nvCxnSpPr>
          <p:spPr>
            <a:xfrm flipH="1">
              <a:off x="1173600" y="4197600"/>
              <a:ext cx="259200" cy="1"/>
            </a:xfrm>
            <a:prstGeom prst="line">
              <a:avLst/>
            </a:prstGeom>
            <a:noFill/>
            <a:ln w="50400" cap="flat">
              <a:solidFill>
                <a:srgbClr val="159CCD"/>
              </a:solidFill>
              <a:tailEnd type="triangle" w="med" len="med"/>
            </a:ln>
            <a:effectLst/>
          </p:spPr>
        </p:cxnSp>
        <p:sp>
          <p:nvSpPr>
            <p:cNvPr id="60" name="SCHEM_path-0058"/>
            <p:cNvSpPr/>
            <p:nvPr/>
          </p:nvSpPr>
          <p:spPr>
            <a:xfrm>
              <a:off x="6083280" y="3944880"/>
              <a:ext cx="123120" cy="505440"/>
            </a:xfrm>
            <a:custGeom>
              <a:avLst/>
              <a:gdLst/>
              <a:ahLst/>
              <a:cxnLst/>
              <a:rect l="0" t="0" r="r" b="b"/>
              <a:pathLst>
                <a:path w="123120" h="505440">
                  <a:moveTo>
                    <a:pt x="123120" y="0"/>
                  </a:moveTo>
                  <a:cubicBezTo>
                    <a:pt x="0" y="146578"/>
                    <a:pt x="0" y="358862"/>
                    <a:pt x="123120" y="505440"/>
                  </a:cubicBezTo>
                </a:path>
              </a:pathLst>
            </a:custGeom>
            <a:noFill/>
            <a:ln w="14904" cap="flat">
              <a:solidFill>
                <a:srgbClr val="229FD4"/>
              </a:solidFill>
            </a:ln>
            <a:effectLst/>
          </p:spPr>
        </p:sp>
        <p:sp>
          <p:nvSpPr>
            <p:cNvPr id="61" name="SCHEM_path-0059"/>
            <p:cNvSpPr/>
            <p:nvPr/>
          </p:nvSpPr>
          <p:spPr>
            <a:xfrm>
              <a:off x="5966640" y="3867120"/>
              <a:ext cx="123120" cy="660960"/>
            </a:xfrm>
            <a:custGeom>
              <a:avLst/>
              <a:gdLst/>
              <a:ahLst/>
              <a:cxnLst/>
              <a:rect l="0" t="0" r="r" b="b"/>
              <a:pathLst>
                <a:path w="123120" h="660960">
                  <a:moveTo>
                    <a:pt x="123120" y="0"/>
                  </a:moveTo>
                  <a:cubicBezTo>
                    <a:pt x="0" y="191678"/>
                    <a:pt x="0" y="469282"/>
                    <a:pt x="123120" y="660960"/>
                  </a:cubicBezTo>
                </a:path>
              </a:pathLst>
            </a:custGeom>
            <a:noFill/>
            <a:ln w="16524" cap="flat">
              <a:solidFill>
                <a:srgbClr val="229FD4"/>
              </a:solidFill>
            </a:ln>
            <a:effectLst/>
          </p:spPr>
        </p:sp>
        <p:sp>
          <p:nvSpPr>
            <p:cNvPr id="62" name="SCHEM_path-0060"/>
            <p:cNvSpPr/>
            <p:nvPr/>
          </p:nvSpPr>
          <p:spPr>
            <a:xfrm>
              <a:off x="5850000" y="3789360"/>
              <a:ext cx="123120" cy="816480"/>
            </a:xfrm>
            <a:custGeom>
              <a:avLst/>
              <a:gdLst/>
              <a:ahLst/>
              <a:cxnLst/>
              <a:rect l="0" t="0" r="r" b="b"/>
              <a:pathLst>
                <a:path w="123120" h="816480">
                  <a:moveTo>
                    <a:pt x="123120" y="0"/>
                  </a:moveTo>
                  <a:cubicBezTo>
                    <a:pt x="0" y="236779"/>
                    <a:pt x="0" y="579701"/>
                    <a:pt x="123120" y="816480"/>
                  </a:cubicBezTo>
                </a:path>
              </a:pathLst>
            </a:custGeom>
            <a:noFill/>
            <a:ln w="18144" cap="flat">
              <a:solidFill>
                <a:srgbClr val="229FD4"/>
              </a:solidFill>
            </a:ln>
            <a:effectLst/>
          </p:spPr>
        </p:sp>
        <p:sp>
          <p:nvSpPr>
            <p:cNvPr id="63" name="SCHEM_path-0061"/>
            <p:cNvSpPr/>
            <p:nvPr/>
          </p:nvSpPr>
          <p:spPr>
            <a:xfrm>
              <a:off x="5733360" y="3711600"/>
              <a:ext cx="123120" cy="972000"/>
            </a:xfrm>
            <a:custGeom>
              <a:avLst/>
              <a:gdLst/>
              <a:ahLst/>
              <a:cxnLst/>
              <a:rect l="0" t="0" r="r" b="b"/>
              <a:pathLst>
                <a:path w="123120" h="972000">
                  <a:moveTo>
                    <a:pt x="123120" y="0"/>
                  </a:moveTo>
                  <a:cubicBezTo>
                    <a:pt x="0" y="281880"/>
                    <a:pt x="0" y="690120"/>
                    <a:pt x="123120" y="972000"/>
                  </a:cubicBezTo>
                </a:path>
              </a:pathLst>
            </a:custGeom>
            <a:noFill/>
            <a:ln w="19764" cap="flat">
              <a:solidFill>
                <a:srgbClr val="229FD4"/>
              </a:solidFill>
            </a:ln>
            <a:effectLst/>
          </p:spPr>
        </p:sp>
        <p:cxnSp>
          <p:nvCxnSpPr>
            <p:cNvPr id="64" name="SCHEM_line-0062"/>
            <p:cNvCxnSpPr/>
            <p:nvPr/>
          </p:nvCxnSpPr>
          <p:spPr>
            <a:xfrm flipH="1">
              <a:off x="5572800" y="4197600"/>
              <a:ext cx="475200" cy="1"/>
            </a:xfrm>
            <a:prstGeom prst="line">
              <a:avLst/>
            </a:prstGeom>
            <a:noFill/>
            <a:ln w="86400" cap="flat">
              <a:solidFill>
                <a:srgbClr val="009BDB"/>
              </a:solidFill>
              <a:tailEnd type="triangle" w="med" len="med"/>
            </a:ln>
            <a:effectLst/>
          </p:spPr>
        </p:cxnSp>
        <p:sp>
          <p:nvSpPr>
            <p:cNvPr id="65" name="SCHEM_text-0063"/>
            <p:cNvSpPr txBox="1"/>
            <p:nvPr/>
          </p:nvSpPr>
          <p:spPr>
            <a:xfrm>
              <a:off x="6364800" y="3909600"/>
              <a:ext cx="1080000" cy="6483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Incident sound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1.5 kHz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(from right)</a:t>
              </a:r>
              <a:endParaRPr lang="en-US" sz="1191"/>
            </a:p>
          </p:txBody>
        </p:sp>
        <p:sp>
          <p:nvSpPr>
            <p:cNvPr id="66" name="SCHEM_ellipse-0064"/>
            <p:cNvSpPr/>
            <p:nvPr/>
          </p:nvSpPr>
          <p:spPr>
            <a:xfrm>
              <a:off x="3477600" y="864000"/>
              <a:ext cx="230400" cy="230400"/>
            </a:xfrm>
            <a:prstGeom prst="ellipse">
              <a:avLst/>
            </a:prstGeom>
            <a:solidFill>
              <a:srgbClr val="FFFFFF"/>
            </a:solidFill>
            <a:ln w="28800" cap="flat">
              <a:solidFill>
                <a:srgbClr val="006CDE"/>
              </a:solidFill>
            </a:ln>
            <a:effectLst/>
          </p:spPr>
        </p:sp>
        <p:sp>
          <p:nvSpPr>
            <p:cNvPr id="67" name="SCHEM_text-0065"/>
            <p:cNvSpPr txBox="1"/>
            <p:nvPr/>
          </p:nvSpPr>
          <p:spPr>
            <a:xfrm>
              <a:off x="3506400" y="856800"/>
              <a:ext cx="1728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1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  <a:endParaRPr lang="en-US" sz="1417"/>
            </a:p>
          </p:txBody>
        </p:sp>
        <p:sp>
          <p:nvSpPr>
            <p:cNvPr id="68" name="SCHEM_ellipse-0066"/>
            <p:cNvSpPr/>
            <p:nvPr/>
          </p:nvSpPr>
          <p:spPr>
            <a:xfrm>
              <a:off x="4017600" y="864000"/>
              <a:ext cx="230400" cy="230400"/>
            </a:xfrm>
            <a:prstGeom prst="ellipse">
              <a:avLst/>
            </a:prstGeom>
            <a:solidFill>
              <a:srgbClr val="FFFFFF"/>
            </a:solidFill>
            <a:ln w="28800" cap="flat">
              <a:solidFill>
                <a:srgbClr val="E81E22"/>
              </a:solidFill>
            </a:ln>
            <a:effectLst/>
          </p:spPr>
        </p:sp>
        <p:sp>
          <p:nvSpPr>
            <p:cNvPr id="69" name="SCHEM_text-0067"/>
            <p:cNvSpPr txBox="1"/>
            <p:nvPr/>
          </p:nvSpPr>
          <p:spPr>
            <a:xfrm>
              <a:off x="4046400" y="856800"/>
              <a:ext cx="1728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1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D</a:t>
              </a:r>
              <a:endParaRPr lang="en-US" sz="1417"/>
            </a:p>
          </p:txBody>
        </p:sp>
        <p:cxnSp>
          <p:nvCxnSpPr>
            <p:cNvPr id="70" name="SCHEM_line-0068"/>
            <p:cNvCxnSpPr/>
            <p:nvPr/>
          </p:nvCxnSpPr>
          <p:spPr>
            <a:xfrm>
              <a:off x="3592800" y="1108800"/>
              <a:ext cx="1" cy="136800"/>
            </a:xfrm>
            <a:prstGeom prst="line">
              <a:avLst/>
            </a:prstGeom>
            <a:noFill/>
            <a:ln w="14400" cap="flat">
              <a:solidFill>
                <a:srgbClr val="006CDE"/>
              </a:solidFill>
              <a:tailEnd type="triangle" w="med" len="med"/>
            </a:ln>
            <a:effectLst/>
          </p:spPr>
        </p:cxnSp>
        <p:cxnSp>
          <p:nvCxnSpPr>
            <p:cNvPr id="71" name="SCHEM_line-0069"/>
            <p:cNvCxnSpPr/>
            <p:nvPr/>
          </p:nvCxnSpPr>
          <p:spPr>
            <a:xfrm flipH="1">
              <a:off x="3751200" y="1087200"/>
              <a:ext cx="338400" cy="302400"/>
            </a:xfrm>
            <a:prstGeom prst="line">
              <a:avLst/>
            </a:prstGeom>
            <a:noFill/>
            <a:ln w="14400" cap="flat">
              <a:solidFill>
                <a:srgbClr val="E81E22"/>
              </a:solidFill>
              <a:tailEnd type="triangle" w="med" len="med"/>
            </a:ln>
            <a:effectLst/>
          </p:spPr>
        </p:cxnSp>
        <p:sp>
          <p:nvSpPr>
            <p:cNvPr id="72" name="SCHEM_text-0070"/>
            <p:cNvSpPr txBox="1"/>
            <p:nvPr/>
          </p:nvSpPr>
          <p:spPr>
            <a:xfrm>
              <a:off x="2642400" y="525600"/>
              <a:ext cx="11520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Sensing electrode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(measures 1.5 kHz)</a:t>
              </a:r>
              <a:endParaRPr lang="en-US" sz="1191"/>
            </a:p>
          </p:txBody>
        </p:sp>
        <p:cxnSp>
          <p:nvCxnSpPr>
            <p:cNvPr id="73" name="SCHEM_line-0071"/>
            <p:cNvCxnSpPr/>
            <p:nvPr/>
          </p:nvCxnSpPr>
          <p:spPr>
            <a:xfrm>
              <a:off x="3427200" y="849600"/>
              <a:ext cx="122400" cy="4536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74" name="SCHEM_text-0072"/>
            <p:cNvSpPr txBox="1"/>
            <p:nvPr/>
          </p:nvSpPr>
          <p:spPr>
            <a:xfrm>
              <a:off x="3974400" y="525600"/>
              <a:ext cx="15120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Drive electrode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(generates 3.0 kHz)</a:t>
              </a:r>
              <a:endParaRPr lang="en-US" sz="1191"/>
            </a:p>
          </p:txBody>
        </p:sp>
        <p:grpSp>
          <p:nvGrpSpPr>
            <p:cNvPr id="75" name="SCHEM_powered-frequency-conversion"/>
            <p:cNvGrpSpPr/>
            <p:nvPr/>
          </p:nvGrpSpPr>
          <p:grpSpPr>
            <a:xfrm>
              <a:off x="7113600" y="698400"/>
              <a:ext cx="4068000" cy="1557360"/>
              <a:chOff x="7113600" y="698400"/>
              <a:chExt cx="4068000" cy="1557360"/>
            </a:xfrm>
          </p:grpSpPr>
          <p:sp>
            <p:nvSpPr>
              <p:cNvPr id="76" name="SCHEM_rect-0074"/>
              <p:cNvSpPr/>
              <p:nvPr/>
            </p:nvSpPr>
            <p:spPr>
              <a:xfrm>
                <a:off x="7214400" y="1764000"/>
                <a:ext cx="828000" cy="475200"/>
              </a:xfrm>
              <a:prstGeom prst="rect">
                <a:avLst/>
              </a:prstGeom>
              <a:solidFill>
                <a:srgbClr val="F6F6F4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77" name="SCHEM_text-0075"/>
              <p:cNvSpPr txBox="1"/>
              <p:nvPr/>
            </p:nvSpPr>
            <p:spPr>
              <a:xfrm>
                <a:off x="7236000" y="1908000"/>
                <a:ext cx="784800" cy="220680"/>
              </a:xfrm>
              <a:prstGeom prst="rect">
                <a:avLst/>
              </a:prstGeom>
              <a:noFill/>
              <a:ln w="8255" cap="flat">
                <a:noFill/>
              </a:ln>
              <a:effectLst/>
            </p:spPr>
            <p:txBody>
              <a:bodyPr wrap="square" lIns="0" rIns="0" tIns="0" bIns="0" anchor="t">
                <a:noAutofit/>
              </a:bodyPr>
              <a:lstStyle/>
              <a:p>
                <a:pPr algn="ctr">
                  <a:buNone/>
                </a:pPr>
                <a:r>
                  <a:rPr lang="en-US" sz="1077">
                    <a:solidFill>
                      <a:srgbClr val="292929"/>
                    </a:solidFill>
                    <a:latin typeface="Times New Roman"/>
                    <a:ea typeface="Times New Roman"/>
                    <a:cs typeface="Times New Roman"/>
                  </a:rPr>
                  <a:t>Preamplifier</a:t>
                </a:r>
                <a:endParaRPr lang="en-US" sz="1077"/>
              </a:p>
            </p:txBody>
          </p:sp>
          <p:cxnSp>
            <p:nvCxnSpPr>
              <p:cNvPr id="78" name="SCHEM_line-0076"/>
              <p:cNvCxnSpPr/>
              <p:nvPr/>
            </p:nvCxnSpPr>
            <p:spPr>
              <a:xfrm>
                <a:off x="8042400" y="2001600"/>
                <a:ext cx="230400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79" name="SCHEM_rect-0077"/>
              <p:cNvSpPr/>
              <p:nvPr/>
            </p:nvSpPr>
            <p:spPr>
              <a:xfrm>
                <a:off x="8272800" y="1764000"/>
                <a:ext cx="777600" cy="475200"/>
              </a:xfrm>
              <a:prstGeom prst="rect">
                <a:avLst/>
              </a:prstGeom>
              <a:solidFill>
                <a:srgbClr val="E8F1F4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80" name="SCHEM_text-0078"/>
              <p:cNvSpPr txBox="1"/>
              <p:nvPr/>
            </p:nvSpPr>
            <p:spPr>
              <a:xfrm>
                <a:off x="8294400" y="1850400"/>
                <a:ext cx="734400" cy="405360"/>
              </a:xfrm>
              <a:prstGeom prst="rect">
                <a:avLst/>
              </a:prstGeom>
              <a:noFill/>
              <a:ln w="8255" cap="flat">
                <a:noFill/>
              </a:ln>
              <a:effectLst/>
            </p:spPr>
            <p:txBody>
              <a:bodyPr wrap="square" lIns="0" rIns="0" tIns="0" bIns="0" anchor="t">
                <a:noAutofit/>
              </a:bodyPr>
              <a:lstStyle/>
              <a:p>
                <a:pPr algn="ctr">
                  <a:buNone/>
                </a:pPr>
                <a:r>
                  <a:rPr lang="en-US" sz="1077">
                    <a:solidFill>
                      <a:srgbClr val="292929"/>
                    </a:solidFill>
                    <a:latin typeface="Times New Roman"/>
                    <a:ea typeface="Times New Roman"/>
                    <a:cs typeface="Times New Roman"/>
                  </a:rPr>
                  <a:t>1.5 kHz</a:t>
                </a:r>
                <a:endParaRPr lang="en-US" sz="1077"/>
              </a:p>
              <a:p>
                <a:pPr algn="ctr">
                  <a:buNone/>
                </a:pPr>
                <a:r>
                  <a:rPr lang="en-US" sz="1077">
                    <a:solidFill>
                      <a:srgbClr val="292929"/>
                    </a:solidFill>
                    <a:latin typeface="Times New Roman"/>
                    <a:ea typeface="Times New Roman"/>
                    <a:cs typeface="Times New Roman"/>
                  </a:rPr>
                  <a:t>bandpass</a:t>
                </a:r>
                <a:endParaRPr lang="en-US" sz="1077"/>
              </a:p>
            </p:txBody>
          </p:sp>
          <p:cxnSp>
            <p:nvCxnSpPr>
              <p:cNvPr id="81" name="SCHEM_line-0079"/>
              <p:cNvCxnSpPr/>
              <p:nvPr/>
            </p:nvCxnSpPr>
            <p:spPr>
              <a:xfrm>
                <a:off x="9050400" y="2001600"/>
                <a:ext cx="230400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82" name="SCHEM_rect-0080"/>
              <p:cNvSpPr/>
              <p:nvPr/>
            </p:nvSpPr>
            <p:spPr>
              <a:xfrm>
                <a:off x="9280800" y="1764000"/>
                <a:ext cx="842400" cy="475200"/>
              </a:xfrm>
              <a:prstGeom prst="rect">
                <a:avLst/>
              </a:prstGeom>
              <a:solidFill>
                <a:srgbClr val="F6F6F4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83" name="SCHEM_text-0081"/>
              <p:cNvSpPr txBox="1"/>
              <p:nvPr/>
            </p:nvSpPr>
            <p:spPr>
              <a:xfrm>
                <a:off x="9302400" y="1850400"/>
                <a:ext cx="799200" cy="405360"/>
              </a:xfrm>
              <a:prstGeom prst="rect">
                <a:avLst/>
              </a:prstGeom>
              <a:noFill/>
              <a:ln w="8255" cap="flat">
                <a:noFill/>
              </a:ln>
              <a:effectLst/>
            </p:spPr>
            <p:txBody>
              <a:bodyPr wrap="square" lIns="0" rIns="0" tIns="0" bIns="0" anchor="t">
                <a:noAutofit/>
              </a:bodyPr>
              <a:lstStyle/>
              <a:p>
                <a:pPr algn="ctr">
                  <a:buNone/>
                </a:pPr>
                <a:r>
                  <a:rPr lang="en-US" sz="1077">
                    <a:solidFill>
                      <a:srgbClr val="292929"/>
                    </a:solidFill>
                    <a:latin typeface="Times New Roman"/>
                    <a:ea typeface="Times New Roman"/>
                    <a:cs typeface="Times New Roman"/>
                  </a:rPr>
                  <a:t>Full-wave</a:t>
                </a:r>
                <a:endParaRPr lang="en-US" sz="1077"/>
              </a:p>
              <a:p>
                <a:pPr algn="ctr">
                  <a:buNone/>
                </a:pPr>
                <a:r>
                  <a:rPr lang="en-US" sz="1077">
                    <a:solidFill>
                      <a:srgbClr val="292929"/>
                    </a:solidFill>
                    <a:latin typeface="Times New Roman"/>
                    <a:ea typeface="Times New Roman"/>
                    <a:cs typeface="Times New Roman"/>
                  </a:rPr>
                  <a:t>rectifier</a:t>
                </a:r>
                <a:endParaRPr lang="en-US" sz="1077"/>
              </a:p>
            </p:txBody>
          </p:sp>
          <p:cxnSp>
            <p:nvCxnSpPr>
              <p:cNvPr id="84" name="SCHEM_line-0082"/>
              <p:cNvCxnSpPr/>
              <p:nvPr/>
            </p:nvCxnSpPr>
            <p:spPr>
              <a:xfrm>
                <a:off x="10123200" y="2001600"/>
                <a:ext cx="223200" cy="1"/>
              </a:xfrm>
              <a:prstGeom prst="line">
                <a:avLst/>
              </a:prstGeom>
              <a:noFill/>
              <a:ln w="1224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sp>
            <p:nvSpPr>
              <p:cNvPr id="85" name="SCHEM_rect-0083"/>
              <p:cNvSpPr/>
              <p:nvPr/>
            </p:nvSpPr>
            <p:spPr>
              <a:xfrm>
                <a:off x="10346400" y="1764000"/>
                <a:ext cx="741600" cy="475200"/>
              </a:xfrm>
              <a:prstGeom prst="rect">
                <a:avLst/>
              </a:prstGeom>
              <a:solidFill>
                <a:srgbClr val="E8F1F4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86" name="SCHEM_text-0084"/>
              <p:cNvSpPr txBox="1"/>
              <p:nvPr/>
            </p:nvSpPr>
            <p:spPr>
              <a:xfrm>
                <a:off x="10368000" y="1850400"/>
                <a:ext cx="698400" cy="405360"/>
              </a:xfrm>
              <a:prstGeom prst="rect">
                <a:avLst/>
              </a:prstGeom>
              <a:noFill/>
              <a:ln w="8255" cap="flat">
                <a:noFill/>
              </a:ln>
              <a:effectLst/>
            </p:spPr>
            <p:txBody>
              <a:bodyPr wrap="square" lIns="0" rIns="0" tIns="0" bIns="0" anchor="t">
                <a:noAutofit/>
              </a:bodyPr>
              <a:lstStyle/>
              <a:p>
                <a:pPr algn="ctr">
                  <a:buNone/>
                </a:pPr>
                <a:r>
                  <a:rPr lang="en-US" sz="1077">
                    <a:solidFill>
                      <a:srgbClr val="292929"/>
                    </a:solidFill>
                    <a:latin typeface="Times New Roman"/>
                    <a:ea typeface="Times New Roman"/>
                    <a:cs typeface="Times New Roman"/>
                  </a:rPr>
                  <a:t>3.0 kHz</a:t>
                </a:r>
                <a:endParaRPr lang="en-US" sz="1077"/>
              </a:p>
              <a:p>
                <a:pPr algn="ctr">
                  <a:buNone/>
                </a:pPr>
                <a:r>
                  <a:rPr lang="en-US" sz="1077">
                    <a:solidFill>
                      <a:srgbClr val="292929"/>
                    </a:solidFill>
                    <a:latin typeface="Times New Roman"/>
                    <a:ea typeface="Times New Roman"/>
                    <a:cs typeface="Times New Roman"/>
                  </a:rPr>
                  <a:t>bandpass</a:t>
                </a:r>
                <a:endParaRPr lang="en-US" sz="1077"/>
              </a:p>
            </p:txBody>
          </p:sp>
          <p:cxnSp>
            <p:nvCxnSpPr>
              <p:cNvPr id="87" name="SCHEM_line-0085"/>
              <p:cNvCxnSpPr/>
              <p:nvPr/>
            </p:nvCxnSpPr>
            <p:spPr>
              <a:xfrm>
                <a:off x="7516800" y="1447200"/>
                <a:ext cx="3290400" cy="1"/>
              </a:xfrm>
              <a:prstGeom prst="line">
                <a:avLst/>
              </a:prstGeom>
              <a:noFill/>
              <a:ln w="1080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88" name="SCHEM_line-0086"/>
              <p:cNvCxnSpPr/>
              <p:nvPr/>
            </p:nvCxnSpPr>
            <p:spPr>
              <a:xfrm>
                <a:off x="7516800" y="1447200"/>
                <a:ext cx="1" cy="302400"/>
              </a:xfrm>
              <a:prstGeom prst="line">
                <a:avLst/>
              </a:prstGeom>
              <a:noFill/>
              <a:ln w="108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cxnSp>
            <p:nvCxnSpPr>
              <p:cNvPr id="89" name="SCHEM_line-0087"/>
              <p:cNvCxnSpPr/>
              <p:nvPr/>
            </p:nvCxnSpPr>
            <p:spPr>
              <a:xfrm>
                <a:off x="8604000" y="1447200"/>
                <a:ext cx="1" cy="302400"/>
              </a:xfrm>
              <a:prstGeom prst="line">
                <a:avLst/>
              </a:prstGeom>
              <a:noFill/>
              <a:ln w="108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cxnSp>
            <p:nvCxnSpPr>
              <p:cNvPr id="90" name="SCHEM_line-0088"/>
              <p:cNvCxnSpPr/>
              <p:nvPr/>
            </p:nvCxnSpPr>
            <p:spPr>
              <a:xfrm>
                <a:off x="9698400" y="1447200"/>
                <a:ext cx="1" cy="302400"/>
              </a:xfrm>
              <a:prstGeom prst="line">
                <a:avLst/>
              </a:prstGeom>
              <a:noFill/>
              <a:ln w="108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cxnSp>
            <p:nvCxnSpPr>
              <p:cNvPr id="91" name="SCHEM_line-0089"/>
              <p:cNvCxnSpPr/>
              <p:nvPr/>
            </p:nvCxnSpPr>
            <p:spPr>
              <a:xfrm>
                <a:off x="10800000" y="1447200"/>
                <a:ext cx="1" cy="302400"/>
              </a:xfrm>
              <a:prstGeom prst="line">
                <a:avLst/>
              </a:prstGeom>
              <a:noFill/>
              <a:ln w="108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cxnSp>
            <p:nvCxnSpPr>
              <p:cNvPr id="92" name="SCHEM_line-0090"/>
              <p:cNvCxnSpPr/>
              <p:nvPr/>
            </p:nvCxnSpPr>
            <p:spPr>
              <a:xfrm>
                <a:off x="9403200" y="698400"/>
                <a:ext cx="1" cy="741600"/>
              </a:xfrm>
              <a:prstGeom prst="line">
                <a:avLst/>
              </a:prstGeom>
              <a:noFill/>
              <a:ln w="1152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cxnSp>
            <p:nvCxnSpPr>
              <p:cNvPr id="93" name="SCHEM_line-0091"/>
              <p:cNvCxnSpPr/>
              <p:nvPr/>
            </p:nvCxnSpPr>
            <p:spPr>
              <a:xfrm>
                <a:off x="7113600" y="2001600"/>
                <a:ext cx="100800" cy="1"/>
              </a:xfrm>
              <a:prstGeom prst="line">
                <a:avLst/>
              </a:prstGeom>
              <a:noFill/>
              <a:ln w="10800" cap="flat">
                <a:solidFill>
                  <a:srgbClr val="292929"/>
                </a:solidFill>
                <a:tailEnd type="triangle" w="med" len="med"/>
              </a:ln>
              <a:effectLst/>
            </p:spPr>
          </p:cxnSp>
          <p:cxnSp>
            <p:nvCxnSpPr>
              <p:cNvPr id="94" name="SCHEM_line-0092"/>
              <p:cNvCxnSpPr/>
              <p:nvPr/>
            </p:nvCxnSpPr>
            <p:spPr>
              <a:xfrm>
                <a:off x="11088000" y="2001600"/>
                <a:ext cx="93600" cy="1"/>
              </a:xfrm>
              <a:prstGeom prst="line">
                <a:avLst/>
              </a:prstGeom>
              <a:noFill/>
              <a:ln w="10800" cap="flat">
                <a:solidFill>
                  <a:srgbClr val="292929"/>
                </a:solidFill>
              </a:ln>
              <a:effectLst/>
            </p:spPr>
          </p:cxnSp>
        </p:grpSp>
        <p:sp>
          <p:nvSpPr>
            <p:cNvPr id="95" name="SCHEM_ellipse-0093"/>
            <p:cNvSpPr/>
            <p:nvPr/>
          </p:nvSpPr>
          <p:spPr>
            <a:xfrm>
              <a:off x="6876000" y="1886400"/>
              <a:ext cx="230400" cy="230400"/>
            </a:xfrm>
            <a:prstGeom prst="ellipse">
              <a:avLst/>
            </a:prstGeom>
            <a:solidFill>
              <a:srgbClr val="FFFFFF"/>
            </a:solidFill>
            <a:ln w="28800" cap="flat">
              <a:solidFill>
                <a:srgbClr val="006CDE"/>
              </a:solidFill>
            </a:ln>
            <a:effectLst/>
          </p:spPr>
        </p:sp>
        <p:sp>
          <p:nvSpPr>
            <p:cNvPr id="96" name="SCHEM_text-0094"/>
            <p:cNvSpPr txBox="1"/>
            <p:nvPr/>
          </p:nvSpPr>
          <p:spPr>
            <a:xfrm>
              <a:off x="6904800" y="1879200"/>
              <a:ext cx="1728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1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</a:t>
              </a:r>
              <a:endParaRPr lang="en-US" sz="1417"/>
            </a:p>
          </p:txBody>
        </p:sp>
        <p:sp>
          <p:nvSpPr>
            <p:cNvPr id="97" name="SCHEM_ellipse-0095"/>
            <p:cNvSpPr/>
            <p:nvPr/>
          </p:nvSpPr>
          <p:spPr>
            <a:xfrm>
              <a:off x="11181600" y="1886400"/>
              <a:ext cx="230400" cy="230400"/>
            </a:xfrm>
            <a:prstGeom prst="ellipse">
              <a:avLst/>
            </a:prstGeom>
            <a:solidFill>
              <a:srgbClr val="FFFFFF"/>
            </a:solidFill>
            <a:ln w="28800" cap="flat">
              <a:solidFill>
                <a:srgbClr val="E81E22"/>
              </a:solidFill>
            </a:ln>
            <a:effectLst/>
          </p:spPr>
        </p:sp>
        <p:sp>
          <p:nvSpPr>
            <p:cNvPr id="98" name="SCHEM_text-0096"/>
            <p:cNvSpPr txBox="1"/>
            <p:nvPr/>
          </p:nvSpPr>
          <p:spPr>
            <a:xfrm>
              <a:off x="11210400" y="1879200"/>
              <a:ext cx="1728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1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D</a:t>
              </a:r>
              <a:endParaRPr lang="en-US" sz="1417"/>
            </a:p>
          </p:txBody>
        </p:sp>
        <p:sp>
          <p:nvSpPr>
            <p:cNvPr id="99" name="SCHEM_text-0097"/>
            <p:cNvSpPr txBox="1"/>
            <p:nvPr/>
          </p:nvSpPr>
          <p:spPr>
            <a:xfrm>
              <a:off x="8467200" y="468000"/>
              <a:ext cx="2412000" cy="259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External electrical power</a:t>
              </a:r>
              <a:endParaRPr lang="en-US" sz="1304"/>
            </a:p>
          </p:txBody>
        </p:sp>
        <p:sp>
          <p:nvSpPr>
            <p:cNvPr id="100" name="SCHEM_text-0098"/>
            <p:cNvSpPr txBox="1"/>
            <p:nvPr/>
          </p:nvSpPr>
          <p:spPr>
            <a:xfrm>
              <a:off x="8020800" y="2462400"/>
              <a:ext cx="34560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S: sensing signal; D: drive signal</a:t>
              </a:r>
              <a:endParaRPr lang="en-US" sz="1191"/>
            </a:p>
          </p:txBody>
        </p:sp>
        <p:sp>
          <p:nvSpPr>
            <p:cNvPr id="101" name="SCHEM_path-0099"/>
            <p:cNvSpPr/>
            <p:nvPr/>
          </p:nvSpPr>
          <p:spPr>
            <a:xfrm>
              <a:off x="2419200" y="5519520"/>
              <a:ext cx="82080" cy="336960"/>
            </a:xfrm>
            <a:custGeom>
              <a:avLst/>
              <a:gdLst/>
              <a:ahLst/>
              <a:cxnLst/>
              <a:rect l="0" t="0" r="r" b="b"/>
              <a:pathLst>
                <a:path w="82080" h="336960">
                  <a:moveTo>
                    <a:pt x="0" y="0"/>
                  </a:moveTo>
                  <a:cubicBezTo>
                    <a:pt x="82080" y="97718"/>
                    <a:pt x="82080" y="239242"/>
                    <a:pt x="0" y="336960"/>
                  </a:cubicBezTo>
                </a:path>
              </a:pathLst>
            </a:custGeom>
            <a:noFill/>
            <a:ln w="9936" cap="flat">
              <a:solidFill>
                <a:srgbClr val="229FD4"/>
              </a:solidFill>
            </a:ln>
            <a:effectLst/>
          </p:spPr>
        </p:sp>
        <p:sp>
          <p:nvSpPr>
            <p:cNvPr id="102" name="SCHEM_path-0100"/>
            <p:cNvSpPr/>
            <p:nvPr/>
          </p:nvSpPr>
          <p:spPr>
            <a:xfrm>
              <a:off x="2496960" y="5467680"/>
              <a:ext cx="82080" cy="440640"/>
            </a:xfrm>
            <a:custGeom>
              <a:avLst/>
              <a:gdLst/>
              <a:ahLst/>
              <a:cxnLst/>
              <a:rect l="0" t="0" r="r" b="b"/>
              <a:pathLst>
                <a:path w="82080" h="440640">
                  <a:moveTo>
                    <a:pt x="0" y="0"/>
                  </a:moveTo>
                  <a:cubicBezTo>
                    <a:pt x="82080" y="127786"/>
                    <a:pt x="82080" y="312854"/>
                    <a:pt x="0" y="440640"/>
                  </a:cubicBezTo>
                </a:path>
              </a:pathLst>
            </a:custGeom>
            <a:noFill/>
            <a:ln w="11016" cap="flat">
              <a:solidFill>
                <a:srgbClr val="229FD4"/>
              </a:solidFill>
            </a:ln>
            <a:effectLst/>
          </p:spPr>
        </p:sp>
        <p:sp>
          <p:nvSpPr>
            <p:cNvPr id="103" name="SCHEM_path-0101"/>
            <p:cNvSpPr/>
            <p:nvPr/>
          </p:nvSpPr>
          <p:spPr>
            <a:xfrm>
              <a:off x="2574720" y="5415840"/>
              <a:ext cx="82080" cy="544320"/>
            </a:xfrm>
            <a:custGeom>
              <a:avLst/>
              <a:gdLst/>
              <a:ahLst/>
              <a:cxnLst/>
              <a:rect l="0" t="0" r="r" b="b"/>
              <a:pathLst>
                <a:path w="82080" h="544320">
                  <a:moveTo>
                    <a:pt x="0" y="0"/>
                  </a:moveTo>
                  <a:cubicBezTo>
                    <a:pt x="82080" y="157853"/>
                    <a:pt x="82080" y="386467"/>
                    <a:pt x="0" y="544320"/>
                  </a:cubicBezTo>
                </a:path>
              </a:pathLst>
            </a:custGeom>
            <a:noFill/>
            <a:ln w="12096" cap="flat">
              <a:solidFill>
                <a:srgbClr val="229FD4"/>
              </a:solidFill>
            </a:ln>
            <a:effectLst/>
          </p:spPr>
        </p:sp>
        <p:sp>
          <p:nvSpPr>
            <p:cNvPr id="104" name="SCHEM_path-0102"/>
            <p:cNvSpPr/>
            <p:nvPr/>
          </p:nvSpPr>
          <p:spPr>
            <a:xfrm>
              <a:off x="2652480" y="5364000"/>
              <a:ext cx="82080" cy="648000"/>
            </a:xfrm>
            <a:custGeom>
              <a:avLst/>
              <a:gdLst/>
              <a:ahLst/>
              <a:cxnLst/>
              <a:rect l="0" t="0" r="r" b="b"/>
              <a:pathLst>
                <a:path w="82080" h="648000">
                  <a:moveTo>
                    <a:pt x="0" y="0"/>
                  </a:moveTo>
                  <a:cubicBezTo>
                    <a:pt x="82080" y="187920"/>
                    <a:pt x="82080" y="460080"/>
                    <a:pt x="0" y="648000"/>
                  </a:cubicBezTo>
                </a:path>
              </a:pathLst>
            </a:custGeom>
            <a:noFill/>
            <a:ln w="13176" cap="flat">
              <a:solidFill>
                <a:srgbClr val="229FD4"/>
              </a:solidFill>
            </a:ln>
            <a:effectLst/>
          </p:spPr>
        </p:sp>
        <p:cxnSp>
          <p:nvCxnSpPr>
            <p:cNvPr id="105" name="SCHEM_line-0103"/>
            <p:cNvCxnSpPr/>
            <p:nvPr/>
          </p:nvCxnSpPr>
          <p:spPr>
            <a:xfrm>
              <a:off x="2793600" y="5666400"/>
              <a:ext cx="324000" cy="1"/>
            </a:xfrm>
            <a:prstGeom prst="line">
              <a:avLst/>
            </a:prstGeom>
            <a:noFill/>
            <a:ln w="50400" cap="flat">
              <a:solidFill>
                <a:srgbClr val="159CCD"/>
              </a:solidFill>
              <a:tailEnd type="triangle" w="med" len="med"/>
            </a:ln>
            <a:effectLst/>
          </p:spPr>
        </p:cxnSp>
        <p:sp>
          <p:nvSpPr>
            <p:cNvPr id="106" name="SCHEM_text-0104"/>
            <p:cNvSpPr txBox="1"/>
            <p:nvPr/>
          </p:nvSpPr>
          <p:spPr>
            <a:xfrm>
              <a:off x="3297600" y="5565600"/>
              <a:ext cx="26928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Incident 1.5 kHz sound (schematic)</a:t>
              </a:r>
              <a:endParaRPr lang="en-US" sz="1191"/>
            </a:p>
          </p:txBody>
        </p:sp>
        <p:sp>
          <p:nvSpPr>
            <p:cNvPr id="107" name="SCHEM_path-0105"/>
            <p:cNvSpPr/>
            <p:nvPr/>
          </p:nvSpPr>
          <p:spPr>
            <a:xfrm>
              <a:off x="5824800" y="5519520"/>
              <a:ext cx="82080" cy="336960"/>
            </a:xfrm>
            <a:custGeom>
              <a:avLst/>
              <a:gdLst/>
              <a:ahLst/>
              <a:cxnLst/>
              <a:rect l="0" t="0" r="r" b="b"/>
              <a:pathLst>
                <a:path w="82080" h="336960">
                  <a:moveTo>
                    <a:pt x="0" y="0"/>
                  </a:moveTo>
                  <a:cubicBezTo>
                    <a:pt x="82080" y="97718"/>
                    <a:pt x="82080" y="239242"/>
                    <a:pt x="0" y="336960"/>
                  </a:cubicBezTo>
                </a:path>
              </a:pathLst>
            </a:custGeom>
            <a:noFill/>
            <a:ln w="9936" cap="flat">
              <a:solidFill>
                <a:srgbClr val="5B9A42"/>
              </a:solidFill>
            </a:ln>
            <a:effectLst/>
          </p:spPr>
        </p:sp>
        <p:sp>
          <p:nvSpPr>
            <p:cNvPr id="108" name="SCHEM_path-0106"/>
            <p:cNvSpPr/>
            <p:nvPr/>
          </p:nvSpPr>
          <p:spPr>
            <a:xfrm>
              <a:off x="5902560" y="5467680"/>
              <a:ext cx="82080" cy="440640"/>
            </a:xfrm>
            <a:custGeom>
              <a:avLst/>
              <a:gdLst/>
              <a:ahLst/>
              <a:cxnLst/>
              <a:rect l="0" t="0" r="r" b="b"/>
              <a:pathLst>
                <a:path w="82080" h="440640">
                  <a:moveTo>
                    <a:pt x="0" y="0"/>
                  </a:moveTo>
                  <a:cubicBezTo>
                    <a:pt x="82080" y="127786"/>
                    <a:pt x="82080" y="312854"/>
                    <a:pt x="0" y="440640"/>
                  </a:cubicBezTo>
                </a:path>
              </a:pathLst>
            </a:custGeom>
            <a:noFill/>
            <a:ln w="11016" cap="flat">
              <a:solidFill>
                <a:srgbClr val="5B9A42"/>
              </a:solidFill>
            </a:ln>
            <a:effectLst/>
          </p:spPr>
        </p:sp>
        <p:sp>
          <p:nvSpPr>
            <p:cNvPr id="109" name="SCHEM_path-0107"/>
            <p:cNvSpPr/>
            <p:nvPr/>
          </p:nvSpPr>
          <p:spPr>
            <a:xfrm>
              <a:off x="5980320" y="5415840"/>
              <a:ext cx="82080" cy="544320"/>
            </a:xfrm>
            <a:custGeom>
              <a:avLst/>
              <a:gdLst/>
              <a:ahLst/>
              <a:cxnLst/>
              <a:rect l="0" t="0" r="r" b="b"/>
              <a:pathLst>
                <a:path w="82080" h="544320">
                  <a:moveTo>
                    <a:pt x="0" y="0"/>
                  </a:moveTo>
                  <a:cubicBezTo>
                    <a:pt x="82080" y="157853"/>
                    <a:pt x="82080" y="386467"/>
                    <a:pt x="0" y="544320"/>
                  </a:cubicBezTo>
                </a:path>
              </a:pathLst>
            </a:custGeom>
            <a:noFill/>
            <a:ln w="12096" cap="flat">
              <a:solidFill>
                <a:srgbClr val="5B9A42"/>
              </a:solidFill>
            </a:ln>
            <a:effectLst/>
          </p:spPr>
        </p:sp>
        <p:sp>
          <p:nvSpPr>
            <p:cNvPr id="110" name="SCHEM_path-0108"/>
            <p:cNvSpPr/>
            <p:nvPr/>
          </p:nvSpPr>
          <p:spPr>
            <a:xfrm>
              <a:off x="6058080" y="5364000"/>
              <a:ext cx="82080" cy="648000"/>
            </a:xfrm>
            <a:custGeom>
              <a:avLst/>
              <a:gdLst/>
              <a:ahLst/>
              <a:cxnLst/>
              <a:rect l="0" t="0" r="r" b="b"/>
              <a:pathLst>
                <a:path w="82080" h="648000">
                  <a:moveTo>
                    <a:pt x="0" y="0"/>
                  </a:moveTo>
                  <a:cubicBezTo>
                    <a:pt x="82080" y="187920"/>
                    <a:pt x="82080" y="460080"/>
                    <a:pt x="0" y="648000"/>
                  </a:cubicBezTo>
                </a:path>
              </a:pathLst>
            </a:custGeom>
            <a:noFill/>
            <a:ln w="13176" cap="flat">
              <a:solidFill>
                <a:srgbClr val="5B9A42"/>
              </a:solidFill>
            </a:ln>
            <a:effectLst/>
          </p:spPr>
        </p:sp>
        <p:sp>
          <p:nvSpPr>
            <p:cNvPr id="111" name="SCHEM_path-0109"/>
            <p:cNvSpPr/>
            <p:nvPr/>
          </p:nvSpPr>
          <p:spPr>
            <a:xfrm>
              <a:off x="6135840" y="5312160"/>
              <a:ext cx="82080" cy="751680"/>
            </a:xfrm>
            <a:custGeom>
              <a:avLst/>
              <a:gdLst/>
              <a:ahLst/>
              <a:cxnLst/>
              <a:rect l="0" t="0" r="r" b="b"/>
              <a:pathLst>
                <a:path w="82080" h="751680">
                  <a:moveTo>
                    <a:pt x="0" y="0"/>
                  </a:moveTo>
                  <a:cubicBezTo>
                    <a:pt x="82080" y="217987"/>
                    <a:pt x="82080" y="533693"/>
                    <a:pt x="0" y="751680"/>
                  </a:cubicBezTo>
                </a:path>
              </a:pathLst>
            </a:custGeom>
            <a:noFill/>
            <a:ln w="14256" cap="flat">
              <a:solidFill>
                <a:srgbClr val="5B9A42"/>
              </a:solidFill>
            </a:ln>
            <a:effectLst/>
          </p:spPr>
        </p:sp>
        <p:cxnSp>
          <p:nvCxnSpPr>
            <p:cNvPr id="112" name="SCHEM_line-0110"/>
            <p:cNvCxnSpPr/>
            <p:nvPr/>
          </p:nvCxnSpPr>
          <p:spPr>
            <a:xfrm>
              <a:off x="6199200" y="5666400"/>
              <a:ext cx="295200" cy="1"/>
            </a:xfrm>
            <a:prstGeom prst="line">
              <a:avLst/>
            </a:prstGeom>
            <a:noFill/>
            <a:ln w="50400" cap="flat">
              <a:solidFill>
                <a:srgbClr val="4B8D35"/>
              </a:solidFill>
              <a:tailEnd type="triangle" w="med" len="med"/>
            </a:ln>
            <a:effectLst/>
          </p:spPr>
        </p:cxnSp>
        <p:sp>
          <p:nvSpPr>
            <p:cNvPr id="113" name="SCHEM_text-0111"/>
            <p:cNvSpPr txBox="1"/>
            <p:nvPr/>
          </p:nvSpPr>
          <p:spPr>
            <a:xfrm>
              <a:off x="6559200" y="5565600"/>
              <a:ext cx="40320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Converted 3.0 kHz sound (schematic)</a:t>
              </a:r>
              <a:endParaRPr lang="en-US" sz="1191"/>
            </a:p>
          </p:txBody>
        </p:sp>
        <p:sp>
          <p:nvSpPr>
            <p:cNvPr id="114" name="SCHEM_text-0112"/>
            <p:cNvSpPr txBox="1"/>
            <p:nvPr/>
          </p:nvSpPr>
          <p:spPr>
            <a:xfrm>
              <a:off x="3067200" y="5997600"/>
              <a:ext cx="6480000" cy="3178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64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Asymmetric coupling + powered frequency conversion</a:t>
              </a:r>
              <a:endParaRPr lang="en-US" sz="1644"/>
            </a:p>
          </p:txBody>
        </p:sp>
        <p:sp>
          <p:nvSpPr>
            <p:cNvPr id="115" name="SCHEM_text-0113"/>
            <p:cNvSpPr txBox="1"/>
            <p:nvPr/>
          </p:nvSpPr>
          <p:spPr>
            <a:xfrm>
              <a:off x="6832800" y="6278400"/>
              <a:ext cx="4672800" cy="1818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850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Nature Communications (2014) | doi:10.1038/ncomms4398 | Conceptual; not to scale</a:t>
              </a:r>
              <a:endParaRPr lang="en-US" sz="850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  <p:grpSp>
        <p:nvGrpSpPr>
          <p:cNvPr id="2" name="SCHEM_figure"/>
          <p:cNvGrpSpPr/>
          <p:nvPr/>
        </p:nvGrpSpPr>
        <p:grpSpPr>
          <a:xfrm>
            <a:off x="121887" y="50400"/>
            <a:ext cx="11390913" cy="6412320"/>
            <a:chOff x="121887" y="50400"/>
            <a:chExt cx="11390913" cy="6412320"/>
          </a:xfrm>
        </p:grpSpPr>
        <p:sp>
          <p:nvSpPr>
            <p:cNvPr id="3" name="SCHEM_text-0001"/>
            <p:cNvSpPr txBox="1"/>
            <p:nvPr/>
          </p:nvSpPr>
          <p:spPr>
            <a:xfrm>
              <a:off x="3168000" y="50400"/>
              <a:ext cx="5328000" cy="3567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871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Lime-clast reservoirs and crack sealing</a:t>
              </a:r>
              <a:endParaRPr lang="en-US" sz="1871"/>
            </a:p>
          </p:txBody>
        </p:sp>
        <p:sp>
          <p:nvSpPr>
            <p:cNvPr id="4" name="SCHEM_text-0002"/>
            <p:cNvSpPr txBox="1"/>
            <p:nvPr/>
          </p:nvSpPr>
          <p:spPr>
            <a:xfrm>
              <a:off x="201600" y="568800"/>
              <a:ext cx="2592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Hot mixing with quicklime</a:t>
              </a:r>
              <a:endParaRPr lang="en-US" sz="1361"/>
            </a:p>
          </p:txBody>
        </p:sp>
        <p:sp>
          <p:nvSpPr>
            <p:cNvPr id="5" name="SCHEM_text-0003"/>
            <p:cNvSpPr txBox="1"/>
            <p:nvPr/>
          </p:nvSpPr>
          <p:spPr>
            <a:xfrm>
              <a:off x="3038400" y="554400"/>
              <a:ext cx="4680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Modern mortar section (lime-clast specimen)</a:t>
              </a:r>
              <a:endParaRPr lang="en-US" sz="1361"/>
            </a:p>
          </p:txBody>
        </p:sp>
        <p:sp>
          <p:nvSpPr>
            <p:cNvPr id="6" name="SCHEM_text-0004"/>
            <p:cNvSpPr txBox="1"/>
            <p:nvPr/>
          </p:nvSpPr>
          <p:spPr>
            <a:xfrm>
              <a:off x="8071200" y="568800"/>
              <a:ext cx="34344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Hydraulic response (after flow exposure)</a:t>
              </a:r>
              <a:endParaRPr lang="en-US" sz="1361"/>
            </a:p>
          </p:txBody>
        </p:sp>
        <p:grpSp>
          <p:nvGrpSpPr>
            <p:cNvPr id="7" name="SCHEM_hot-mixing-ingredients"/>
            <p:cNvGrpSpPr/>
            <p:nvPr/>
          </p:nvGrpSpPr>
          <p:grpSpPr>
            <a:xfrm>
              <a:off x="121887" y="892800"/>
              <a:ext cx="2570913" cy="455513"/>
              <a:chOff x="121887" y="892800"/>
              <a:chExt cx="2570913" cy="455513"/>
            </a:xfrm>
          </p:grpSpPr>
          <p:sp>
            <p:nvSpPr>
              <p:cNvPr id="8" name="SCHEM_path-0006"/>
              <p:cNvSpPr/>
              <p:nvPr/>
            </p:nvSpPr>
            <p:spPr>
              <a:xfrm>
                <a:off x="376798" y="918533"/>
                <a:ext cx="266934" cy="345604"/>
              </a:xfrm>
              <a:custGeom>
                <a:avLst/>
                <a:gdLst/>
                <a:ahLst/>
                <a:cxnLst/>
                <a:rect l="0" t="0" r="r" b="b"/>
                <a:pathLst>
                  <a:path w="266934" h="345604">
                    <a:moveTo>
                      <a:pt x="266434" y="161467"/>
                    </a:moveTo>
                    <a:cubicBezTo>
                      <a:pt x="265934" y="204771"/>
                      <a:pt x="256751" y="260221"/>
                      <a:pt x="230191" y="289216"/>
                    </a:cubicBezTo>
                    <a:cubicBezTo>
                      <a:pt x="203631" y="318212"/>
                      <a:pt x="141929" y="345604"/>
                      <a:pt x="107073" y="335439"/>
                    </a:cubicBezTo>
                    <a:cubicBezTo>
                      <a:pt x="72218" y="325273"/>
                      <a:pt x="36389" y="268897"/>
                      <a:pt x="21059" y="228225"/>
                    </a:cubicBezTo>
                    <a:cubicBezTo>
                      <a:pt x="5729" y="187552"/>
                      <a:pt x="0" y="127718"/>
                      <a:pt x="15091" y="91403"/>
                    </a:cubicBezTo>
                    <a:cubicBezTo>
                      <a:pt x="30183" y="55089"/>
                      <a:pt x="75257" y="20671"/>
                      <a:pt x="111607" y="10335"/>
                    </a:cubicBezTo>
                    <a:cubicBezTo>
                      <a:pt x="147956" y="0"/>
                      <a:pt x="207385" y="4203"/>
                      <a:pt x="233190" y="29392"/>
                    </a:cubicBezTo>
                    <a:cubicBezTo>
                      <a:pt x="258995" y="54580"/>
                      <a:pt x="266934" y="118162"/>
                      <a:pt x="266434" y="161467"/>
                    </a:cubicBezTo>
                    <a:close/>
                  </a:path>
                </a:pathLst>
              </a:custGeom>
              <a:solidFill>
                <a:srgbClr val="F0F0EE"/>
              </a:solidFill>
              <a:ln w="7200" cap="flat">
                <a:solidFill>
                  <a:srgbClr val="8E8D88"/>
                </a:solidFill>
              </a:ln>
              <a:effectLst/>
            </p:spPr>
          </p:sp>
          <p:sp>
            <p:nvSpPr>
              <p:cNvPr id="9" name="SCHEM_path-0007"/>
              <p:cNvSpPr/>
              <p:nvPr/>
            </p:nvSpPr>
            <p:spPr>
              <a:xfrm>
                <a:off x="432000" y="997200"/>
                <a:ext cx="144000" cy="165600"/>
              </a:xfrm>
              <a:custGeom>
                <a:avLst/>
                <a:gdLst/>
                <a:ahLst/>
                <a:cxnLst/>
                <a:rect l="0" t="0" r="r" b="b"/>
                <a:pathLst>
                  <a:path w="144000" h="165600">
                    <a:moveTo>
                      <a:pt x="0" y="115920"/>
                    </a:moveTo>
                    <a:lnTo>
                      <a:pt x="86400" y="0"/>
                    </a:lnTo>
                    <a:lnTo>
                      <a:pt x="144000" y="165600"/>
                    </a:lnTo>
                  </a:path>
                </a:pathLst>
              </a:custGeom>
              <a:noFill/>
              <a:ln w="10800" cap="flat">
                <a:solidFill>
                  <a:srgbClr val="C3C4C0"/>
                </a:solidFill>
              </a:ln>
              <a:effectLst/>
            </p:spPr>
          </p:sp>
          <p:sp>
            <p:nvSpPr>
              <p:cNvPr id="10" name="SCHEM_path-0008"/>
              <p:cNvSpPr/>
              <p:nvPr/>
            </p:nvSpPr>
            <p:spPr>
              <a:xfrm>
                <a:off x="203831" y="1049548"/>
                <a:ext cx="274852" cy="192736"/>
              </a:xfrm>
              <a:custGeom>
                <a:avLst/>
                <a:gdLst/>
                <a:ahLst/>
                <a:cxnLst/>
                <a:rect l="0" t="0" r="r" b="b"/>
                <a:pathLst>
                  <a:path w="274852" h="192736">
                    <a:moveTo>
                      <a:pt x="273584" y="95252"/>
                    </a:moveTo>
                    <a:cubicBezTo>
                      <a:pt x="274852" y="120658"/>
                      <a:pt x="259262" y="159687"/>
                      <a:pt x="233818" y="175049"/>
                    </a:cubicBezTo>
                    <a:cubicBezTo>
                      <a:pt x="208373" y="190412"/>
                      <a:pt x="157180" y="192736"/>
                      <a:pt x="120918" y="187426"/>
                    </a:cubicBezTo>
                    <a:cubicBezTo>
                      <a:pt x="84656" y="182116"/>
                      <a:pt x="32495" y="166107"/>
                      <a:pt x="16247" y="143188"/>
                    </a:cubicBezTo>
                    <a:cubicBezTo>
                      <a:pt x="0" y="120269"/>
                      <a:pt x="5914" y="73017"/>
                      <a:pt x="23434" y="49911"/>
                    </a:cubicBezTo>
                    <a:cubicBezTo>
                      <a:pt x="40954" y="26804"/>
                      <a:pt x="87570" y="9100"/>
                      <a:pt x="121366" y="4550"/>
                    </a:cubicBezTo>
                    <a:cubicBezTo>
                      <a:pt x="155162" y="0"/>
                      <a:pt x="200840" y="7492"/>
                      <a:pt x="226209" y="22609"/>
                    </a:cubicBezTo>
                    <a:cubicBezTo>
                      <a:pt x="251579" y="37726"/>
                      <a:pt x="272316" y="69845"/>
                      <a:pt x="273584" y="95252"/>
                    </a:cubicBezTo>
                    <a:close/>
                  </a:path>
                </a:pathLst>
              </a:custGeom>
              <a:solidFill>
                <a:srgbClr val="F0F0EE"/>
              </a:solidFill>
              <a:ln w="7200" cap="flat">
                <a:solidFill>
                  <a:srgbClr val="8E8D88"/>
                </a:solidFill>
              </a:ln>
              <a:effectLst/>
            </p:spPr>
          </p:sp>
          <p:sp>
            <p:nvSpPr>
              <p:cNvPr id="11" name="SCHEM_path-0009"/>
              <p:cNvSpPr/>
              <p:nvPr/>
            </p:nvSpPr>
            <p:spPr>
              <a:xfrm>
                <a:off x="266400" y="1090800"/>
                <a:ext cx="144000" cy="108000"/>
              </a:xfrm>
              <a:custGeom>
                <a:avLst/>
                <a:gdLst/>
                <a:ahLst/>
                <a:cxnLst/>
                <a:rect l="0" t="0" r="r" b="b"/>
                <a:pathLst>
                  <a:path w="144000" h="108000">
                    <a:moveTo>
                      <a:pt x="0" y="75600"/>
                    </a:moveTo>
                    <a:lnTo>
                      <a:pt x="86400" y="0"/>
                    </a:lnTo>
                    <a:lnTo>
                      <a:pt x="144000" y="108000"/>
                    </a:lnTo>
                  </a:path>
                </a:pathLst>
              </a:custGeom>
              <a:noFill/>
              <a:ln w="10800" cap="flat">
                <a:solidFill>
                  <a:srgbClr val="C3C4C0"/>
                </a:solidFill>
              </a:ln>
              <a:effectLst/>
            </p:spPr>
          </p:sp>
          <p:sp>
            <p:nvSpPr>
              <p:cNvPr id="12" name="SCHEM_path-0010"/>
              <p:cNvSpPr/>
              <p:nvPr/>
            </p:nvSpPr>
            <p:spPr>
              <a:xfrm>
                <a:off x="460720" y="1070738"/>
                <a:ext cx="330971" cy="277344"/>
              </a:xfrm>
              <a:custGeom>
                <a:avLst/>
                <a:gdLst/>
                <a:ahLst/>
                <a:cxnLst/>
                <a:rect l="0" t="0" r="r" b="b"/>
                <a:pathLst>
                  <a:path w="330971" h="277344">
                    <a:moveTo>
                      <a:pt x="330183" y="124462"/>
                    </a:moveTo>
                    <a:cubicBezTo>
                      <a:pt x="330971" y="158960"/>
                      <a:pt x="318630" y="206306"/>
                      <a:pt x="286695" y="230301"/>
                    </a:cubicBezTo>
                    <a:cubicBezTo>
                      <a:pt x="254760" y="254296"/>
                      <a:pt x="179236" y="277344"/>
                      <a:pt x="138572" y="268433"/>
                    </a:cubicBezTo>
                    <a:cubicBezTo>
                      <a:pt x="97909" y="259521"/>
                      <a:pt x="62936" y="211177"/>
                      <a:pt x="42712" y="176834"/>
                    </a:cubicBezTo>
                    <a:cubicBezTo>
                      <a:pt x="22487" y="142491"/>
                      <a:pt x="0" y="90763"/>
                      <a:pt x="17227" y="62375"/>
                    </a:cubicBezTo>
                    <a:cubicBezTo>
                      <a:pt x="34454" y="33988"/>
                      <a:pt x="101950" y="13019"/>
                      <a:pt x="146073" y="6510"/>
                    </a:cubicBezTo>
                    <a:cubicBezTo>
                      <a:pt x="190197" y="0"/>
                      <a:pt x="251282" y="3658"/>
                      <a:pt x="281967" y="23317"/>
                    </a:cubicBezTo>
                    <a:cubicBezTo>
                      <a:pt x="312652" y="42976"/>
                      <a:pt x="329395" y="89965"/>
                      <a:pt x="330183" y="124462"/>
                    </a:cubicBezTo>
                    <a:close/>
                  </a:path>
                </a:pathLst>
              </a:custGeom>
              <a:solidFill>
                <a:srgbClr val="F0F0EE"/>
              </a:solidFill>
              <a:ln w="7200" cap="flat">
                <a:solidFill>
                  <a:srgbClr val="8E8D88"/>
                </a:solidFill>
              </a:ln>
              <a:effectLst/>
            </p:spPr>
          </p:sp>
          <p:sp>
            <p:nvSpPr>
              <p:cNvPr id="13" name="SCHEM_path-0011"/>
              <p:cNvSpPr/>
              <p:nvPr/>
            </p:nvSpPr>
            <p:spPr>
              <a:xfrm>
                <a:off x="537120" y="1126800"/>
                <a:ext cx="172800" cy="136800"/>
              </a:xfrm>
              <a:custGeom>
                <a:avLst/>
                <a:gdLst/>
                <a:ahLst/>
                <a:cxnLst/>
                <a:rect l="0" t="0" r="r" b="b"/>
                <a:pathLst>
                  <a:path w="172800" h="136800">
                    <a:moveTo>
                      <a:pt x="0" y="95760"/>
                    </a:moveTo>
                    <a:lnTo>
                      <a:pt x="103680" y="0"/>
                    </a:lnTo>
                    <a:lnTo>
                      <a:pt x="172800" y="136800"/>
                    </a:lnTo>
                  </a:path>
                </a:pathLst>
              </a:custGeom>
              <a:noFill/>
              <a:ln w="10800" cap="flat">
                <a:solidFill>
                  <a:srgbClr val="C3C4C0"/>
                </a:solidFill>
              </a:ln>
              <a:effectLst/>
            </p:spPr>
          </p:sp>
          <p:sp>
            <p:nvSpPr>
              <p:cNvPr id="14" name="SCHEM_path-0012"/>
              <p:cNvSpPr/>
              <p:nvPr/>
            </p:nvSpPr>
            <p:spPr>
              <a:xfrm>
                <a:off x="121887" y="1118754"/>
                <a:ext cx="187565" cy="201517"/>
              </a:xfrm>
              <a:custGeom>
                <a:avLst/>
                <a:gdLst/>
                <a:ahLst/>
                <a:cxnLst/>
                <a:rect l="0" t="0" r="r" b="b"/>
                <a:pathLst>
                  <a:path w="187565" h="201517">
                    <a:moveTo>
                      <a:pt x="187278" y="98046"/>
                    </a:moveTo>
                    <a:cubicBezTo>
                      <a:pt x="186990" y="123084"/>
                      <a:pt x="174201" y="155499"/>
                      <a:pt x="156358" y="172001"/>
                    </a:cubicBezTo>
                    <a:cubicBezTo>
                      <a:pt x="138515" y="188503"/>
                      <a:pt x="104642" y="201517"/>
                      <a:pt x="80221" y="197058"/>
                    </a:cubicBezTo>
                    <a:cubicBezTo>
                      <a:pt x="55800" y="192599"/>
                      <a:pt x="19667" y="168637"/>
                      <a:pt x="9833" y="145247"/>
                    </a:cubicBezTo>
                    <a:cubicBezTo>
                      <a:pt x="0" y="121858"/>
                      <a:pt x="9249" y="79958"/>
                      <a:pt x="21221" y="56721"/>
                    </a:cubicBezTo>
                    <a:cubicBezTo>
                      <a:pt x="33193" y="33484"/>
                      <a:pt x="58857" y="11650"/>
                      <a:pt x="81667" y="5825"/>
                    </a:cubicBezTo>
                    <a:cubicBezTo>
                      <a:pt x="104478" y="0"/>
                      <a:pt x="140482" y="6402"/>
                      <a:pt x="158084" y="21772"/>
                    </a:cubicBezTo>
                    <a:cubicBezTo>
                      <a:pt x="175686" y="37143"/>
                      <a:pt x="187565" y="73008"/>
                      <a:pt x="187278" y="98046"/>
                    </a:cubicBezTo>
                    <a:close/>
                  </a:path>
                </a:pathLst>
              </a:custGeom>
              <a:solidFill>
                <a:srgbClr val="F0F0EE"/>
              </a:solidFill>
              <a:ln w="7200" cap="flat">
                <a:solidFill>
                  <a:srgbClr val="8E8D88"/>
                </a:solidFill>
              </a:ln>
              <a:effectLst/>
            </p:spPr>
          </p:sp>
          <p:sp>
            <p:nvSpPr>
              <p:cNvPr id="15" name="SCHEM_path-0013"/>
              <p:cNvSpPr/>
              <p:nvPr/>
            </p:nvSpPr>
            <p:spPr>
              <a:xfrm>
                <a:off x="162720" y="1162800"/>
                <a:ext cx="100800" cy="108000"/>
              </a:xfrm>
              <a:custGeom>
                <a:avLst/>
                <a:gdLst/>
                <a:ahLst/>
                <a:cxnLst/>
                <a:rect l="0" t="0" r="r" b="b"/>
                <a:pathLst>
                  <a:path w="100800" h="108000">
                    <a:moveTo>
                      <a:pt x="0" y="75600"/>
                    </a:moveTo>
                    <a:lnTo>
                      <a:pt x="60480" y="0"/>
                    </a:lnTo>
                    <a:lnTo>
                      <a:pt x="100800" y="108000"/>
                    </a:lnTo>
                  </a:path>
                </a:pathLst>
              </a:custGeom>
              <a:noFill/>
              <a:ln w="10800" cap="flat">
                <a:solidFill>
                  <a:srgbClr val="C3C4C0"/>
                </a:solidFill>
              </a:ln>
              <a:effectLst/>
            </p:spPr>
          </p:sp>
          <p:sp>
            <p:nvSpPr>
              <p:cNvPr id="16" name="SCHEM_path-0014"/>
              <p:cNvSpPr/>
              <p:nvPr/>
            </p:nvSpPr>
            <p:spPr>
              <a:xfrm>
                <a:off x="322972" y="1173569"/>
                <a:ext cx="289924" cy="174744"/>
              </a:xfrm>
              <a:custGeom>
                <a:avLst/>
                <a:gdLst/>
                <a:ahLst/>
                <a:cxnLst/>
                <a:rect l="0" t="0" r="r" b="b"/>
                <a:pathLst>
                  <a:path w="289924" h="174744">
                    <a:moveTo>
                      <a:pt x="289448" y="93631"/>
                    </a:moveTo>
                    <a:cubicBezTo>
                      <a:pt x="288972" y="115347"/>
                      <a:pt x="274243" y="145072"/>
                      <a:pt x="246047" y="157801"/>
                    </a:cubicBezTo>
                    <a:cubicBezTo>
                      <a:pt x="217851" y="170529"/>
                      <a:pt x="158564" y="174744"/>
                      <a:pt x="120272" y="170001"/>
                    </a:cubicBezTo>
                    <a:cubicBezTo>
                      <a:pt x="81979" y="165257"/>
                      <a:pt x="32585" y="147745"/>
                      <a:pt x="16293" y="129338"/>
                    </a:cubicBezTo>
                    <a:cubicBezTo>
                      <a:pt x="0" y="110931"/>
                      <a:pt x="6017" y="80225"/>
                      <a:pt x="22516" y="59559"/>
                    </a:cubicBezTo>
                    <a:cubicBezTo>
                      <a:pt x="39015" y="38893"/>
                      <a:pt x="77553" y="10684"/>
                      <a:pt x="115284" y="5342"/>
                    </a:cubicBezTo>
                    <a:cubicBezTo>
                      <a:pt x="153016" y="0"/>
                      <a:pt x="219878" y="12791"/>
                      <a:pt x="248905" y="27506"/>
                    </a:cubicBezTo>
                    <a:cubicBezTo>
                      <a:pt x="277933" y="42221"/>
                      <a:pt x="289924" y="71915"/>
                      <a:pt x="289448" y="93631"/>
                    </a:cubicBezTo>
                    <a:close/>
                  </a:path>
                </a:pathLst>
              </a:custGeom>
              <a:solidFill>
                <a:srgbClr val="F0F0EE"/>
              </a:solidFill>
              <a:ln w="7200" cap="flat">
                <a:solidFill>
                  <a:srgbClr val="8E8D88"/>
                </a:solidFill>
              </a:ln>
              <a:effectLst/>
            </p:spPr>
          </p:sp>
          <p:sp>
            <p:nvSpPr>
              <p:cNvPr id="17" name="SCHEM_path-0015"/>
              <p:cNvSpPr/>
              <p:nvPr/>
            </p:nvSpPr>
            <p:spPr>
              <a:xfrm>
                <a:off x="380160" y="1224000"/>
                <a:ext cx="158400" cy="86400"/>
              </a:xfrm>
              <a:custGeom>
                <a:avLst/>
                <a:gdLst/>
                <a:ahLst/>
                <a:cxnLst/>
                <a:rect l="0" t="0" r="r" b="b"/>
                <a:pathLst>
                  <a:path w="158400" h="86400">
                    <a:moveTo>
                      <a:pt x="0" y="60480"/>
                    </a:moveTo>
                    <a:lnTo>
                      <a:pt x="95040" y="0"/>
                    </a:lnTo>
                    <a:lnTo>
                      <a:pt x="158400" y="86400"/>
                    </a:lnTo>
                  </a:path>
                </a:pathLst>
              </a:custGeom>
              <a:noFill/>
              <a:ln w="10800" cap="flat">
                <a:solidFill>
                  <a:srgbClr val="C3C4C0"/>
                </a:solidFill>
              </a:ln>
              <a:effectLst/>
            </p:spPr>
          </p:sp>
          <p:sp>
            <p:nvSpPr>
              <p:cNvPr id="18" name="SCHEM_polygon-0016"/>
              <p:cNvSpPr/>
              <p:nvPr/>
            </p:nvSpPr>
            <p:spPr>
              <a:xfrm>
                <a:off x="1000800" y="892800"/>
                <a:ext cx="784800" cy="446400"/>
              </a:xfrm>
              <a:custGeom>
                <a:avLst/>
                <a:gdLst/>
                <a:ahLst/>
                <a:cxnLst/>
                <a:rect l="0" t="0" r="r" b="b"/>
                <a:pathLst>
                  <a:path w="784800" h="446400">
                    <a:moveTo>
                      <a:pt x="0" y="360000"/>
                    </a:moveTo>
                    <a:lnTo>
                      <a:pt x="381600" y="0"/>
                    </a:lnTo>
                    <a:lnTo>
                      <a:pt x="784800" y="374400"/>
                    </a:lnTo>
                    <a:lnTo>
                      <a:pt x="518400" y="446400"/>
                    </a:lnTo>
                    <a:lnTo>
                      <a:pt x="187200" y="417600"/>
                    </a:lnTo>
                    <a:close/>
                  </a:path>
                </a:pathLst>
              </a:custGeom>
              <a:solidFill>
                <a:srgbClr val="CBC2B6"/>
              </a:solidFill>
              <a:ln w="7200" cap="flat">
                <a:solidFill>
                  <a:srgbClr val="766F65"/>
                </a:solidFill>
              </a:ln>
              <a:effectLst/>
            </p:spPr>
          </p:sp>
          <p:sp>
            <p:nvSpPr>
              <p:cNvPr id="19" name="SCHEM_ellipse-0017"/>
              <p:cNvSpPr/>
              <p:nvPr/>
            </p:nvSpPr>
            <p:spPr>
              <a:xfrm>
                <a:off x="1295074" y="1140134"/>
                <a:ext cx="10802" cy="10802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20" name="SCHEM_ellipse-0018"/>
              <p:cNvSpPr/>
              <p:nvPr/>
            </p:nvSpPr>
            <p:spPr>
              <a:xfrm>
                <a:off x="1351109" y="1115590"/>
                <a:ext cx="12883" cy="12883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21" name="SCHEM_ellipse-0019"/>
              <p:cNvSpPr/>
              <p:nvPr/>
            </p:nvSpPr>
            <p:spPr>
              <a:xfrm>
                <a:off x="1228086" y="1193067"/>
                <a:ext cx="7288" cy="7288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22" name="SCHEM_ellipse-0020"/>
              <p:cNvSpPr/>
              <p:nvPr/>
            </p:nvSpPr>
            <p:spPr>
              <a:xfrm>
                <a:off x="1256435" y="1093160"/>
                <a:ext cx="8426" cy="8426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23" name="SCHEM_ellipse-0021"/>
              <p:cNvSpPr/>
              <p:nvPr/>
            </p:nvSpPr>
            <p:spPr>
              <a:xfrm>
                <a:off x="1549181" y="1082098"/>
                <a:ext cx="14019" cy="14019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24" name="SCHEM_ellipse-0022"/>
              <p:cNvSpPr/>
              <p:nvPr/>
            </p:nvSpPr>
            <p:spPr>
              <a:xfrm>
                <a:off x="1650232" y="1247406"/>
                <a:ext cx="12966" cy="12966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25" name="SCHEM_ellipse-0023"/>
              <p:cNvSpPr/>
              <p:nvPr/>
            </p:nvSpPr>
            <p:spPr>
              <a:xfrm>
                <a:off x="1473502" y="1079941"/>
                <a:ext cx="9138" cy="9138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26" name="SCHEM_ellipse-0024"/>
              <p:cNvSpPr/>
              <p:nvPr/>
            </p:nvSpPr>
            <p:spPr>
              <a:xfrm>
                <a:off x="1258832" y="1064924"/>
                <a:ext cx="14007" cy="14007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27" name="SCHEM_ellipse-0025"/>
              <p:cNvSpPr/>
              <p:nvPr/>
            </p:nvSpPr>
            <p:spPr>
              <a:xfrm>
                <a:off x="1284896" y="1120161"/>
                <a:ext cx="12756" cy="12756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28" name="SCHEM_ellipse-0026"/>
              <p:cNvSpPr/>
              <p:nvPr/>
            </p:nvSpPr>
            <p:spPr>
              <a:xfrm>
                <a:off x="1080670" y="1301754"/>
                <a:ext cx="14393" cy="14393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29" name="SCHEM_ellipse-0027"/>
              <p:cNvSpPr/>
              <p:nvPr/>
            </p:nvSpPr>
            <p:spPr>
              <a:xfrm>
                <a:off x="1582991" y="1155127"/>
                <a:ext cx="9229" cy="9229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30" name="SCHEM_ellipse-0028"/>
              <p:cNvSpPr/>
              <p:nvPr/>
            </p:nvSpPr>
            <p:spPr>
              <a:xfrm>
                <a:off x="1360386" y="1001550"/>
                <a:ext cx="13242" cy="13242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31" name="SCHEM_ellipse-0029"/>
              <p:cNvSpPr/>
              <p:nvPr/>
            </p:nvSpPr>
            <p:spPr>
              <a:xfrm>
                <a:off x="1614921" y="1141626"/>
                <a:ext cx="15138" cy="15138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32" name="SCHEM_ellipse-0030"/>
              <p:cNvSpPr/>
              <p:nvPr/>
            </p:nvSpPr>
            <p:spPr>
              <a:xfrm>
                <a:off x="1370950" y="1244386"/>
                <a:ext cx="11125" cy="11125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33" name="SCHEM_ellipse-0031"/>
              <p:cNvSpPr/>
              <p:nvPr/>
            </p:nvSpPr>
            <p:spPr>
              <a:xfrm>
                <a:off x="1465185" y="1148047"/>
                <a:ext cx="7397" cy="7397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34" name="SCHEM_ellipse-0032"/>
              <p:cNvSpPr/>
              <p:nvPr/>
            </p:nvSpPr>
            <p:spPr>
              <a:xfrm>
                <a:off x="1324473" y="1102766"/>
                <a:ext cx="11859" cy="11859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35" name="SCHEM_ellipse-0033"/>
              <p:cNvSpPr/>
              <p:nvPr/>
            </p:nvSpPr>
            <p:spPr>
              <a:xfrm>
                <a:off x="1494932" y="1113904"/>
                <a:ext cx="9959" cy="9959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36" name="SCHEM_ellipse-0034"/>
              <p:cNvSpPr/>
              <p:nvPr/>
            </p:nvSpPr>
            <p:spPr>
              <a:xfrm>
                <a:off x="1393666" y="1294974"/>
                <a:ext cx="13964" cy="13964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37" name="SCHEM_ellipse-0035"/>
              <p:cNvSpPr/>
              <p:nvPr/>
            </p:nvSpPr>
            <p:spPr>
              <a:xfrm>
                <a:off x="1492674" y="1252402"/>
                <a:ext cx="9168" cy="9168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38" name="SCHEM_ellipse-0036"/>
              <p:cNvSpPr/>
              <p:nvPr/>
            </p:nvSpPr>
            <p:spPr>
              <a:xfrm>
                <a:off x="1473198" y="1286600"/>
                <a:ext cx="8182" cy="8182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39" name="SCHEM_ellipse-0037"/>
              <p:cNvSpPr/>
              <p:nvPr/>
            </p:nvSpPr>
            <p:spPr>
              <a:xfrm>
                <a:off x="1511375" y="1291013"/>
                <a:ext cx="13813" cy="13813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40" name="SCHEM_ellipse-0038"/>
              <p:cNvSpPr/>
              <p:nvPr/>
            </p:nvSpPr>
            <p:spPr>
              <a:xfrm>
                <a:off x="1156266" y="1193119"/>
                <a:ext cx="9407" cy="9407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41" name="SCHEM_ellipse-0039"/>
              <p:cNvSpPr/>
              <p:nvPr/>
            </p:nvSpPr>
            <p:spPr>
              <a:xfrm>
                <a:off x="1406161" y="1286718"/>
                <a:ext cx="8099" cy="8099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42" name="SCHEM_ellipse-0040"/>
              <p:cNvSpPr/>
              <p:nvPr/>
            </p:nvSpPr>
            <p:spPr>
              <a:xfrm>
                <a:off x="1153224" y="1111249"/>
                <a:ext cx="7533" cy="7533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43" name="SCHEM_ellipse-0041"/>
              <p:cNvSpPr/>
              <p:nvPr/>
            </p:nvSpPr>
            <p:spPr>
              <a:xfrm>
                <a:off x="1363810" y="1222669"/>
                <a:ext cx="11181" cy="11181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44" name="SCHEM_ellipse-0042"/>
              <p:cNvSpPr/>
              <p:nvPr/>
            </p:nvSpPr>
            <p:spPr>
              <a:xfrm>
                <a:off x="1183521" y="1199768"/>
                <a:ext cx="15191" cy="15191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45" name="SCHEM_ellipse-0043"/>
              <p:cNvSpPr/>
              <p:nvPr/>
            </p:nvSpPr>
            <p:spPr>
              <a:xfrm>
                <a:off x="1390572" y="1016077"/>
                <a:ext cx="9066" cy="9066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46" name="SCHEM_ellipse-0044"/>
              <p:cNvSpPr/>
              <p:nvPr/>
            </p:nvSpPr>
            <p:spPr>
              <a:xfrm>
                <a:off x="1332815" y="1018149"/>
                <a:ext cx="8201" cy="8201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47" name="SCHEM_ellipse-0045"/>
              <p:cNvSpPr/>
              <p:nvPr/>
            </p:nvSpPr>
            <p:spPr>
              <a:xfrm>
                <a:off x="1344376" y="1260155"/>
                <a:ext cx="9252" cy="9252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48" name="SCHEM_ellipse-0046"/>
              <p:cNvSpPr/>
              <p:nvPr/>
            </p:nvSpPr>
            <p:spPr>
              <a:xfrm>
                <a:off x="1644149" y="1271092"/>
                <a:ext cx="10940" cy="10940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49" name="SCHEM_ellipse-0047"/>
              <p:cNvSpPr/>
              <p:nvPr/>
            </p:nvSpPr>
            <p:spPr>
              <a:xfrm>
                <a:off x="1497995" y="1252553"/>
                <a:ext cx="14635" cy="14635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50" name="SCHEM_ellipse-0048"/>
              <p:cNvSpPr/>
              <p:nvPr/>
            </p:nvSpPr>
            <p:spPr>
              <a:xfrm>
                <a:off x="1194455" y="1123992"/>
                <a:ext cx="7390" cy="7390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51" name="SCHEM_ellipse-0049"/>
              <p:cNvSpPr/>
              <p:nvPr/>
            </p:nvSpPr>
            <p:spPr>
              <a:xfrm>
                <a:off x="1258264" y="1079955"/>
                <a:ext cx="8269" cy="8269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52" name="SCHEM_ellipse-0050"/>
              <p:cNvSpPr/>
              <p:nvPr/>
            </p:nvSpPr>
            <p:spPr>
              <a:xfrm>
                <a:off x="1104508" y="1310445"/>
                <a:ext cx="9835" cy="9835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53" name="SCHEM_ellipse-0051"/>
              <p:cNvSpPr/>
              <p:nvPr/>
            </p:nvSpPr>
            <p:spPr>
              <a:xfrm>
                <a:off x="1386880" y="1157742"/>
                <a:ext cx="11280" cy="11280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54" name="SCHEM_ellipse-0052"/>
              <p:cNvSpPr/>
              <p:nvPr/>
            </p:nvSpPr>
            <p:spPr>
              <a:xfrm>
                <a:off x="1447397" y="1147091"/>
                <a:ext cx="11436" cy="11436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55" name="SCHEM_ellipse-0053"/>
              <p:cNvSpPr/>
              <p:nvPr/>
            </p:nvSpPr>
            <p:spPr>
              <a:xfrm>
                <a:off x="1105167" y="1189388"/>
                <a:ext cx="12978" cy="12978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56" name="SCHEM_ellipse-0054"/>
              <p:cNvSpPr/>
              <p:nvPr/>
            </p:nvSpPr>
            <p:spPr>
              <a:xfrm>
                <a:off x="1537577" y="1084556"/>
                <a:ext cx="11195" cy="11195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57" name="SCHEM_ellipse-0055"/>
              <p:cNvSpPr/>
              <p:nvPr/>
            </p:nvSpPr>
            <p:spPr>
              <a:xfrm>
                <a:off x="1594477" y="1223647"/>
                <a:ext cx="7653" cy="7653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58" name="SCHEM_ellipse-0056"/>
              <p:cNvSpPr/>
              <p:nvPr/>
            </p:nvSpPr>
            <p:spPr>
              <a:xfrm>
                <a:off x="1275935" y="1036518"/>
                <a:ext cx="13343" cy="13343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59" name="SCHEM_ellipse-0057"/>
              <p:cNvSpPr/>
              <p:nvPr/>
            </p:nvSpPr>
            <p:spPr>
              <a:xfrm>
                <a:off x="1323278" y="1111394"/>
                <a:ext cx="9126" cy="9126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60" name="SCHEM_ellipse-0058"/>
              <p:cNvSpPr/>
              <p:nvPr/>
            </p:nvSpPr>
            <p:spPr>
              <a:xfrm>
                <a:off x="1356151" y="1217998"/>
                <a:ext cx="12652" cy="12652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61" name="SCHEM_ellipse-0059"/>
              <p:cNvSpPr/>
              <p:nvPr/>
            </p:nvSpPr>
            <p:spPr>
              <a:xfrm>
                <a:off x="1200522" y="1110991"/>
                <a:ext cx="12584" cy="12584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62" name="SCHEM_ellipse-0060"/>
              <p:cNvSpPr/>
              <p:nvPr/>
            </p:nvSpPr>
            <p:spPr>
              <a:xfrm>
                <a:off x="1091849" y="1281559"/>
                <a:ext cx="7398" cy="7398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63" name="SCHEM_ellipse-0061"/>
              <p:cNvSpPr/>
              <p:nvPr/>
            </p:nvSpPr>
            <p:spPr>
              <a:xfrm>
                <a:off x="1469203" y="1027457"/>
                <a:ext cx="15463" cy="15463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64" name="SCHEM_ellipse-0062"/>
              <p:cNvSpPr/>
              <p:nvPr/>
            </p:nvSpPr>
            <p:spPr>
              <a:xfrm>
                <a:off x="1515873" y="1054342"/>
                <a:ext cx="11551" cy="11551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65" name="SCHEM_ellipse-0063"/>
              <p:cNvSpPr/>
              <p:nvPr/>
            </p:nvSpPr>
            <p:spPr>
              <a:xfrm>
                <a:off x="1618049" y="1262809"/>
                <a:ext cx="12927" cy="12927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66" name="SCHEM_ellipse-0064"/>
              <p:cNvSpPr/>
              <p:nvPr/>
            </p:nvSpPr>
            <p:spPr>
              <a:xfrm>
                <a:off x="1478377" y="1224715"/>
                <a:ext cx="15110" cy="15110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67" name="SCHEM_ellipse-0065"/>
              <p:cNvSpPr/>
              <p:nvPr/>
            </p:nvSpPr>
            <p:spPr>
              <a:xfrm>
                <a:off x="1395363" y="1183104"/>
                <a:ext cx="14097" cy="14097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68" name="SCHEM_ellipse-0066"/>
              <p:cNvSpPr/>
              <p:nvPr/>
            </p:nvSpPr>
            <p:spPr>
              <a:xfrm>
                <a:off x="1394255" y="1052714"/>
                <a:ext cx="12216" cy="12216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69" name="SCHEM_ellipse-0067"/>
              <p:cNvSpPr/>
              <p:nvPr/>
            </p:nvSpPr>
            <p:spPr>
              <a:xfrm>
                <a:off x="1285481" y="1216104"/>
                <a:ext cx="13663" cy="13663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70" name="SCHEM_ellipse-0068"/>
              <p:cNvSpPr/>
              <p:nvPr/>
            </p:nvSpPr>
            <p:spPr>
              <a:xfrm>
                <a:off x="1066685" y="1288084"/>
                <a:ext cx="13511" cy="13511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71" name="SCHEM_ellipse-0069"/>
              <p:cNvSpPr/>
              <p:nvPr/>
            </p:nvSpPr>
            <p:spPr>
              <a:xfrm>
                <a:off x="1718561" y="1248225"/>
                <a:ext cx="15437" cy="15437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72" name="SCHEM_ellipse-0070"/>
              <p:cNvSpPr/>
              <p:nvPr/>
            </p:nvSpPr>
            <p:spPr>
              <a:xfrm>
                <a:off x="1464698" y="1233327"/>
                <a:ext cx="8216" cy="8216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73" name="SCHEM_ellipse-0071"/>
              <p:cNvSpPr/>
              <p:nvPr/>
            </p:nvSpPr>
            <p:spPr>
              <a:xfrm>
                <a:off x="1190320" y="1126509"/>
                <a:ext cx="8773" cy="8773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74" name="SCHEM_ellipse-0072"/>
              <p:cNvSpPr/>
              <p:nvPr/>
            </p:nvSpPr>
            <p:spPr>
              <a:xfrm>
                <a:off x="1506368" y="1237771"/>
                <a:ext cx="13876" cy="13876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75" name="SCHEM_ellipse-0073"/>
              <p:cNvSpPr/>
              <p:nvPr/>
            </p:nvSpPr>
            <p:spPr>
              <a:xfrm>
                <a:off x="1333855" y="1231651"/>
                <a:ext cx="8195" cy="8195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76" name="SCHEM_ellipse-0074"/>
              <p:cNvSpPr/>
              <p:nvPr/>
            </p:nvSpPr>
            <p:spPr>
              <a:xfrm>
                <a:off x="1182764" y="1227258"/>
                <a:ext cx="10433" cy="10433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77" name="SCHEM_ellipse-0075"/>
              <p:cNvSpPr/>
              <p:nvPr/>
            </p:nvSpPr>
            <p:spPr>
              <a:xfrm>
                <a:off x="1106676" y="1296170"/>
                <a:ext cx="10752" cy="10752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78" name="SCHEM_ellipse-0076"/>
              <p:cNvSpPr/>
              <p:nvPr/>
            </p:nvSpPr>
            <p:spPr>
              <a:xfrm>
                <a:off x="1577627" y="1177600"/>
                <a:ext cx="10763" cy="10763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79" name="SCHEM_ellipse-0077"/>
              <p:cNvSpPr/>
              <p:nvPr/>
            </p:nvSpPr>
            <p:spPr>
              <a:xfrm>
                <a:off x="1544862" y="1165744"/>
                <a:ext cx="7576" cy="7576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80" name="SCHEM_ellipse-0078"/>
              <p:cNvSpPr/>
              <p:nvPr/>
            </p:nvSpPr>
            <p:spPr>
              <a:xfrm>
                <a:off x="1487036" y="1116735"/>
                <a:ext cx="15515" cy="15515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81" name="SCHEM_ellipse-0079"/>
              <p:cNvSpPr/>
              <p:nvPr/>
            </p:nvSpPr>
            <p:spPr>
              <a:xfrm>
                <a:off x="1618765" y="1126971"/>
                <a:ext cx="15247" cy="15247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82" name="SCHEM_ellipse-0080"/>
              <p:cNvSpPr/>
              <p:nvPr/>
            </p:nvSpPr>
            <p:spPr>
              <a:xfrm>
                <a:off x="1149873" y="1302045"/>
                <a:ext cx="8649" cy="8649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83" name="SCHEM_ellipse-0081"/>
              <p:cNvSpPr/>
              <p:nvPr/>
            </p:nvSpPr>
            <p:spPr>
              <a:xfrm>
                <a:off x="1440566" y="1181995"/>
                <a:ext cx="15591" cy="15591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84" name="SCHEM_ellipse-0082"/>
              <p:cNvSpPr/>
              <p:nvPr/>
            </p:nvSpPr>
            <p:spPr>
              <a:xfrm>
                <a:off x="1330474" y="1261542"/>
                <a:ext cx="7644" cy="7644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85" name="SCHEM_ellipse-0083"/>
              <p:cNvSpPr/>
              <p:nvPr/>
            </p:nvSpPr>
            <p:spPr>
              <a:xfrm>
                <a:off x="1654574" y="1152212"/>
                <a:ext cx="11842" cy="11842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86" name="SCHEM_ellipse-0084"/>
              <p:cNvSpPr/>
              <p:nvPr/>
            </p:nvSpPr>
            <p:spPr>
              <a:xfrm>
                <a:off x="1464796" y="1175778"/>
                <a:ext cx="9814" cy="9814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87" name="SCHEM_ellipse-0085"/>
              <p:cNvSpPr/>
              <p:nvPr/>
            </p:nvSpPr>
            <p:spPr>
              <a:xfrm>
                <a:off x="1151752" y="1123744"/>
                <a:ext cx="9644" cy="9644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88" name="SCHEM_ellipse-0086"/>
              <p:cNvSpPr/>
              <p:nvPr/>
            </p:nvSpPr>
            <p:spPr>
              <a:xfrm>
                <a:off x="1462869" y="1117743"/>
                <a:ext cx="7911" cy="7911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89" name="SCHEM_ellipse-0087"/>
              <p:cNvSpPr/>
              <p:nvPr/>
            </p:nvSpPr>
            <p:spPr>
              <a:xfrm>
                <a:off x="1513878" y="1286082"/>
                <a:ext cx="12530" cy="12530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90" name="SCHEM_ellipse-0088"/>
              <p:cNvSpPr/>
              <p:nvPr/>
            </p:nvSpPr>
            <p:spPr>
              <a:xfrm>
                <a:off x="1250029" y="1079057"/>
                <a:ext cx="15475" cy="15475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91" name="SCHEM_ellipse-0089"/>
              <p:cNvSpPr/>
              <p:nvPr/>
            </p:nvSpPr>
            <p:spPr>
              <a:xfrm>
                <a:off x="1351930" y="1222544"/>
                <a:ext cx="7844" cy="7844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92" name="SCHEM_ellipse-0090"/>
              <p:cNvSpPr/>
              <p:nvPr/>
            </p:nvSpPr>
            <p:spPr>
              <a:xfrm>
                <a:off x="1598680" y="1277601"/>
                <a:ext cx="9453" cy="9453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93" name="SCHEM_ellipse-0091"/>
              <p:cNvSpPr/>
              <p:nvPr/>
            </p:nvSpPr>
            <p:spPr>
              <a:xfrm>
                <a:off x="1256229" y="1194017"/>
                <a:ext cx="15433" cy="15433"/>
              </a:xfrm>
              <a:prstGeom prst="ellipse">
                <a:avLst/>
              </a:prstGeom>
              <a:solidFill>
                <a:srgbClr val="9D968C"/>
              </a:solidFill>
              <a:ln w="9360" cap="flat">
                <a:noFill/>
              </a:ln>
              <a:effectLst/>
            </p:spPr>
          </p:sp>
          <p:sp>
            <p:nvSpPr>
              <p:cNvPr id="94" name="SCHEM_ellipse-0092"/>
              <p:cNvSpPr/>
              <p:nvPr/>
            </p:nvSpPr>
            <p:spPr>
              <a:xfrm>
                <a:off x="1987200" y="1080000"/>
                <a:ext cx="705600" cy="165600"/>
              </a:xfrm>
              <a:prstGeom prst="ellipse">
                <a:avLst/>
              </a:prstGeom>
              <a:solidFill>
                <a:srgbClr val="B9D6E8"/>
              </a:solidFill>
              <a:ln w="7200" cap="flat">
                <a:solidFill>
                  <a:srgbClr val="657F91"/>
                </a:solidFill>
              </a:ln>
              <a:effectLst/>
            </p:spPr>
          </p:sp>
          <p:sp>
            <p:nvSpPr>
              <p:cNvPr id="95" name="SCHEM_ellipse-0093"/>
              <p:cNvSpPr/>
              <p:nvPr/>
            </p:nvSpPr>
            <p:spPr>
              <a:xfrm>
                <a:off x="2088000" y="1116000"/>
                <a:ext cx="468000" cy="72000"/>
              </a:xfrm>
              <a:prstGeom prst="ellipse">
                <a:avLst/>
              </a:prstGeom>
              <a:solidFill>
                <a:srgbClr val="D6E8F0"/>
              </a:solidFill>
              <a:ln w="9360" cap="flat">
                <a:noFill/>
              </a:ln>
              <a:effectLst/>
            </p:spPr>
          </p:sp>
        </p:grpSp>
        <p:sp>
          <p:nvSpPr>
            <p:cNvPr id="96" name="SCHEM_text-0094"/>
            <p:cNvSpPr txBox="1"/>
            <p:nvPr/>
          </p:nvSpPr>
          <p:spPr>
            <a:xfrm>
              <a:off x="871200" y="1065600"/>
              <a:ext cx="180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+</a:t>
              </a:r>
              <a:endParaRPr lang="en-US" sz="1417"/>
            </a:p>
          </p:txBody>
        </p:sp>
        <p:sp>
          <p:nvSpPr>
            <p:cNvPr id="97" name="SCHEM_text-0095"/>
            <p:cNvSpPr txBox="1"/>
            <p:nvPr/>
          </p:nvSpPr>
          <p:spPr>
            <a:xfrm>
              <a:off x="1800000" y="1065600"/>
              <a:ext cx="180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+</a:t>
              </a:r>
              <a:endParaRPr lang="en-US" sz="1417"/>
            </a:p>
          </p:txBody>
        </p:sp>
        <p:sp>
          <p:nvSpPr>
            <p:cNvPr id="98" name="SCHEM_text-0096"/>
            <p:cNvSpPr txBox="1"/>
            <p:nvPr/>
          </p:nvSpPr>
          <p:spPr>
            <a:xfrm>
              <a:off x="172800" y="1411200"/>
              <a:ext cx="684000" cy="463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Quicklime</a:t>
              </a:r>
              <a:endParaRPr lang="en-US" sz="1247"/>
            </a:p>
            <a:p>
              <a:pPr algn="ctr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(CaO)</a:t>
              </a:r>
              <a:endParaRPr lang="en-US" sz="1247"/>
            </a:p>
          </p:txBody>
        </p:sp>
        <p:sp>
          <p:nvSpPr>
            <p:cNvPr id="99" name="SCHEM_text-0097"/>
            <p:cNvSpPr txBox="1"/>
            <p:nvPr/>
          </p:nvSpPr>
          <p:spPr>
            <a:xfrm>
              <a:off x="1015200" y="1411200"/>
              <a:ext cx="784800" cy="463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Siliceous</a:t>
              </a:r>
              <a:endParaRPr lang="en-US" sz="1247"/>
            </a:p>
            <a:p>
              <a:pPr algn="ctr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materials</a:t>
              </a:r>
              <a:endParaRPr lang="en-US" sz="1247"/>
            </a:p>
          </p:txBody>
        </p:sp>
        <p:sp>
          <p:nvSpPr>
            <p:cNvPr id="100" name="SCHEM_text-0098"/>
            <p:cNvSpPr txBox="1"/>
            <p:nvPr/>
          </p:nvSpPr>
          <p:spPr>
            <a:xfrm>
              <a:off x="2059200" y="1432800"/>
              <a:ext cx="648000" cy="2498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Water</a:t>
              </a:r>
              <a:endParaRPr lang="en-US" sz="1247"/>
            </a:p>
          </p:txBody>
        </p:sp>
        <p:cxnSp>
          <p:nvCxnSpPr>
            <p:cNvPr id="101" name="SCHEM_line-0099"/>
            <p:cNvCxnSpPr/>
            <p:nvPr/>
          </p:nvCxnSpPr>
          <p:spPr>
            <a:xfrm>
              <a:off x="1389600" y="1814400"/>
              <a:ext cx="1" cy="244800"/>
            </a:xfrm>
            <a:prstGeom prst="line">
              <a:avLst/>
            </a:prstGeom>
            <a:noFill/>
            <a:ln w="10800" cap="flat">
              <a:solidFill>
                <a:srgbClr val="292929"/>
              </a:solidFill>
              <a:tailEnd type="triangle" w="med" len="med"/>
            </a:ln>
            <a:effectLst/>
          </p:spPr>
        </p:cxnSp>
        <p:grpSp>
          <p:nvGrpSpPr>
            <p:cNvPr id="102" name="SCHEM_fresh-mortar"/>
            <p:cNvGrpSpPr/>
            <p:nvPr/>
          </p:nvGrpSpPr>
          <p:grpSpPr>
            <a:xfrm>
              <a:off x="334623" y="2123748"/>
              <a:ext cx="2083988" cy="995118"/>
              <a:chOff x="334623" y="2123748"/>
              <a:chExt cx="2083988" cy="995118"/>
            </a:xfrm>
          </p:grpSpPr>
          <p:sp>
            <p:nvSpPr>
              <p:cNvPr id="103" name="SCHEM_path-0101"/>
              <p:cNvSpPr/>
              <p:nvPr/>
            </p:nvSpPr>
            <p:spPr>
              <a:xfrm>
                <a:off x="334623" y="2123748"/>
                <a:ext cx="2083988" cy="995118"/>
              </a:xfrm>
              <a:custGeom>
                <a:avLst/>
                <a:gdLst/>
                <a:ahLst/>
                <a:cxnLst/>
                <a:rect l="0" t="0" r="r" b="b"/>
                <a:pathLst>
                  <a:path w="2083988" h="995118">
                    <a:moveTo>
                      <a:pt x="2077290" y="482652"/>
                    </a:moveTo>
                    <a:cubicBezTo>
                      <a:pt x="2070592" y="549381"/>
                      <a:pt x="1909653" y="612286"/>
                      <a:pt x="1833053" y="677931"/>
                    </a:cubicBezTo>
                    <a:cubicBezTo>
                      <a:pt x="1756453" y="743576"/>
                      <a:pt x="1729234" y="825772"/>
                      <a:pt x="1617692" y="876523"/>
                    </a:cubicBezTo>
                    <a:cubicBezTo>
                      <a:pt x="1506150" y="927273"/>
                      <a:pt x="1325035" y="969751"/>
                      <a:pt x="1163803" y="982434"/>
                    </a:cubicBezTo>
                    <a:cubicBezTo>
                      <a:pt x="1002571" y="995118"/>
                      <a:pt x="797301" y="984288"/>
                      <a:pt x="650300" y="952624"/>
                    </a:cubicBezTo>
                    <a:cubicBezTo>
                      <a:pt x="503300" y="920960"/>
                      <a:pt x="384919" y="851633"/>
                      <a:pt x="281802" y="792451"/>
                    </a:cubicBezTo>
                    <a:cubicBezTo>
                      <a:pt x="178685" y="733270"/>
                      <a:pt x="63196" y="667159"/>
                      <a:pt x="31598" y="597537"/>
                    </a:cubicBezTo>
                    <a:cubicBezTo>
                      <a:pt x="0" y="527915"/>
                      <a:pt x="50901" y="445659"/>
                      <a:pt x="92215" y="374719"/>
                    </a:cubicBezTo>
                    <a:cubicBezTo>
                      <a:pt x="133529" y="303779"/>
                      <a:pt x="176226" y="219672"/>
                      <a:pt x="279481" y="171897"/>
                    </a:cubicBezTo>
                    <a:cubicBezTo>
                      <a:pt x="382737" y="124122"/>
                      <a:pt x="565125" y="116655"/>
                      <a:pt x="711750" y="88069"/>
                    </a:cubicBezTo>
                    <a:cubicBezTo>
                      <a:pt x="858375" y="59483"/>
                      <a:pt x="1008630" y="0"/>
                      <a:pt x="1159234" y="380"/>
                    </a:cubicBezTo>
                    <a:cubicBezTo>
                      <a:pt x="1309837" y="760"/>
                      <a:pt x="1496368" y="44151"/>
                      <a:pt x="1615369" y="90348"/>
                    </a:cubicBezTo>
                    <a:cubicBezTo>
                      <a:pt x="1734370" y="136545"/>
                      <a:pt x="1796253" y="212177"/>
                      <a:pt x="1873239" y="277561"/>
                    </a:cubicBezTo>
                    <a:cubicBezTo>
                      <a:pt x="1950226" y="342945"/>
                      <a:pt x="2083988" y="415924"/>
                      <a:pt x="2077290" y="482652"/>
                    </a:cubicBezTo>
                    <a:close/>
                  </a:path>
                </a:pathLst>
              </a:custGeom>
              <a:solidFill>
                <a:srgbClr val="E9E7E1"/>
              </a:soli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4" name="SCHEM_ellipse-0102"/>
              <p:cNvSpPr/>
              <p:nvPr/>
            </p:nvSpPr>
            <p:spPr>
              <a:xfrm>
                <a:off x="698596" y="2647517"/>
                <a:ext cx="122976" cy="12297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05" name="SCHEM_ellipse-0103"/>
              <p:cNvSpPr/>
              <p:nvPr/>
            </p:nvSpPr>
            <p:spPr>
              <a:xfrm>
                <a:off x="1299455" y="2395265"/>
                <a:ext cx="61250" cy="6125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06" name="SCHEM_ellipse-0104"/>
              <p:cNvSpPr/>
              <p:nvPr/>
            </p:nvSpPr>
            <p:spPr>
              <a:xfrm>
                <a:off x="1903399" y="2579872"/>
                <a:ext cx="46344" cy="4634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07" name="SCHEM_ellipse-0105"/>
              <p:cNvSpPr/>
              <p:nvPr/>
            </p:nvSpPr>
            <p:spPr>
              <a:xfrm>
                <a:off x="1088832" y="2601418"/>
                <a:ext cx="90390" cy="9039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08" name="SCHEM_ellipse-0106"/>
              <p:cNvSpPr/>
              <p:nvPr/>
            </p:nvSpPr>
            <p:spPr>
              <a:xfrm>
                <a:off x="1884870" y="2419483"/>
                <a:ext cx="32223" cy="3222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09" name="SCHEM_ellipse-0107"/>
              <p:cNvSpPr/>
              <p:nvPr/>
            </p:nvSpPr>
            <p:spPr>
              <a:xfrm>
                <a:off x="1775031" y="2793680"/>
                <a:ext cx="52088" cy="5208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10" name="SCHEM_ellipse-0108"/>
              <p:cNvSpPr/>
              <p:nvPr/>
            </p:nvSpPr>
            <p:spPr>
              <a:xfrm>
                <a:off x="1328804" y="2331253"/>
                <a:ext cx="69510" cy="6951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11" name="SCHEM_ellipse-0109"/>
              <p:cNvSpPr/>
              <p:nvPr/>
            </p:nvSpPr>
            <p:spPr>
              <a:xfrm>
                <a:off x="1098040" y="2358046"/>
                <a:ext cx="62540" cy="6254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12" name="SCHEM_ellipse-0110"/>
              <p:cNvSpPr/>
              <p:nvPr/>
            </p:nvSpPr>
            <p:spPr>
              <a:xfrm>
                <a:off x="1229879" y="2573601"/>
                <a:ext cx="106152" cy="10615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13" name="SCHEM_ellipse-0111"/>
              <p:cNvSpPr/>
              <p:nvPr/>
            </p:nvSpPr>
            <p:spPr>
              <a:xfrm>
                <a:off x="1329204" y="2397454"/>
                <a:ext cx="22085" cy="2208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14" name="SCHEM_ellipse-0112"/>
              <p:cNvSpPr/>
              <p:nvPr/>
            </p:nvSpPr>
            <p:spPr>
              <a:xfrm>
                <a:off x="2001558" y="2406852"/>
                <a:ext cx="60609" cy="6060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15" name="SCHEM_ellipse-0113"/>
              <p:cNvSpPr/>
              <p:nvPr/>
            </p:nvSpPr>
            <p:spPr>
              <a:xfrm>
                <a:off x="2017643" y="2682696"/>
                <a:ext cx="130337" cy="13033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16" name="SCHEM_ellipse-0114"/>
              <p:cNvSpPr/>
              <p:nvPr/>
            </p:nvSpPr>
            <p:spPr>
              <a:xfrm>
                <a:off x="1501287" y="2719648"/>
                <a:ext cx="26509" cy="2650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17" name="SCHEM_ellipse-0115"/>
              <p:cNvSpPr/>
              <p:nvPr/>
            </p:nvSpPr>
            <p:spPr>
              <a:xfrm>
                <a:off x="1309753" y="2775734"/>
                <a:ext cx="30584" cy="3058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18" name="SCHEM_ellipse-0116"/>
              <p:cNvSpPr/>
              <p:nvPr/>
            </p:nvSpPr>
            <p:spPr>
              <a:xfrm>
                <a:off x="1147783" y="2458858"/>
                <a:ext cx="112396" cy="11239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19" name="SCHEM_ellipse-0117"/>
              <p:cNvSpPr/>
              <p:nvPr/>
            </p:nvSpPr>
            <p:spPr>
              <a:xfrm>
                <a:off x="1140655" y="2871218"/>
                <a:ext cx="40201" cy="4020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20" name="SCHEM_ellipse-0118"/>
              <p:cNvSpPr/>
              <p:nvPr/>
            </p:nvSpPr>
            <p:spPr>
              <a:xfrm>
                <a:off x="1301710" y="2531492"/>
                <a:ext cx="118105" cy="11810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21" name="SCHEM_ellipse-0119"/>
              <p:cNvSpPr/>
              <p:nvPr/>
            </p:nvSpPr>
            <p:spPr>
              <a:xfrm>
                <a:off x="1792428" y="2403624"/>
                <a:ext cx="51725" cy="5172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22" name="SCHEM_ellipse-0120"/>
              <p:cNvSpPr/>
              <p:nvPr/>
            </p:nvSpPr>
            <p:spPr>
              <a:xfrm>
                <a:off x="1455727" y="2654116"/>
                <a:ext cx="29526" cy="2952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23" name="SCHEM_ellipse-0121"/>
              <p:cNvSpPr/>
              <p:nvPr/>
            </p:nvSpPr>
            <p:spPr>
              <a:xfrm>
                <a:off x="735305" y="2470779"/>
                <a:ext cx="68219" cy="6821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24" name="SCHEM_ellipse-0122"/>
              <p:cNvSpPr/>
              <p:nvPr/>
            </p:nvSpPr>
            <p:spPr>
              <a:xfrm>
                <a:off x="1037665" y="2601678"/>
                <a:ext cx="104061" cy="10406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25" name="SCHEM_ellipse-0123"/>
              <p:cNvSpPr/>
              <p:nvPr/>
            </p:nvSpPr>
            <p:spPr>
              <a:xfrm>
                <a:off x="1917373" y="2741350"/>
                <a:ext cx="39594" cy="3959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26" name="SCHEM_ellipse-0124"/>
              <p:cNvSpPr/>
              <p:nvPr/>
            </p:nvSpPr>
            <p:spPr>
              <a:xfrm>
                <a:off x="1667299" y="2667345"/>
                <a:ext cx="66748" cy="6674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27" name="SCHEM_ellipse-0125"/>
              <p:cNvSpPr/>
              <p:nvPr/>
            </p:nvSpPr>
            <p:spPr>
              <a:xfrm>
                <a:off x="1509433" y="2801778"/>
                <a:ext cx="45609" cy="4560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28" name="SCHEM_ellipse-0126"/>
              <p:cNvSpPr/>
              <p:nvPr/>
            </p:nvSpPr>
            <p:spPr>
              <a:xfrm>
                <a:off x="1109427" y="2411742"/>
                <a:ext cx="65579" cy="6557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29" name="SCHEM_ellipse-0127"/>
              <p:cNvSpPr/>
              <p:nvPr/>
            </p:nvSpPr>
            <p:spPr>
              <a:xfrm>
                <a:off x="1899299" y="2736689"/>
                <a:ext cx="45208" cy="4520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30" name="SCHEM_ellipse-0128"/>
              <p:cNvSpPr/>
              <p:nvPr/>
            </p:nvSpPr>
            <p:spPr>
              <a:xfrm>
                <a:off x="907918" y="2449074"/>
                <a:ext cx="41910" cy="4191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31" name="SCHEM_ellipse-0129"/>
              <p:cNvSpPr/>
              <p:nvPr/>
            </p:nvSpPr>
            <p:spPr>
              <a:xfrm>
                <a:off x="1038646" y="2798558"/>
                <a:ext cx="71142" cy="7114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32" name="SCHEM_ellipse-0130"/>
              <p:cNvSpPr/>
              <p:nvPr/>
            </p:nvSpPr>
            <p:spPr>
              <a:xfrm>
                <a:off x="1797449" y="2566417"/>
                <a:ext cx="33235" cy="3323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33" name="SCHEM_ellipse-0131"/>
              <p:cNvSpPr/>
              <p:nvPr/>
            </p:nvSpPr>
            <p:spPr>
              <a:xfrm>
                <a:off x="814927" y="2767054"/>
                <a:ext cx="61384" cy="6138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34" name="SCHEM_ellipse-0132"/>
              <p:cNvSpPr/>
              <p:nvPr/>
            </p:nvSpPr>
            <p:spPr>
              <a:xfrm>
                <a:off x="2038984" y="2635046"/>
                <a:ext cx="42248" cy="4224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35" name="SCHEM_ellipse-0133"/>
              <p:cNvSpPr/>
              <p:nvPr/>
            </p:nvSpPr>
            <p:spPr>
              <a:xfrm>
                <a:off x="1497157" y="2786304"/>
                <a:ext cx="36126" cy="3612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36" name="SCHEM_ellipse-0134"/>
              <p:cNvSpPr/>
              <p:nvPr/>
            </p:nvSpPr>
            <p:spPr>
              <a:xfrm>
                <a:off x="1364971" y="2396401"/>
                <a:ext cx="130652" cy="13065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37" name="SCHEM_ellipse-0135"/>
              <p:cNvSpPr/>
              <p:nvPr/>
            </p:nvSpPr>
            <p:spPr>
              <a:xfrm>
                <a:off x="1505829" y="2649414"/>
                <a:ext cx="64311" cy="6431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38" name="SCHEM_ellipse-0136"/>
              <p:cNvSpPr/>
              <p:nvPr/>
            </p:nvSpPr>
            <p:spPr>
              <a:xfrm>
                <a:off x="1466145" y="2395619"/>
                <a:ext cx="109763" cy="10976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39" name="SCHEM_ellipse-0137"/>
              <p:cNvSpPr/>
              <p:nvPr/>
            </p:nvSpPr>
            <p:spPr>
              <a:xfrm>
                <a:off x="1203395" y="2312778"/>
                <a:ext cx="136359" cy="13635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40" name="SCHEM_ellipse-0138"/>
              <p:cNvSpPr/>
              <p:nvPr/>
            </p:nvSpPr>
            <p:spPr>
              <a:xfrm>
                <a:off x="1625777" y="2348371"/>
                <a:ext cx="48084" cy="4808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41" name="SCHEM_ellipse-0139"/>
              <p:cNvSpPr/>
              <p:nvPr/>
            </p:nvSpPr>
            <p:spPr>
              <a:xfrm>
                <a:off x="1033396" y="2576163"/>
                <a:ext cx="31544" cy="3154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42" name="SCHEM_ellipse-0140"/>
              <p:cNvSpPr/>
              <p:nvPr/>
            </p:nvSpPr>
            <p:spPr>
              <a:xfrm>
                <a:off x="742264" y="2386852"/>
                <a:ext cx="39746" cy="3974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43" name="SCHEM_ellipse-0141"/>
              <p:cNvSpPr/>
              <p:nvPr/>
            </p:nvSpPr>
            <p:spPr>
              <a:xfrm>
                <a:off x="1704449" y="2580971"/>
                <a:ext cx="89060" cy="8906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44" name="SCHEM_ellipse-0142"/>
              <p:cNvSpPr/>
              <p:nvPr/>
            </p:nvSpPr>
            <p:spPr>
              <a:xfrm>
                <a:off x="1720465" y="2788876"/>
                <a:ext cx="60297" cy="6029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45" name="SCHEM_ellipse-0143"/>
              <p:cNvSpPr/>
              <p:nvPr/>
            </p:nvSpPr>
            <p:spPr>
              <a:xfrm>
                <a:off x="1272583" y="2304862"/>
                <a:ext cx="59762" cy="5976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146" name="SCHEM_path-0144"/>
              <p:cNvSpPr/>
              <p:nvPr/>
            </p:nvSpPr>
            <p:spPr>
              <a:xfrm>
                <a:off x="515953" y="2405836"/>
                <a:ext cx="186452" cy="150813"/>
              </a:xfrm>
              <a:custGeom>
                <a:avLst/>
                <a:gdLst/>
                <a:ahLst/>
                <a:cxnLst/>
                <a:rect l="0" t="0" r="r" b="b"/>
                <a:pathLst>
                  <a:path w="186452" h="150813">
                    <a:moveTo>
                      <a:pt x="186354" y="78164"/>
                    </a:moveTo>
                    <a:cubicBezTo>
                      <a:pt x="186452" y="93401"/>
                      <a:pt x="185105" y="113714"/>
                      <a:pt x="172605" y="124050"/>
                    </a:cubicBezTo>
                    <a:cubicBezTo>
                      <a:pt x="160106" y="134386"/>
                      <a:pt x="133005" y="136832"/>
                      <a:pt x="111357" y="140181"/>
                    </a:cubicBezTo>
                    <a:cubicBezTo>
                      <a:pt x="89708" y="143531"/>
                      <a:pt x="59382" y="150813"/>
                      <a:pt x="42714" y="144146"/>
                    </a:cubicBezTo>
                    <a:cubicBezTo>
                      <a:pt x="26047" y="137480"/>
                      <a:pt x="17554" y="115105"/>
                      <a:pt x="11350" y="100184"/>
                    </a:cubicBezTo>
                    <a:cubicBezTo>
                      <a:pt x="5145" y="85263"/>
                      <a:pt x="0" y="68967"/>
                      <a:pt x="5486" y="54620"/>
                    </a:cubicBezTo>
                    <a:cubicBezTo>
                      <a:pt x="10972" y="40273"/>
                      <a:pt x="26085" y="22692"/>
                      <a:pt x="44267" y="14103"/>
                    </a:cubicBezTo>
                    <a:cubicBezTo>
                      <a:pt x="62449" y="5514"/>
                      <a:pt x="93288" y="0"/>
                      <a:pt x="114580" y="3088"/>
                    </a:cubicBezTo>
                    <a:cubicBezTo>
                      <a:pt x="135873" y="6175"/>
                      <a:pt x="160060" y="20115"/>
                      <a:pt x="172022" y="32628"/>
                    </a:cubicBezTo>
                    <a:cubicBezTo>
                      <a:pt x="183984" y="45141"/>
                      <a:pt x="186257" y="62927"/>
                      <a:pt x="186354" y="78164"/>
                    </a:cubicBezTo>
                    <a:close/>
                  </a:path>
                </a:pathLst>
              </a:custGeom>
              <a:solidFill>
                <a:srgbClr val="EBCBC0"/>
              </a:solidFill>
              <a:ln w="4320" cap="flat">
                <a:solidFill>
                  <a:srgbClr val="CCB0A5"/>
                </a:solidFill>
              </a:ln>
              <a:effectLst/>
            </p:spPr>
          </p:sp>
          <p:sp>
            <p:nvSpPr>
              <p:cNvPr id="147" name="SCHEM_path-0145"/>
              <p:cNvSpPr/>
              <p:nvPr/>
            </p:nvSpPr>
            <p:spPr>
              <a:xfrm>
                <a:off x="992440" y="2310068"/>
                <a:ext cx="270702" cy="166565"/>
              </a:xfrm>
              <a:custGeom>
                <a:avLst/>
                <a:gdLst/>
                <a:ahLst/>
                <a:cxnLst/>
                <a:rect l="0" t="0" r="r" b="b"/>
                <a:pathLst>
                  <a:path w="270702" h="166565">
                    <a:moveTo>
                      <a:pt x="269315" y="87532"/>
                    </a:moveTo>
                    <a:cubicBezTo>
                      <a:pt x="270702" y="106354"/>
                      <a:pt x="266391" y="133232"/>
                      <a:pt x="247078" y="146093"/>
                    </a:cubicBezTo>
                    <a:cubicBezTo>
                      <a:pt x="227765" y="158954"/>
                      <a:pt x="184011" y="162833"/>
                      <a:pt x="153438" y="164699"/>
                    </a:cubicBezTo>
                    <a:cubicBezTo>
                      <a:pt x="122864" y="166565"/>
                      <a:pt x="87744" y="165710"/>
                      <a:pt x="63637" y="157288"/>
                    </a:cubicBezTo>
                    <a:cubicBezTo>
                      <a:pt x="39531" y="148866"/>
                      <a:pt x="17599" y="130157"/>
                      <a:pt x="8799" y="114166"/>
                    </a:cubicBezTo>
                    <a:cubicBezTo>
                      <a:pt x="0" y="98175"/>
                      <a:pt x="3248" y="79016"/>
                      <a:pt x="10841" y="61344"/>
                    </a:cubicBezTo>
                    <a:cubicBezTo>
                      <a:pt x="18434" y="43671"/>
                      <a:pt x="30699" y="16265"/>
                      <a:pt x="54358" y="8133"/>
                    </a:cubicBezTo>
                    <a:cubicBezTo>
                      <a:pt x="78017" y="0"/>
                      <a:pt x="122063" y="8377"/>
                      <a:pt x="152796" y="12548"/>
                    </a:cubicBezTo>
                    <a:cubicBezTo>
                      <a:pt x="183530" y="16719"/>
                      <a:pt x="219339" y="20662"/>
                      <a:pt x="238759" y="33159"/>
                    </a:cubicBezTo>
                    <a:cubicBezTo>
                      <a:pt x="258179" y="45656"/>
                      <a:pt x="267929" y="68710"/>
                      <a:pt x="269315" y="87532"/>
                    </a:cubicBezTo>
                    <a:close/>
                  </a:path>
                </a:pathLst>
              </a:custGeom>
              <a:solidFill>
                <a:srgbClr val="EBCBC0"/>
              </a:solidFill>
              <a:ln w="4320" cap="flat">
                <a:solidFill>
                  <a:srgbClr val="CCB0A5"/>
                </a:solidFill>
              </a:ln>
              <a:effectLst/>
            </p:spPr>
          </p:sp>
          <p:sp>
            <p:nvSpPr>
              <p:cNvPr id="148" name="SCHEM_path-0146"/>
              <p:cNvSpPr/>
              <p:nvPr/>
            </p:nvSpPr>
            <p:spPr>
              <a:xfrm>
                <a:off x="1849484" y="2391572"/>
                <a:ext cx="232699" cy="195191"/>
              </a:xfrm>
              <a:custGeom>
                <a:avLst/>
                <a:gdLst/>
                <a:ahLst/>
                <a:cxnLst/>
                <a:rect l="0" t="0" r="r" b="b"/>
                <a:pathLst>
                  <a:path w="232699" h="195191">
                    <a:moveTo>
                      <a:pt x="231424" y="106828"/>
                    </a:moveTo>
                    <a:cubicBezTo>
                      <a:pt x="232699" y="126140"/>
                      <a:pt x="225955" y="153176"/>
                      <a:pt x="210984" y="167408"/>
                    </a:cubicBezTo>
                    <a:cubicBezTo>
                      <a:pt x="196013" y="181640"/>
                      <a:pt x="165373" y="189246"/>
                      <a:pt x="141599" y="192218"/>
                    </a:cubicBezTo>
                    <a:cubicBezTo>
                      <a:pt x="117826" y="195191"/>
                      <a:pt x="90594" y="193718"/>
                      <a:pt x="68342" y="185242"/>
                    </a:cubicBezTo>
                    <a:cubicBezTo>
                      <a:pt x="46090" y="176767"/>
                      <a:pt x="16170" y="159606"/>
                      <a:pt x="8085" y="141367"/>
                    </a:cubicBezTo>
                    <a:cubicBezTo>
                      <a:pt x="0" y="123128"/>
                      <a:pt x="11110" y="96519"/>
                      <a:pt x="19832" y="75809"/>
                    </a:cubicBezTo>
                    <a:cubicBezTo>
                      <a:pt x="28555" y="55100"/>
                      <a:pt x="39564" y="28789"/>
                      <a:pt x="60418" y="17110"/>
                    </a:cubicBezTo>
                    <a:cubicBezTo>
                      <a:pt x="81273" y="5432"/>
                      <a:pt x="121142" y="0"/>
                      <a:pt x="144961" y="5738"/>
                    </a:cubicBezTo>
                    <a:cubicBezTo>
                      <a:pt x="168779" y="11475"/>
                      <a:pt x="188920" y="34688"/>
                      <a:pt x="203330" y="51536"/>
                    </a:cubicBezTo>
                    <a:cubicBezTo>
                      <a:pt x="217741" y="68384"/>
                      <a:pt x="230148" y="87516"/>
                      <a:pt x="231424" y="106828"/>
                    </a:cubicBezTo>
                    <a:close/>
                  </a:path>
                </a:pathLst>
              </a:custGeom>
              <a:solidFill>
                <a:srgbClr val="EBCBC0"/>
              </a:solidFill>
              <a:ln w="4320" cap="flat">
                <a:solidFill>
                  <a:srgbClr val="CCB0A5"/>
                </a:solidFill>
              </a:ln>
              <a:effectLst/>
            </p:spPr>
          </p:sp>
          <p:sp>
            <p:nvSpPr>
              <p:cNvPr id="149" name="SCHEM_path-0147"/>
              <p:cNvSpPr/>
              <p:nvPr/>
            </p:nvSpPr>
            <p:spPr>
              <a:xfrm>
                <a:off x="1496520" y="2628096"/>
                <a:ext cx="209842" cy="226194"/>
              </a:xfrm>
              <a:custGeom>
                <a:avLst/>
                <a:gdLst/>
                <a:ahLst/>
                <a:cxnLst/>
                <a:rect l="0" t="0" r="r" b="b"/>
                <a:pathLst>
                  <a:path w="209842" h="226194">
                    <a:moveTo>
                      <a:pt x="209129" y="115104"/>
                    </a:moveTo>
                    <a:cubicBezTo>
                      <a:pt x="208417" y="139218"/>
                      <a:pt x="201508" y="167759"/>
                      <a:pt x="187772" y="185536"/>
                    </a:cubicBezTo>
                    <a:cubicBezTo>
                      <a:pt x="174035" y="203312"/>
                      <a:pt x="148579" y="217330"/>
                      <a:pt x="126711" y="221762"/>
                    </a:cubicBezTo>
                    <a:cubicBezTo>
                      <a:pt x="104843" y="226194"/>
                      <a:pt x="75834" y="223565"/>
                      <a:pt x="56563" y="212129"/>
                    </a:cubicBezTo>
                    <a:cubicBezTo>
                      <a:pt x="37293" y="200694"/>
                      <a:pt x="19337" y="175918"/>
                      <a:pt x="11089" y="153147"/>
                    </a:cubicBezTo>
                    <a:cubicBezTo>
                      <a:pt x="2841" y="130376"/>
                      <a:pt x="0" y="98943"/>
                      <a:pt x="7076" y="75502"/>
                    </a:cubicBezTo>
                    <a:cubicBezTo>
                      <a:pt x="14152" y="52061"/>
                      <a:pt x="33503" y="24298"/>
                      <a:pt x="53545" y="12502"/>
                    </a:cubicBezTo>
                    <a:cubicBezTo>
                      <a:pt x="73587" y="705"/>
                      <a:pt x="104243" y="0"/>
                      <a:pt x="127326" y="4724"/>
                    </a:cubicBezTo>
                    <a:cubicBezTo>
                      <a:pt x="150410" y="9448"/>
                      <a:pt x="178411" y="22450"/>
                      <a:pt x="192045" y="40847"/>
                    </a:cubicBezTo>
                    <a:cubicBezTo>
                      <a:pt x="205679" y="59243"/>
                      <a:pt x="209842" y="90989"/>
                      <a:pt x="209129" y="115104"/>
                    </a:cubicBezTo>
                    <a:close/>
                  </a:path>
                </a:pathLst>
              </a:custGeom>
              <a:solidFill>
                <a:srgbClr val="EBCBC0"/>
              </a:solidFill>
              <a:ln w="4320" cap="flat">
                <a:solidFill>
                  <a:srgbClr val="CCB0A5"/>
                </a:solidFill>
              </a:ln>
              <a:effectLst/>
            </p:spPr>
          </p:sp>
          <p:sp>
            <p:nvSpPr>
              <p:cNvPr id="150" name="SCHEM_path-0148"/>
              <p:cNvSpPr/>
              <p:nvPr/>
            </p:nvSpPr>
            <p:spPr>
              <a:xfrm>
                <a:off x="815988" y="2736774"/>
                <a:ext cx="258322" cy="157038"/>
              </a:xfrm>
              <a:custGeom>
                <a:avLst/>
                <a:gdLst/>
                <a:ahLst/>
                <a:cxnLst/>
                <a:rect l="0" t="0" r="r" b="b"/>
                <a:pathLst>
                  <a:path w="258322" h="157038">
                    <a:moveTo>
                      <a:pt x="256866" y="78426"/>
                    </a:moveTo>
                    <a:cubicBezTo>
                      <a:pt x="258322" y="92307"/>
                      <a:pt x="244556" y="109620"/>
                      <a:pt x="228109" y="122105"/>
                    </a:cubicBezTo>
                    <a:cubicBezTo>
                      <a:pt x="211663" y="134590"/>
                      <a:pt x="185215" y="149637"/>
                      <a:pt x="158188" y="153337"/>
                    </a:cubicBezTo>
                    <a:cubicBezTo>
                      <a:pt x="131161" y="157038"/>
                      <a:pt x="88596" y="153013"/>
                      <a:pt x="65947" y="144307"/>
                    </a:cubicBezTo>
                    <a:cubicBezTo>
                      <a:pt x="43298" y="135600"/>
                      <a:pt x="32097" y="116367"/>
                      <a:pt x="22293" y="101097"/>
                    </a:cubicBezTo>
                    <a:cubicBezTo>
                      <a:pt x="12490" y="85827"/>
                      <a:pt x="0" y="67591"/>
                      <a:pt x="7126" y="52688"/>
                    </a:cubicBezTo>
                    <a:cubicBezTo>
                      <a:pt x="14252" y="37786"/>
                      <a:pt x="39927" y="19710"/>
                      <a:pt x="65050" y="11683"/>
                    </a:cubicBezTo>
                    <a:cubicBezTo>
                      <a:pt x="90174" y="3655"/>
                      <a:pt x="132148" y="0"/>
                      <a:pt x="157868" y="4523"/>
                    </a:cubicBezTo>
                    <a:cubicBezTo>
                      <a:pt x="183587" y="9046"/>
                      <a:pt x="202868" y="26505"/>
                      <a:pt x="219368" y="38822"/>
                    </a:cubicBezTo>
                    <a:cubicBezTo>
                      <a:pt x="235868" y="51140"/>
                      <a:pt x="255409" y="64546"/>
                      <a:pt x="256866" y="78426"/>
                    </a:cubicBezTo>
                    <a:close/>
                  </a:path>
                </a:pathLst>
              </a:custGeom>
              <a:solidFill>
                <a:srgbClr val="EBCBC0"/>
              </a:solidFill>
              <a:ln w="4320" cap="flat">
                <a:solidFill>
                  <a:srgbClr val="CCB0A5"/>
                </a:solidFill>
              </a:ln>
              <a:effectLst/>
            </p:spPr>
          </p:sp>
          <p:sp>
            <p:nvSpPr>
              <p:cNvPr id="151" name="SCHEM_path-0149"/>
              <p:cNvSpPr/>
              <p:nvPr/>
            </p:nvSpPr>
            <p:spPr>
              <a:xfrm>
                <a:off x="615473" y="2654701"/>
                <a:ext cx="135890" cy="146085"/>
              </a:xfrm>
              <a:custGeom>
                <a:avLst/>
                <a:gdLst/>
                <a:ahLst/>
                <a:cxnLst/>
                <a:rect l="0" t="0" r="r" b="b"/>
                <a:pathLst>
                  <a:path w="135890" h="146085">
                    <a:moveTo>
                      <a:pt x="134937" y="66899"/>
                    </a:moveTo>
                    <a:cubicBezTo>
                      <a:pt x="135890" y="80947"/>
                      <a:pt x="125631" y="98952"/>
                      <a:pt x="116587" y="111707"/>
                    </a:cubicBezTo>
                    <a:cubicBezTo>
                      <a:pt x="107543" y="124463"/>
                      <a:pt x="93942" y="140777"/>
                      <a:pt x="80672" y="143431"/>
                    </a:cubicBezTo>
                    <a:cubicBezTo>
                      <a:pt x="67402" y="146085"/>
                      <a:pt x="49803" y="136017"/>
                      <a:pt x="36969" y="127633"/>
                    </a:cubicBezTo>
                    <a:cubicBezTo>
                      <a:pt x="24134" y="119250"/>
                      <a:pt x="7332" y="106862"/>
                      <a:pt x="3666" y="93130"/>
                    </a:cubicBezTo>
                    <a:cubicBezTo>
                      <a:pt x="0" y="79398"/>
                      <a:pt x="9365" y="59627"/>
                      <a:pt x="14972" y="45241"/>
                    </a:cubicBezTo>
                    <a:cubicBezTo>
                      <a:pt x="20578" y="30855"/>
                      <a:pt x="26726" y="13629"/>
                      <a:pt x="37306" y="6814"/>
                    </a:cubicBezTo>
                    <a:cubicBezTo>
                      <a:pt x="47886" y="0"/>
                      <a:pt x="66192" y="919"/>
                      <a:pt x="78453" y="4354"/>
                    </a:cubicBezTo>
                    <a:cubicBezTo>
                      <a:pt x="90713" y="7789"/>
                      <a:pt x="101454" y="17000"/>
                      <a:pt x="110868" y="27424"/>
                    </a:cubicBezTo>
                    <a:cubicBezTo>
                      <a:pt x="120282" y="37848"/>
                      <a:pt x="133983" y="52852"/>
                      <a:pt x="134937" y="66899"/>
                    </a:cubicBezTo>
                    <a:close/>
                  </a:path>
                </a:pathLst>
              </a:custGeom>
              <a:solidFill>
                <a:srgbClr val="EBCBC0"/>
              </a:solidFill>
              <a:ln w="4320" cap="flat">
                <a:solidFill>
                  <a:srgbClr val="CCB0A5"/>
                </a:solidFill>
              </a:ln>
              <a:effectLst/>
            </p:spPr>
          </p:sp>
        </p:grpSp>
        <p:sp>
          <p:nvSpPr>
            <p:cNvPr id="152" name="SCHEM_text-0150"/>
            <p:cNvSpPr txBox="1"/>
            <p:nvPr/>
          </p:nvSpPr>
          <p:spPr>
            <a:xfrm>
              <a:off x="338400" y="3175200"/>
              <a:ext cx="2397600" cy="259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0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Fresh mortar with lime clasts</a:t>
              </a:r>
              <a:endParaRPr lang="en-US" sz="1304"/>
            </a:p>
          </p:txBody>
        </p:sp>
        <p:grpSp>
          <p:nvGrpSpPr>
            <p:cNvPr id="153" name="SCHEM_ancient-mortar-section"/>
            <p:cNvGrpSpPr/>
            <p:nvPr/>
          </p:nvGrpSpPr>
          <p:grpSpPr>
            <a:xfrm>
              <a:off x="274927" y="4151588"/>
              <a:ext cx="1571998" cy="1123760"/>
              <a:chOff x="274927" y="4151588"/>
              <a:chExt cx="1571998" cy="1123760"/>
            </a:xfrm>
          </p:grpSpPr>
          <p:sp>
            <p:nvSpPr>
              <p:cNvPr id="154" name="SCHEM_path-0152"/>
              <p:cNvSpPr/>
              <p:nvPr/>
            </p:nvSpPr>
            <p:spPr>
              <a:xfrm>
                <a:off x="274927" y="4151588"/>
                <a:ext cx="1571998" cy="1123760"/>
              </a:xfrm>
              <a:custGeom>
                <a:avLst/>
                <a:gdLst/>
                <a:ahLst/>
                <a:cxnLst/>
                <a:rect l="0" t="0" r="r" b="b"/>
                <a:pathLst>
                  <a:path w="1571998" h="1123760">
                    <a:moveTo>
                      <a:pt x="1536064" y="542812"/>
                    </a:moveTo>
                    <a:cubicBezTo>
                      <a:pt x="1534905" y="623021"/>
                      <a:pt x="1551266" y="706940"/>
                      <a:pt x="1515982" y="782386"/>
                    </a:cubicBezTo>
                    <a:cubicBezTo>
                      <a:pt x="1480699" y="857832"/>
                      <a:pt x="1416618" y="952775"/>
                      <a:pt x="1324362" y="995488"/>
                    </a:cubicBezTo>
                    <a:cubicBezTo>
                      <a:pt x="1232105" y="1038201"/>
                      <a:pt x="1077123" y="1017359"/>
                      <a:pt x="962443" y="1038664"/>
                    </a:cubicBezTo>
                    <a:cubicBezTo>
                      <a:pt x="847763" y="1059969"/>
                      <a:pt x="746145" y="1122880"/>
                      <a:pt x="636283" y="1123320"/>
                    </a:cubicBezTo>
                    <a:cubicBezTo>
                      <a:pt x="526422" y="1123760"/>
                      <a:pt x="401196" y="1082215"/>
                      <a:pt x="303274" y="1041304"/>
                    </a:cubicBezTo>
                    <a:cubicBezTo>
                      <a:pt x="205352" y="1000393"/>
                      <a:pt x="97502" y="943681"/>
                      <a:pt x="48751" y="877852"/>
                    </a:cubicBezTo>
                    <a:cubicBezTo>
                      <a:pt x="0" y="812023"/>
                      <a:pt x="14492" y="719045"/>
                      <a:pt x="10768" y="646329"/>
                    </a:cubicBezTo>
                    <a:cubicBezTo>
                      <a:pt x="7043" y="573614"/>
                      <a:pt x="12895" y="511098"/>
                      <a:pt x="26405" y="441558"/>
                    </a:cubicBezTo>
                    <a:cubicBezTo>
                      <a:pt x="39916" y="372018"/>
                      <a:pt x="46363" y="296091"/>
                      <a:pt x="91832" y="229088"/>
                    </a:cubicBezTo>
                    <a:cubicBezTo>
                      <a:pt x="137302" y="162085"/>
                      <a:pt x="206762" y="72866"/>
                      <a:pt x="299224" y="39542"/>
                    </a:cubicBezTo>
                    <a:cubicBezTo>
                      <a:pt x="391685" y="6218"/>
                      <a:pt x="533965" y="32303"/>
                      <a:pt x="646599" y="29144"/>
                    </a:cubicBezTo>
                    <a:cubicBezTo>
                      <a:pt x="759233" y="25984"/>
                      <a:pt x="875842" y="0"/>
                      <a:pt x="975026" y="20585"/>
                    </a:cubicBezTo>
                    <a:cubicBezTo>
                      <a:pt x="1074211" y="41170"/>
                      <a:pt x="1150386" y="105898"/>
                      <a:pt x="1241705" y="152655"/>
                    </a:cubicBezTo>
                    <a:cubicBezTo>
                      <a:pt x="1333023" y="199412"/>
                      <a:pt x="1473878" y="236103"/>
                      <a:pt x="1522938" y="301129"/>
                    </a:cubicBezTo>
                    <a:cubicBezTo>
                      <a:pt x="1571998" y="366155"/>
                      <a:pt x="1537224" y="462602"/>
                      <a:pt x="1536064" y="542812"/>
                    </a:cubicBezTo>
                    <a:close/>
                  </a:path>
                </a:pathLst>
              </a:custGeom>
              <a:solidFill>
                <a:srgbClr val="C5C8AF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55" name="SCHEM_ellipse-0153"/>
              <p:cNvSpPr/>
              <p:nvPr/>
            </p:nvSpPr>
            <p:spPr>
              <a:xfrm>
                <a:off x="814342" y="4865707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56" name="SCHEM_ellipse-0154"/>
              <p:cNvSpPr/>
              <p:nvPr/>
            </p:nvSpPr>
            <p:spPr>
              <a:xfrm>
                <a:off x="572016" y="4941617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57" name="SCHEM_ellipse-0155"/>
              <p:cNvSpPr/>
              <p:nvPr/>
            </p:nvSpPr>
            <p:spPr>
              <a:xfrm>
                <a:off x="445009" y="4924179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58" name="SCHEM_ellipse-0156"/>
              <p:cNvSpPr/>
              <p:nvPr/>
            </p:nvSpPr>
            <p:spPr>
              <a:xfrm>
                <a:off x="1219628" y="4302221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59" name="SCHEM_ellipse-0157"/>
              <p:cNvSpPr/>
              <p:nvPr/>
            </p:nvSpPr>
            <p:spPr>
              <a:xfrm>
                <a:off x="1029264" y="4622604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60" name="SCHEM_ellipse-0158"/>
              <p:cNvSpPr/>
              <p:nvPr/>
            </p:nvSpPr>
            <p:spPr>
              <a:xfrm>
                <a:off x="1637414" y="4576473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61" name="SCHEM_ellipse-0159"/>
              <p:cNvSpPr/>
              <p:nvPr/>
            </p:nvSpPr>
            <p:spPr>
              <a:xfrm>
                <a:off x="521899" y="4501687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62" name="SCHEM_ellipse-0160"/>
              <p:cNvSpPr/>
              <p:nvPr/>
            </p:nvSpPr>
            <p:spPr>
              <a:xfrm>
                <a:off x="539708" y="4384947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63" name="SCHEM_ellipse-0161"/>
              <p:cNvSpPr/>
              <p:nvPr/>
            </p:nvSpPr>
            <p:spPr>
              <a:xfrm>
                <a:off x="1103359" y="4725184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64" name="SCHEM_ellipse-0162"/>
              <p:cNvSpPr/>
              <p:nvPr/>
            </p:nvSpPr>
            <p:spPr>
              <a:xfrm>
                <a:off x="758163" y="4371492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65" name="SCHEM_ellipse-0163"/>
              <p:cNvSpPr/>
              <p:nvPr/>
            </p:nvSpPr>
            <p:spPr>
              <a:xfrm>
                <a:off x="1529902" y="4832025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66" name="SCHEM_ellipse-0164"/>
              <p:cNvSpPr/>
              <p:nvPr/>
            </p:nvSpPr>
            <p:spPr>
              <a:xfrm>
                <a:off x="551787" y="4981773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67" name="SCHEM_ellipse-0165"/>
              <p:cNvSpPr/>
              <p:nvPr/>
            </p:nvSpPr>
            <p:spPr>
              <a:xfrm>
                <a:off x="1321431" y="4361149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68" name="SCHEM_ellipse-0166"/>
              <p:cNvSpPr/>
              <p:nvPr/>
            </p:nvSpPr>
            <p:spPr>
              <a:xfrm>
                <a:off x="1187604" y="4387271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69" name="SCHEM_ellipse-0167"/>
              <p:cNvSpPr/>
              <p:nvPr/>
            </p:nvSpPr>
            <p:spPr>
              <a:xfrm>
                <a:off x="726319" y="4569493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70" name="SCHEM_ellipse-0168"/>
              <p:cNvSpPr/>
              <p:nvPr/>
            </p:nvSpPr>
            <p:spPr>
              <a:xfrm>
                <a:off x="1196450" y="5022524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71" name="SCHEM_ellipse-0169"/>
              <p:cNvSpPr/>
              <p:nvPr/>
            </p:nvSpPr>
            <p:spPr>
              <a:xfrm>
                <a:off x="684140" y="4343117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72" name="SCHEM_ellipse-0170"/>
              <p:cNvSpPr/>
              <p:nvPr/>
            </p:nvSpPr>
            <p:spPr>
              <a:xfrm>
                <a:off x="1161822" y="4723575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73" name="SCHEM_ellipse-0171"/>
              <p:cNvSpPr/>
              <p:nvPr/>
            </p:nvSpPr>
            <p:spPr>
              <a:xfrm>
                <a:off x="1128171" y="4877550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74" name="SCHEM_ellipse-0172"/>
              <p:cNvSpPr/>
              <p:nvPr/>
            </p:nvSpPr>
            <p:spPr>
              <a:xfrm>
                <a:off x="367127" y="4572588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75" name="SCHEM_ellipse-0173"/>
              <p:cNvSpPr/>
              <p:nvPr/>
            </p:nvSpPr>
            <p:spPr>
              <a:xfrm>
                <a:off x="1592708" y="4830150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76" name="SCHEM_ellipse-0174"/>
              <p:cNvSpPr/>
              <p:nvPr/>
            </p:nvSpPr>
            <p:spPr>
              <a:xfrm>
                <a:off x="907583" y="4985841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77" name="SCHEM_ellipse-0175"/>
              <p:cNvSpPr/>
              <p:nvPr/>
            </p:nvSpPr>
            <p:spPr>
              <a:xfrm>
                <a:off x="892349" y="4973866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78" name="SCHEM_ellipse-0176"/>
              <p:cNvSpPr/>
              <p:nvPr/>
            </p:nvSpPr>
            <p:spPr>
              <a:xfrm>
                <a:off x="1068415" y="4283131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79" name="SCHEM_ellipse-0177"/>
              <p:cNvSpPr/>
              <p:nvPr/>
            </p:nvSpPr>
            <p:spPr>
              <a:xfrm>
                <a:off x="727629" y="4896178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80" name="SCHEM_ellipse-0178"/>
              <p:cNvSpPr/>
              <p:nvPr/>
            </p:nvSpPr>
            <p:spPr>
              <a:xfrm>
                <a:off x="1508433" y="4651367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81" name="SCHEM_ellipse-0179"/>
              <p:cNvSpPr/>
              <p:nvPr/>
            </p:nvSpPr>
            <p:spPr>
              <a:xfrm>
                <a:off x="972813" y="4973375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82" name="SCHEM_ellipse-0180"/>
              <p:cNvSpPr/>
              <p:nvPr/>
            </p:nvSpPr>
            <p:spPr>
              <a:xfrm>
                <a:off x="641537" y="4545023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83" name="SCHEM_ellipse-0181"/>
              <p:cNvSpPr/>
              <p:nvPr/>
            </p:nvSpPr>
            <p:spPr>
              <a:xfrm>
                <a:off x="1145223" y="4816657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84" name="SCHEM_ellipse-0182"/>
              <p:cNvSpPr/>
              <p:nvPr/>
            </p:nvSpPr>
            <p:spPr>
              <a:xfrm>
                <a:off x="430759" y="4908192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85" name="SCHEM_ellipse-0183"/>
              <p:cNvSpPr/>
              <p:nvPr/>
            </p:nvSpPr>
            <p:spPr>
              <a:xfrm>
                <a:off x="1378196" y="4423895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86" name="SCHEM_ellipse-0184"/>
              <p:cNvSpPr/>
              <p:nvPr/>
            </p:nvSpPr>
            <p:spPr>
              <a:xfrm>
                <a:off x="787786" y="4452483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87" name="SCHEM_ellipse-0185"/>
              <p:cNvSpPr/>
              <p:nvPr/>
            </p:nvSpPr>
            <p:spPr>
              <a:xfrm>
                <a:off x="533952" y="4360637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88" name="SCHEM_ellipse-0186"/>
              <p:cNvSpPr/>
              <p:nvPr/>
            </p:nvSpPr>
            <p:spPr>
              <a:xfrm>
                <a:off x="1458230" y="4469169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89" name="SCHEM_ellipse-0187"/>
              <p:cNvSpPr/>
              <p:nvPr/>
            </p:nvSpPr>
            <p:spPr>
              <a:xfrm>
                <a:off x="499820" y="4629915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90" name="SCHEM_ellipse-0188"/>
              <p:cNvSpPr/>
              <p:nvPr/>
            </p:nvSpPr>
            <p:spPr>
              <a:xfrm>
                <a:off x="1268938" y="4701505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91" name="SCHEM_ellipse-0189"/>
              <p:cNvSpPr/>
              <p:nvPr/>
            </p:nvSpPr>
            <p:spPr>
              <a:xfrm>
                <a:off x="1516910" y="4574880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92" name="SCHEM_ellipse-0190"/>
              <p:cNvSpPr/>
              <p:nvPr/>
            </p:nvSpPr>
            <p:spPr>
              <a:xfrm>
                <a:off x="1011775" y="4899924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93" name="SCHEM_ellipse-0191"/>
              <p:cNvSpPr/>
              <p:nvPr/>
            </p:nvSpPr>
            <p:spPr>
              <a:xfrm>
                <a:off x="917727" y="4899832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94" name="SCHEM_ellipse-0192"/>
              <p:cNvSpPr/>
              <p:nvPr/>
            </p:nvSpPr>
            <p:spPr>
              <a:xfrm>
                <a:off x="925787" y="4299192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95" name="SCHEM_ellipse-0193"/>
              <p:cNvSpPr/>
              <p:nvPr/>
            </p:nvSpPr>
            <p:spPr>
              <a:xfrm>
                <a:off x="1261705" y="4758504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96" name="SCHEM_ellipse-0194"/>
              <p:cNvSpPr/>
              <p:nvPr/>
            </p:nvSpPr>
            <p:spPr>
              <a:xfrm>
                <a:off x="401986" y="4599050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97" name="SCHEM_ellipse-0195"/>
              <p:cNvSpPr/>
              <p:nvPr/>
            </p:nvSpPr>
            <p:spPr>
              <a:xfrm>
                <a:off x="434820" y="4553570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98" name="SCHEM_ellipse-0196"/>
              <p:cNvSpPr/>
              <p:nvPr/>
            </p:nvSpPr>
            <p:spPr>
              <a:xfrm>
                <a:off x="685467" y="4599711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199" name="SCHEM_ellipse-0197"/>
              <p:cNvSpPr/>
              <p:nvPr/>
            </p:nvSpPr>
            <p:spPr>
              <a:xfrm>
                <a:off x="1293245" y="4719184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00" name="SCHEM_ellipse-0198"/>
              <p:cNvSpPr/>
              <p:nvPr/>
            </p:nvSpPr>
            <p:spPr>
              <a:xfrm>
                <a:off x="588487" y="4963482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01" name="SCHEM_ellipse-0199"/>
              <p:cNvSpPr/>
              <p:nvPr/>
            </p:nvSpPr>
            <p:spPr>
              <a:xfrm>
                <a:off x="1329394" y="5013308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02" name="SCHEM_ellipse-0200"/>
              <p:cNvSpPr/>
              <p:nvPr/>
            </p:nvSpPr>
            <p:spPr>
              <a:xfrm>
                <a:off x="527407" y="4999563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03" name="SCHEM_ellipse-0201"/>
              <p:cNvSpPr/>
              <p:nvPr/>
            </p:nvSpPr>
            <p:spPr>
              <a:xfrm>
                <a:off x="770772" y="4574761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04" name="SCHEM_ellipse-0202"/>
              <p:cNvSpPr/>
              <p:nvPr/>
            </p:nvSpPr>
            <p:spPr>
              <a:xfrm>
                <a:off x="1453580" y="4557125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05" name="SCHEM_ellipse-0203"/>
              <p:cNvSpPr/>
              <p:nvPr/>
            </p:nvSpPr>
            <p:spPr>
              <a:xfrm>
                <a:off x="521819" y="4382330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06" name="SCHEM_ellipse-0204"/>
              <p:cNvSpPr/>
              <p:nvPr/>
            </p:nvSpPr>
            <p:spPr>
              <a:xfrm>
                <a:off x="743276" y="4880126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07" name="SCHEM_ellipse-0205"/>
              <p:cNvSpPr/>
              <p:nvPr/>
            </p:nvSpPr>
            <p:spPr>
              <a:xfrm>
                <a:off x="777351" y="4955481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08" name="SCHEM_ellipse-0206"/>
              <p:cNvSpPr/>
              <p:nvPr/>
            </p:nvSpPr>
            <p:spPr>
              <a:xfrm>
                <a:off x="1163587" y="4655320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09" name="SCHEM_ellipse-0207"/>
              <p:cNvSpPr/>
              <p:nvPr/>
            </p:nvSpPr>
            <p:spPr>
              <a:xfrm>
                <a:off x="975373" y="5124712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10" name="SCHEM_ellipse-0208"/>
              <p:cNvSpPr/>
              <p:nvPr/>
            </p:nvSpPr>
            <p:spPr>
              <a:xfrm>
                <a:off x="640563" y="4348544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11" name="SCHEM_ellipse-0209"/>
              <p:cNvSpPr/>
              <p:nvPr/>
            </p:nvSpPr>
            <p:spPr>
              <a:xfrm>
                <a:off x="670344" y="4649404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12" name="SCHEM_ellipse-0210"/>
              <p:cNvSpPr/>
              <p:nvPr/>
            </p:nvSpPr>
            <p:spPr>
              <a:xfrm>
                <a:off x="794541" y="4941639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13" name="SCHEM_ellipse-0211"/>
              <p:cNvSpPr/>
              <p:nvPr/>
            </p:nvSpPr>
            <p:spPr>
              <a:xfrm>
                <a:off x="1095075" y="4576991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14" name="SCHEM_ellipse-0212"/>
              <p:cNvSpPr/>
              <p:nvPr/>
            </p:nvSpPr>
            <p:spPr>
              <a:xfrm>
                <a:off x="1392650" y="4401699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15" name="SCHEM_ellipse-0213"/>
              <p:cNvSpPr/>
              <p:nvPr/>
            </p:nvSpPr>
            <p:spPr>
              <a:xfrm>
                <a:off x="1133898" y="5033169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16" name="SCHEM_ellipse-0214"/>
              <p:cNvSpPr/>
              <p:nvPr/>
            </p:nvSpPr>
            <p:spPr>
              <a:xfrm>
                <a:off x="1037187" y="4490796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17" name="SCHEM_ellipse-0215"/>
              <p:cNvSpPr/>
              <p:nvPr/>
            </p:nvSpPr>
            <p:spPr>
              <a:xfrm>
                <a:off x="367659" y="4752712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18" name="SCHEM_ellipse-0216"/>
              <p:cNvSpPr/>
              <p:nvPr/>
            </p:nvSpPr>
            <p:spPr>
              <a:xfrm>
                <a:off x="505478" y="4545849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19" name="SCHEM_ellipse-0217"/>
              <p:cNvSpPr/>
              <p:nvPr/>
            </p:nvSpPr>
            <p:spPr>
              <a:xfrm>
                <a:off x="1236491" y="4696296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20" name="SCHEM_ellipse-0218"/>
              <p:cNvSpPr/>
              <p:nvPr/>
            </p:nvSpPr>
            <p:spPr>
              <a:xfrm>
                <a:off x="1514847" y="4479341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21" name="SCHEM_ellipse-0219"/>
              <p:cNvSpPr/>
              <p:nvPr/>
            </p:nvSpPr>
            <p:spPr>
              <a:xfrm>
                <a:off x="806525" y="4858849"/>
                <a:ext cx="28800" cy="28800"/>
              </a:xfrm>
              <a:prstGeom prst="ellipse">
                <a:avLst/>
              </a:prstGeom>
              <a:solidFill>
                <a:srgbClr val="E8E9E0"/>
              </a:solidFill>
              <a:ln w="3240" cap="flat">
                <a:solidFill>
                  <a:srgbClr val="8F957E"/>
                </a:solidFill>
              </a:ln>
              <a:effectLst/>
            </p:spPr>
          </p:sp>
          <p:sp>
            <p:nvSpPr>
              <p:cNvPr id="222" name="SCHEM_path-0220"/>
              <p:cNvSpPr/>
              <p:nvPr/>
            </p:nvSpPr>
            <p:spPr>
              <a:xfrm>
                <a:off x="462653" y="4316493"/>
                <a:ext cx="1165447" cy="782364"/>
              </a:xfrm>
              <a:custGeom>
                <a:avLst/>
                <a:gdLst/>
                <a:ahLst/>
                <a:cxnLst/>
                <a:rect l="0" t="0" r="r" b="b"/>
                <a:pathLst>
                  <a:path w="1165447" h="782364">
                    <a:moveTo>
                      <a:pt x="1138806" y="377907"/>
                    </a:moveTo>
                    <a:cubicBezTo>
                      <a:pt x="1137947" y="433749"/>
                      <a:pt x="1150077" y="492173"/>
                      <a:pt x="1123918" y="544699"/>
                    </a:cubicBezTo>
                    <a:cubicBezTo>
                      <a:pt x="1097759" y="597225"/>
                      <a:pt x="1050252" y="663324"/>
                      <a:pt x="981855" y="693061"/>
                    </a:cubicBezTo>
                    <a:cubicBezTo>
                      <a:pt x="913457" y="722798"/>
                      <a:pt x="798557" y="708288"/>
                      <a:pt x="713535" y="723121"/>
                    </a:cubicBezTo>
                    <a:cubicBezTo>
                      <a:pt x="628514" y="737953"/>
                      <a:pt x="553176" y="781752"/>
                      <a:pt x="471727" y="782058"/>
                    </a:cubicBezTo>
                    <a:cubicBezTo>
                      <a:pt x="390278" y="782364"/>
                      <a:pt x="297439" y="753441"/>
                      <a:pt x="224841" y="724958"/>
                    </a:cubicBezTo>
                    <a:cubicBezTo>
                      <a:pt x="152244" y="696476"/>
                      <a:pt x="72286" y="656993"/>
                      <a:pt x="36143" y="611163"/>
                    </a:cubicBezTo>
                    <a:cubicBezTo>
                      <a:pt x="0" y="565333"/>
                      <a:pt x="10744" y="500601"/>
                      <a:pt x="7983" y="449976"/>
                    </a:cubicBezTo>
                    <a:cubicBezTo>
                      <a:pt x="5222" y="399351"/>
                      <a:pt x="9560" y="355828"/>
                      <a:pt x="19576" y="307414"/>
                    </a:cubicBezTo>
                    <a:cubicBezTo>
                      <a:pt x="29593" y="259000"/>
                      <a:pt x="34372" y="206139"/>
                      <a:pt x="68083" y="159492"/>
                    </a:cubicBezTo>
                    <a:cubicBezTo>
                      <a:pt x="101793" y="112844"/>
                      <a:pt x="153289" y="50729"/>
                      <a:pt x="221838" y="27529"/>
                    </a:cubicBezTo>
                    <a:cubicBezTo>
                      <a:pt x="290387" y="4329"/>
                      <a:pt x="395871" y="22489"/>
                      <a:pt x="479375" y="20290"/>
                    </a:cubicBezTo>
                    <a:cubicBezTo>
                      <a:pt x="562879" y="18090"/>
                      <a:pt x="649331" y="0"/>
                      <a:pt x="722864" y="14331"/>
                    </a:cubicBezTo>
                    <a:cubicBezTo>
                      <a:pt x="796398" y="28663"/>
                      <a:pt x="852872" y="73726"/>
                      <a:pt x="920574" y="106279"/>
                    </a:cubicBezTo>
                    <a:cubicBezTo>
                      <a:pt x="988276" y="138831"/>
                      <a:pt x="1092703" y="164375"/>
                      <a:pt x="1129075" y="209647"/>
                    </a:cubicBezTo>
                    <a:cubicBezTo>
                      <a:pt x="1165447" y="254918"/>
                      <a:pt x="1139666" y="322065"/>
                      <a:pt x="1138806" y="377907"/>
                    </a:cubicBezTo>
                    <a:close/>
                  </a:path>
                </a:pathLst>
              </a:custGeom>
              <a:solidFill>
                <a:srgbClr val="E7C2B7"/>
              </a:solidFill>
              <a:ln w="10080" cap="flat">
                <a:solidFill>
                  <a:srgbClr val="FFFFFF"/>
                </a:solidFill>
              </a:ln>
              <a:effectLst/>
            </p:spPr>
          </p:sp>
          <p:cxnSp>
            <p:nvCxnSpPr>
              <p:cNvPr id="223" name="SCHEM_line-0221"/>
              <p:cNvCxnSpPr/>
              <p:nvPr/>
            </p:nvCxnSpPr>
            <p:spPr>
              <a:xfrm>
                <a:off x="1055389" y="4485174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24" name="SCHEM_line-0222"/>
              <p:cNvCxnSpPr/>
              <p:nvPr/>
            </p:nvCxnSpPr>
            <p:spPr>
              <a:xfrm>
                <a:off x="901401" y="4914179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25" name="SCHEM_line-0223"/>
              <p:cNvCxnSpPr/>
              <p:nvPr/>
            </p:nvCxnSpPr>
            <p:spPr>
              <a:xfrm>
                <a:off x="720748" y="4830315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26" name="SCHEM_line-0224"/>
              <p:cNvCxnSpPr/>
              <p:nvPr/>
            </p:nvCxnSpPr>
            <p:spPr>
              <a:xfrm>
                <a:off x="1194671" y="4557941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27" name="SCHEM_line-0225"/>
              <p:cNvCxnSpPr/>
              <p:nvPr/>
            </p:nvCxnSpPr>
            <p:spPr>
              <a:xfrm>
                <a:off x="988287" y="5038728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28" name="SCHEM_line-0226"/>
              <p:cNvCxnSpPr/>
              <p:nvPr/>
            </p:nvCxnSpPr>
            <p:spPr>
              <a:xfrm>
                <a:off x="899489" y="4711041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29" name="SCHEM_line-0227"/>
              <p:cNvCxnSpPr/>
              <p:nvPr/>
            </p:nvCxnSpPr>
            <p:spPr>
              <a:xfrm>
                <a:off x="933297" y="4427972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30" name="SCHEM_line-0228"/>
              <p:cNvCxnSpPr/>
              <p:nvPr/>
            </p:nvCxnSpPr>
            <p:spPr>
              <a:xfrm>
                <a:off x="932861" y="4669379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31" name="SCHEM_line-0229"/>
              <p:cNvCxnSpPr/>
              <p:nvPr/>
            </p:nvCxnSpPr>
            <p:spPr>
              <a:xfrm>
                <a:off x="973653" y="4815932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32" name="SCHEM_line-0230"/>
              <p:cNvCxnSpPr/>
              <p:nvPr/>
            </p:nvCxnSpPr>
            <p:spPr>
              <a:xfrm>
                <a:off x="1427125" y="4916759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33" name="SCHEM_line-0231"/>
              <p:cNvCxnSpPr/>
              <p:nvPr/>
            </p:nvCxnSpPr>
            <p:spPr>
              <a:xfrm>
                <a:off x="1240920" y="4568745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34" name="SCHEM_line-0232"/>
              <p:cNvCxnSpPr/>
              <p:nvPr/>
            </p:nvCxnSpPr>
            <p:spPr>
              <a:xfrm>
                <a:off x="1071495" y="4975666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35" name="SCHEM_line-0233"/>
              <p:cNvCxnSpPr/>
              <p:nvPr/>
            </p:nvCxnSpPr>
            <p:spPr>
              <a:xfrm>
                <a:off x="806511" y="4604582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36" name="SCHEM_line-0234"/>
              <p:cNvCxnSpPr/>
              <p:nvPr/>
            </p:nvCxnSpPr>
            <p:spPr>
              <a:xfrm>
                <a:off x="909220" y="5000408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37" name="SCHEM_line-0235"/>
              <p:cNvCxnSpPr/>
              <p:nvPr/>
            </p:nvCxnSpPr>
            <p:spPr>
              <a:xfrm>
                <a:off x="1194773" y="4925132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38" name="SCHEM_line-0236"/>
              <p:cNvCxnSpPr/>
              <p:nvPr/>
            </p:nvCxnSpPr>
            <p:spPr>
              <a:xfrm>
                <a:off x="502468" y="4847812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39" name="SCHEM_line-0237"/>
              <p:cNvCxnSpPr/>
              <p:nvPr/>
            </p:nvCxnSpPr>
            <p:spPr>
              <a:xfrm>
                <a:off x="944598" y="4613372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40" name="SCHEM_line-0238"/>
              <p:cNvCxnSpPr/>
              <p:nvPr/>
            </p:nvCxnSpPr>
            <p:spPr>
              <a:xfrm>
                <a:off x="1336845" y="4851337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41" name="SCHEM_line-0239"/>
              <p:cNvCxnSpPr/>
              <p:nvPr/>
            </p:nvCxnSpPr>
            <p:spPr>
              <a:xfrm>
                <a:off x="1437550" y="4853624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42" name="SCHEM_line-0240"/>
              <p:cNvCxnSpPr/>
              <p:nvPr/>
            </p:nvCxnSpPr>
            <p:spPr>
              <a:xfrm>
                <a:off x="1437056" y="4632369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43" name="SCHEM_line-0241"/>
              <p:cNvCxnSpPr/>
              <p:nvPr/>
            </p:nvCxnSpPr>
            <p:spPr>
              <a:xfrm>
                <a:off x="1057387" y="4886577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44" name="SCHEM_line-0242"/>
              <p:cNvCxnSpPr/>
              <p:nvPr/>
            </p:nvCxnSpPr>
            <p:spPr>
              <a:xfrm>
                <a:off x="947406" y="4425055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45" name="SCHEM_line-0243"/>
              <p:cNvCxnSpPr/>
              <p:nvPr/>
            </p:nvCxnSpPr>
            <p:spPr>
              <a:xfrm>
                <a:off x="1088875" y="4948199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46" name="SCHEM_line-0244"/>
              <p:cNvCxnSpPr/>
              <p:nvPr/>
            </p:nvCxnSpPr>
            <p:spPr>
              <a:xfrm>
                <a:off x="869625" y="4490134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47" name="SCHEM_line-0245"/>
              <p:cNvCxnSpPr/>
              <p:nvPr/>
            </p:nvCxnSpPr>
            <p:spPr>
              <a:xfrm>
                <a:off x="826631" y="5011127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48" name="SCHEM_line-0246"/>
              <p:cNvCxnSpPr/>
              <p:nvPr/>
            </p:nvCxnSpPr>
            <p:spPr>
              <a:xfrm>
                <a:off x="912540" y="4550454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49" name="SCHEM_line-0247"/>
              <p:cNvCxnSpPr/>
              <p:nvPr/>
            </p:nvCxnSpPr>
            <p:spPr>
              <a:xfrm>
                <a:off x="753200" y="4641094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50" name="SCHEM_line-0248"/>
              <p:cNvCxnSpPr/>
              <p:nvPr/>
            </p:nvCxnSpPr>
            <p:spPr>
              <a:xfrm>
                <a:off x="1179259" y="4571373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51" name="SCHEM_line-0249"/>
              <p:cNvCxnSpPr/>
              <p:nvPr/>
            </p:nvCxnSpPr>
            <p:spPr>
              <a:xfrm>
                <a:off x="660627" y="4488367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52" name="SCHEM_line-0250"/>
              <p:cNvCxnSpPr/>
              <p:nvPr/>
            </p:nvCxnSpPr>
            <p:spPr>
              <a:xfrm>
                <a:off x="739657" y="4973158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53" name="SCHEM_line-0251"/>
              <p:cNvCxnSpPr/>
              <p:nvPr/>
            </p:nvCxnSpPr>
            <p:spPr>
              <a:xfrm>
                <a:off x="642570" y="4864663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54" name="SCHEM_line-0252"/>
              <p:cNvCxnSpPr/>
              <p:nvPr/>
            </p:nvCxnSpPr>
            <p:spPr>
              <a:xfrm>
                <a:off x="576863" y="4887400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55" name="SCHEM_line-0253"/>
              <p:cNvCxnSpPr/>
              <p:nvPr/>
            </p:nvCxnSpPr>
            <p:spPr>
              <a:xfrm>
                <a:off x="746147" y="4882888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56" name="SCHEM_line-0254"/>
              <p:cNvCxnSpPr/>
              <p:nvPr/>
            </p:nvCxnSpPr>
            <p:spPr>
              <a:xfrm>
                <a:off x="924361" y="4382952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57" name="SCHEM_line-0255"/>
              <p:cNvCxnSpPr/>
              <p:nvPr/>
            </p:nvCxnSpPr>
            <p:spPr>
              <a:xfrm>
                <a:off x="562179" y="4897357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58" name="SCHEM_line-0256"/>
              <p:cNvCxnSpPr/>
              <p:nvPr/>
            </p:nvCxnSpPr>
            <p:spPr>
              <a:xfrm>
                <a:off x="1042220" y="4673616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59" name="SCHEM_line-0257"/>
              <p:cNvCxnSpPr/>
              <p:nvPr/>
            </p:nvCxnSpPr>
            <p:spPr>
              <a:xfrm>
                <a:off x="838642" y="4820001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60" name="SCHEM_line-0258"/>
              <p:cNvCxnSpPr/>
              <p:nvPr/>
            </p:nvCxnSpPr>
            <p:spPr>
              <a:xfrm>
                <a:off x="978254" y="4371404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61" name="SCHEM_line-0259"/>
              <p:cNvCxnSpPr/>
              <p:nvPr/>
            </p:nvCxnSpPr>
            <p:spPr>
              <a:xfrm>
                <a:off x="1105518" y="4550782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62" name="SCHEM_line-0260"/>
              <p:cNvCxnSpPr/>
              <p:nvPr/>
            </p:nvCxnSpPr>
            <p:spPr>
              <a:xfrm>
                <a:off x="1369097" y="4718536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63" name="SCHEM_line-0261"/>
              <p:cNvCxnSpPr/>
              <p:nvPr/>
            </p:nvCxnSpPr>
            <p:spPr>
              <a:xfrm>
                <a:off x="1290934" y="4412865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64" name="SCHEM_line-0262"/>
              <p:cNvCxnSpPr/>
              <p:nvPr/>
            </p:nvCxnSpPr>
            <p:spPr>
              <a:xfrm>
                <a:off x="1219347" y="4762353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65" name="SCHEM_line-0263"/>
              <p:cNvCxnSpPr/>
              <p:nvPr/>
            </p:nvCxnSpPr>
            <p:spPr>
              <a:xfrm>
                <a:off x="1052393" y="4749244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66" name="SCHEM_line-0264"/>
              <p:cNvCxnSpPr/>
              <p:nvPr/>
            </p:nvCxnSpPr>
            <p:spPr>
              <a:xfrm>
                <a:off x="1283696" y="4515224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67" name="SCHEM_line-0265"/>
              <p:cNvCxnSpPr/>
              <p:nvPr/>
            </p:nvCxnSpPr>
            <p:spPr>
              <a:xfrm>
                <a:off x="1045392" y="4888064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68" name="SCHEM_line-0266"/>
              <p:cNvCxnSpPr/>
              <p:nvPr/>
            </p:nvCxnSpPr>
            <p:spPr>
              <a:xfrm>
                <a:off x="1098535" y="4713885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69" name="SCHEM_line-0267"/>
              <p:cNvCxnSpPr/>
              <p:nvPr/>
            </p:nvCxnSpPr>
            <p:spPr>
              <a:xfrm>
                <a:off x="1118885" y="4433036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70" name="SCHEM_line-0268"/>
              <p:cNvCxnSpPr/>
              <p:nvPr/>
            </p:nvCxnSpPr>
            <p:spPr>
              <a:xfrm>
                <a:off x="1501026" y="4665489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71" name="SCHEM_line-0269"/>
              <p:cNvCxnSpPr/>
              <p:nvPr/>
            </p:nvCxnSpPr>
            <p:spPr>
              <a:xfrm>
                <a:off x="1033804" y="4909817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72" name="SCHEM_line-0270"/>
              <p:cNvCxnSpPr/>
              <p:nvPr/>
            </p:nvCxnSpPr>
            <p:spPr>
              <a:xfrm>
                <a:off x="947177" y="4455807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73" name="SCHEM_line-0271"/>
              <p:cNvCxnSpPr/>
              <p:nvPr/>
            </p:nvCxnSpPr>
            <p:spPr>
              <a:xfrm>
                <a:off x="954780" y="4422189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74" name="SCHEM_line-0272"/>
              <p:cNvCxnSpPr/>
              <p:nvPr/>
            </p:nvCxnSpPr>
            <p:spPr>
              <a:xfrm>
                <a:off x="1401662" y="4580755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75" name="SCHEM_line-0273"/>
              <p:cNvCxnSpPr/>
              <p:nvPr/>
            </p:nvCxnSpPr>
            <p:spPr>
              <a:xfrm>
                <a:off x="878379" y="4966943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76" name="SCHEM_line-0274"/>
              <p:cNvCxnSpPr/>
              <p:nvPr/>
            </p:nvCxnSpPr>
            <p:spPr>
              <a:xfrm>
                <a:off x="1344117" y="4566713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77" name="SCHEM_line-0275"/>
              <p:cNvCxnSpPr/>
              <p:nvPr/>
            </p:nvCxnSpPr>
            <p:spPr>
              <a:xfrm>
                <a:off x="997184" y="4799930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78" name="SCHEM_line-0276"/>
              <p:cNvCxnSpPr/>
              <p:nvPr/>
            </p:nvCxnSpPr>
            <p:spPr>
              <a:xfrm>
                <a:off x="662311" y="4424274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79" name="SCHEM_line-0277"/>
              <p:cNvCxnSpPr/>
              <p:nvPr/>
            </p:nvCxnSpPr>
            <p:spPr>
              <a:xfrm>
                <a:off x="1380678" y="4442740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80" name="SCHEM_line-0278"/>
              <p:cNvCxnSpPr/>
              <p:nvPr/>
            </p:nvCxnSpPr>
            <p:spPr>
              <a:xfrm>
                <a:off x="1220134" y="4853238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  <p:cxnSp>
            <p:nvCxnSpPr>
              <p:cNvPr id="281" name="SCHEM_line-0279"/>
              <p:cNvCxnSpPr/>
              <p:nvPr/>
            </p:nvCxnSpPr>
            <p:spPr>
              <a:xfrm>
                <a:off x="1095442" y="4573709"/>
                <a:ext cx="21600" cy="14400"/>
              </a:xfrm>
              <a:prstGeom prst="line">
                <a:avLst/>
              </a:prstGeom>
              <a:noFill/>
              <a:ln w="5040" cap="flat">
                <a:solidFill>
                  <a:srgbClr val="C9AAA1"/>
                </a:solidFill>
              </a:ln>
              <a:effectLst/>
            </p:spPr>
          </p:cxnSp>
        </p:grpSp>
        <p:sp>
          <p:nvSpPr>
            <p:cNvPr id="282" name="SCHEM_text-0280"/>
            <p:cNvSpPr txBox="1"/>
            <p:nvPr/>
          </p:nvSpPr>
          <p:spPr>
            <a:xfrm>
              <a:off x="165600" y="3852000"/>
              <a:ext cx="10800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Calcium-rich</a:t>
              </a:r>
              <a:endParaRPr lang="en-US" sz="1191"/>
            </a:p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core</a:t>
              </a:r>
              <a:endParaRPr lang="en-US" sz="1191"/>
            </a:p>
          </p:txBody>
        </p:sp>
        <p:cxnSp>
          <p:nvCxnSpPr>
            <p:cNvPr id="283" name="SCHEM_line-0281"/>
            <p:cNvCxnSpPr/>
            <p:nvPr/>
          </p:nvCxnSpPr>
          <p:spPr>
            <a:xfrm>
              <a:off x="360000" y="4132800"/>
              <a:ext cx="604800" cy="3888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284" name="SCHEM_ellipse-0282"/>
            <p:cNvSpPr/>
            <p:nvPr/>
          </p:nvSpPr>
          <p:spPr>
            <a:xfrm>
              <a:off x="943200" y="45000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285" name="SCHEM_text-0283"/>
            <p:cNvSpPr txBox="1"/>
            <p:nvPr/>
          </p:nvSpPr>
          <p:spPr>
            <a:xfrm>
              <a:off x="2037600" y="4888800"/>
              <a:ext cx="7848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Si/Al-rich</a:t>
              </a:r>
              <a:endParaRPr lang="en-US" sz="1191"/>
            </a:p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rim</a:t>
              </a:r>
              <a:endParaRPr lang="en-US" sz="1191"/>
            </a:p>
          </p:txBody>
        </p:sp>
        <p:cxnSp>
          <p:nvCxnSpPr>
            <p:cNvPr id="286" name="SCHEM_line-0284"/>
            <p:cNvCxnSpPr/>
            <p:nvPr/>
          </p:nvCxnSpPr>
          <p:spPr>
            <a:xfrm flipH="1" flipV="1">
              <a:off x="1548000" y="4903200"/>
              <a:ext cx="432000" cy="1080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287" name="SCHEM_ellipse-0285"/>
            <p:cNvSpPr/>
            <p:nvPr/>
          </p:nvSpPr>
          <p:spPr>
            <a:xfrm>
              <a:off x="1526400" y="48816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288" name="SCHEM_text-0286"/>
            <p:cNvSpPr txBox="1"/>
            <p:nvPr/>
          </p:nvSpPr>
          <p:spPr>
            <a:xfrm>
              <a:off x="201600" y="5328000"/>
              <a:ext cx="2556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Ancient mortar (section)</a:t>
              </a:r>
              <a:endParaRPr lang="en-US" sz="1361"/>
            </a:p>
          </p:txBody>
        </p:sp>
        <p:cxnSp>
          <p:nvCxnSpPr>
            <p:cNvPr id="289" name="SCHEM_line-0287"/>
            <p:cNvCxnSpPr/>
            <p:nvPr/>
          </p:nvCxnSpPr>
          <p:spPr>
            <a:xfrm flipV="1">
              <a:off x="1713600" y="3801600"/>
              <a:ext cx="1166400" cy="460800"/>
            </a:xfrm>
            <a:prstGeom prst="line">
              <a:avLst/>
            </a:prstGeom>
            <a:noFill/>
            <a:ln w="10800" cap="flat">
              <a:solidFill>
                <a:srgbClr val="292929"/>
              </a:solidFill>
              <a:prstDash val="dash"/>
              <a:tailEnd type="triangle" w="med" len="med"/>
            </a:ln>
            <a:effectLst/>
          </p:spPr>
        </p:cxnSp>
        <p:sp>
          <p:nvSpPr>
            <p:cNvPr id="290" name="SCHEM_text-0288"/>
            <p:cNvSpPr txBox="1"/>
            <p:nvPr/>
          </p:nvSpPr>
          <p:spPr>
            <a:xfrm>
              <a:off x="2030400" y="4168800"/>
              <a:ext cx="8280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Mechanistic</a:t>
              </a:r>
              <a:endParaRPr lang="en-US" sz="1191"/>
            </a:p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interpretation</a:t>
              </a:r>
              <a:endParaRPr lang="en-US" sz="1191"/>
            </a:p>
          </p:txBody>
        </p:sp>
        <p:grpSp>
          <p:nvGrpSpPr>
            <p:cNvPr id="291" name="SCHEM_modern-mortar-matrix"/>
            <p:cNvGrpSpPr/>
            <p:nvPr/>
          </p:nvGrpSpPr>
          <p:grpSpPr>
            <a:xfrm>
              <a:off x="2916000" y="1382400"/>
              <a:ext cx="4968000" cy="4060800"/>
              <a:chOff x="2916000" y="1382400"/>
              <a:chExt cx="4968000" cy="4060800"/>
            </a:xfrm>
          </p:grpSpPr>
          <p:sp>
            <p:nvSpPr>
              <p:cNvPr id="292" name="SCHEM_path-0290"/>
              <p:cNvSpPr/>
              <p:nvPr/>
            </p:nvSpPr>
            <p:spPr>
              <a:xfrm>
                <a:off x="2916000" y="1382400"/>
                <a:ext cx="4968000" cy="4060800"/>
              </a:xfrm>
              <a:custGeom>
                <a:avLst/>
                <a:gdLst/>
                <a:ahLst/>
                <a:cxnLst/>
                <a:rect l="0" t="0" r="r" b="b"/>
                <a:pathLst>
                  <a:path w="4968000" h="4060800">
                    <a:moveTo>
                      <a:pt x="0" y="129600"/>
                    </a:moveTo>
                    <a:cubicBezTo>
                      <a:pt x="669600" y="7200"/>
                      <a:pt x="1699200" y="0"/>
                      <a:pt x="2462400" y="36000"/>
                    </a:cubicBezTo>
                    <a:lnTo>
                      <a:pt x="2808000" y="36000"/>
                    </a:lnTo>
                    <a:cubicBezTo>
                      <a:pt x="3549600" y="36000"/>
                      <a:pt x="4320000" y="86400"/>
                      <a:pt x="4968000" y="172800"/>
                    </a:cubicBezTo>
                    <a:lnTo>
                      <a:pt x="4968000" y="4060800"/>
                    </a:lnTo>
                    <a:cubicBezTo>
                      <a:pt x="3844800" y="4032000"/>
                      <a:pt x="3362400" y="3988800"/>
                      <a:pt x="2800800" y="3996000"/>
                    </a:cubicBezTo>
                    <a:lnTo>
                      <a:pt x="2556000" y="3996000"/>
                    </a:lnTo>
                    <a:cubicBezTo>
                      <a:pt x="1576800" y="4032000"/>
                      <a:pt x="892800" y="3960000"/>
                      <a:pt x="0" y="405360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E6E5E0"/>
                  </a:gs>
                  <a:gs pos="100000">
                    <a:srgbClr val="F0EFEB"/>
                  </a:gs>
                </a:gsLst>
                <a:lin ang="5400000" scaled="1"/>
              </a:gra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293" name="SCHEM_ellipse-0291"/>
              <p:cNvSpPr/>
              <p:nvPr/>
            </p:nvSpPr>
            <p:spPr>
              <a:xfrm>
                <a:off x="6370951" y="4649519"/>
                <a:ext cx="96917" cy="9691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294" name="SCHEM_ellipse-0292"/>
              <p:cNvSpPr/>
              <p:nvPr/>
            </p:nvSpPr>
            <p:spPr>
              <a:xfrm>
                <a:off x="7740431" y="2276237"/>
                <a:ext cx="54939" cy="5493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295" name="SCHEM_ellipse-0293"/>
              <p:cNvSpPr/>
              <p:nvPr/>
            </p:nvSpPr>
            <p:spPr>
              <a:xfrm>
                <a:off x="3478864" y="4379687"/>
                <a:ext cx="28003" cy="2800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296" name="SCHEM_ellipse-0294"/>
              <p:cNvSpPr/>
              <p:nvPr/>
            </p:nvSpPr>
            <p:spPr>
              <a:xfrm>
                <a:off x="6362226" y="4240325"/>
                <a:ext cx="59866" cy="5986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297" name="SCHEM_ellipse-0295"/>
              <p:cNvSpPr/>
              <p:nvPr/>
            </p:nvSpPr>
            <p:spPr>
              <a:xfrm>
                <a:off x="7695501" y="1989144"/>
                <a:ext cx="46956" cy="4695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298" name="SCHEM_ellipse-0296"/>
              <p:cNvSpPr/>
              <p:nvPr/>
            </p:nvSpPr>
            <p:spPr>
              <a:xfrm>
                <a:off x="7557093" y="4303173"/>
                <a:ext cx="43188" cy="4318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299" name="SCHEM_ellipse-0297"/>
              <p:cNvSpPr/>
              <p:nvPr/>
            </p:nvSpPr>
            <p:spPr>
              <a:xfrm>
                <a:off x="4484212" y="5105554"/>
                <a:ext cx="24573" cy="2457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00" name="SCHEM_ellipse-0298"/>
              <p:cNvSpPr/>
              <p:nvPr/>
            </p:nvSpPr>
            <p:spPr>
              <a:xfrm>
                <a:off x="6599040" y="4663047"/>
                <a:ext cx="95484" cy="9548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01" name="SCHEM_ellipse-0299"/>
              <p:cNvSpPr/>
              <p:nvPr/>
            </p:nvSpPr>
            <p:spPr>
              <a:xfrm>
                <a:off x="7256370" y="4994261"/>
                <a:ext cx="36550" cy="3655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02" name="SCHEM_ellipse-0300"/>
              <p:cNvSpPr/>
              <p:nvPr/>
            </p:nvSpPr>
            <p:spPr>
              <a:xfrm>
                <a:off x="7233791" y="1796125"/>
                <a:ext cx="91982" cy="9198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03" name="SCHEM_ellipse-0301"/>
              <p:cNvSpPr/>
              <p:nvPr/>
            </p:nvSpPr>
            <p:spPr>
              <a:xfrm>
                <a:off x="6165442" y="4515643"/>
                <a:ext cx="62625" cy="6262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04" name="SCHEM_ellipse-0302"/>
              <p:cNvSpPr/>
              <p:nvPr/>
            </p:nvSpPr>
            <p:spPr>
              <a:xfrm>
                <a:off x="7721183" y="4754881"/>
                <a:ext cx="33971" cy="3397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05" name="SCHEM_ellipse-0303"/>
              <p:cNvSpPr/>
              <p:nvPr/>
            </p:nvSpPr>
            <p:spPr>
              <a:xfrm>
                <a:off x="6550468" y="5000110"/>
                <a:ext cx="25012" cy="2501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06" name="SCHEM_ellipse-0304"/>
              <p:cNvSpPr/>
              <p:nvPr/>
            </p:nvSpPr>
            <p:spPr>
              <a:xfrm>
                <a:off x="5344395" y="2108740"/>
                <a:ext cx="94643" cy="9464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07" name="SCHEM_ellipse-0305"/>
              <p:cNvSpPr/>
              <p:nvPr/>
            </p:nvSpPr>
            <p:spPr>
              <a:xfrm>
                <a:off x="7629058" y="2047861"/>
                <a:ext cx="46362" cy="4636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08" name="SCHEM_ellipse-0306"/>
              <p:cNvSpPr/>
              <p:nvPr/>
            </p:nvSpPr>
            <p:spPr>
              <a:xfrm>
                <a:off x="7739703" y="4396772"/>
                <a:ext cx="47744" cy="4774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09" name="SCHEM_ellipse-0307"/>
              <p:cNvSpPr/>
              <p:nvPr/>
            </p:nvSpPr>
            <p:spPr>
              <a:xfrm>
                <a:off x="6785911" y="3058070"/>
                <a:ext cx="44467" cy="4446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10" name="SCHEM_ellipse-0308"/>
              <p:cNvSpPr/>
              <p:nvPr/>
            </p:nvSpPr>
            <p:spPr>
              <a:xfrm>
                <a:off x="6933408" y="2464407"/>
                <a:ext cx="97085" cy="9708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11" name="SCHEM_ellipse-0309"/>
              <p:cNvSpPr/>
              <p:nvPr/>
            </p:nvSpPr>
            <p:spPr>
              <a:xfrm>
                <a:off x="7162857" y="2487356"/>
                <a:ext cx="39409" cy="3940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12" name="SCHEM_ellipse-0310"/>
              <p:cNvSpPr/>
              <p:nvPr/>
            </p:nvSpPr>
            <p:spPr>
              <a:xfrm>
                <a:off x="3314210" y="3237649"/>
                <a:ext cx="36364" cy="3636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13" name="SCHEM_ellipse-0311"/>
              <p:cNvSpPr/>
              <p:nvPr/>
            </p:nvSpPr>
            <p:spPr>
              <a:xfrm>
                <a:off x="3208207" y="5223601"/>
                <a:ext cx="57041" cy="5704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14" name="SCHEM_ellipse-0312"/>
              <p:cNvSpPr/>
              <p:nvPr/>
            </p:nvSpPr>
            <p:spPr>
              <a:xfrm>
                <a:off x="6861194" y="3556927"/>
                <a:ext cx="50039" cy="5003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15" name="SCHEM_ellipse-0313"/>
              <p:cNvSpPr/>
              <p:nvPr/>
            </p:nvSpPr>
            <p:spPr>
              <a:xfrm>
                <a:off x="7311614" y="4517833"/>
                <a:ext cx="53395" cy="5339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16" name="SCHEM_ellipse-0314"/>
              <p:cNvSpPr/>
              <p:nvPr/>
            </p:nvSpPr>
            <p:spPr>
              <a:xfrm>
                <a:off x="3116928" y="2532574"/>
                <a:ext cx="48320" cy="4832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17" name="SCHEM_ellipse-0315"/>
              <p:cNvSpPr/>
              <p:nvPr/>
            </p:nvSpPr>
            <p:spPr>
              <a:xfrm>
                <a:off x="6262532" y="3077201"/>
                <a:ext cx="122842" cy="12284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18" name="SCHEM_ellipse-0316"/>
              <p:cNvSpPr/>
              <p:nvPr/>
            </p:nvSpPr>
            <p:spPr>
              <a:xfrm>
                <a:off x="7308532" y="2555955"/>
                <a:ext cx="39965" cy="3996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19" name="SCHEM_ellipse-0317"/>
              <p:cNvSpPr/>
              <p:nvPr/>
            </p:nvSpPr>
            <p:spPr>
              <a:xfrm>
                <a:off x="6616538" y="2736505"/>
                <a:ext cx="57554" cy="5755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20" name="SCHEM_ellipse-0318"/>
              <p:cNvSpPr/>
              <p:nvPr/>
            </p:nvSpPr>
            <p:spPr>
              <a:xfrm>
                <a:off x="4910841" y="1633853"/>
                <a:ext cx="44140" cy="4414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21" name="SCHEM_ellipse-0319"/>
              <p:cNvSpPr/>
              <p:nvPr/>
            </p:nvSpPr>
            <p:spPr>
              <a:xfrm>
                <a:off x="3313683" y="4426193"/>
                <a:ext cx="135074" cy="13507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22" name="SCHEM_ellipse-0320"/>
              <p:cNvSpPr/>
              <p:nvPr/>
            </p:nvSpPr>
            <p:spPr>
              <a:xfrm>
                <a:off x="5541769" y="4903022"/>
                <a:ext cx="31204" cy="3120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23" name="SCHEM_ellipse-0321"/>
              <p:cNvSpPr/>
              <p:nvPr/>
            </p:nvSpPr>
            <p:spPr>
              <a:xfrm>
                <a:off x="3278038" y="4629664"/>
                <a:ext cx="22867" cy="2286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24" name="SCHEM_ellipse-0322"/>
              <p:cNvSpPr/>
              <p:nvPr/>
            </p:nvSpPr>
            <p:spPr>
              <a:xfrm>
                <a:off x="7403616" y="3585103"/>
                <a:ext cx="126759" cy="12675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25" name="SCHEM_ellipse-0323"/>
              <p:cNvSpPr/>
              <p:nvPr/>
            </p:nvSpPr>
            <p:spPr>
              <a:xfrm>
                <a:off x="3263195" y="4917585"/>
                <a:ext cx="61309" cy="6130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26" name="SCHEM_ellipse-0324"/>
              <p:cNvSpPr/>
              <p:nvPr/>
            </p:nvSpPr>
            <p:spPr>
              <a:xfrm>
                <a:off x="3535948" y="2248242"/>
                <a:ext cx="27459" cy="2745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27" name="SCHEM_ellipse-0325"/>
              <p:cNvSpPr/>
              <p:nvPr/>
            </p:nvSpPr>
            <p:spPr>
              <a:xfrm>
                <a:off x="5406381" y="1845061"/>
                <a:ext cx="61554" cy="6155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28" name="SCHEM_ellipse-0326"/>
              <p:cNvSpPr/>
              <p:nvPr/>
            </p:nvSpPr>
            <p:spPr>
              <a:xfrm>
                <a:off x="4965074" y="5221992"/>
                <a:ext cx="64028" cy="6402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29" name="SCHEM_ellipse-0327"/>
              <p:cNvSpPr/>
              <p:nvPr/>
            </p:nvSpPr>
            <p:spPr>
              <a:xfrm>
                <a:off x="6938401" y="2800657"/>
                <a:ext cx="97407" cy="9740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30" name="SCHEM_ellipse-0328"/>
              <p:cNvSpPr/>
              <p:nvPr/>
            </p:nvSpPr>
            <p:spPr>
              <a:xfrm>
                <a:off x="3748206" y="2036853"/>
                <a:ext cx="70311" cy="7031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31" name="SCHEM_ellipse-0329"/>
              <p:cNvSpPr/>
              <p:nvPr/>
            </p:nvSpPr>
            <p:spPr>
              <a:xfrm>
                <a:off x="6551011" y="3805275"/>
                <a:ext cx="69195" cy="6919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32" name="SCHEM_ellipse-0330"/>
              <p:cNvSpPr/>
              <p:nvPr/>
            </p:nvSpPr>
            <p:spPr>
              <a:xfrm>
                <a:off x="3320697" y="2342111"/>
                <a:ext cx="70996" cy="7099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33" name="SCHEM_ellipse-0331"/>
              <p:cNvSpPr/>
              <p:nvPr/>
            </p:nvSpPr>
            <p:spPr>
              <a:xfrm>
                <a:off x="6298857" y="2149764"/>
                <a:ext cx="22561" cy="2256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34" name="SCHEM_ellipse-0332"/>
              <p:cNvSpPr/>
              <p:nvPr/>
            </p:nvSpPr>
            <p:spPr>
              <a:xfrm>
                <a:off x="3849080" y="4584874"/>
                <a:ext cx="58153" cy="5815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35" name="SCHEM_ellipse-0333"/>
              <p:cNvSpPr/>
              <p:nvPr/>
            </p:nvSpPr>
            <p:spPr>
              <a:xfrm>
                <a:off x="6570686" y="2449002"/>
                <a:ext cx="37215" cy="3721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36" name="SCHEM_ellipse-0334"/>
              <p:cNvSpPr/>
              <p:nvPr/>
            </p:nvSpPr>
            <p:spPr>
              <a:xfrm>
                <a:off x="4154198" y="5066088"/>
                <a:ext cx="48761" cy="4876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37" name="SCHEM_ellipse-0335"/>
              <p:cNvSpPr/>
              <p:nvPr/>
            </p:nvSpPr>
            <p:spPr>
              <a:xfrm>
                <a:off x="7430316" y="2420589"/>
                <a:ext cx="122838" cy="12283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38" name="SCHEM_ellipse-0336"/>
              <p:cNvSpPr/>
              <p:nvPr/>
            </p:nvSpPr>
            <p:spPr>
              <a:xfrm>
                <a:off x="5723035" y="5020336"/>
                <a:ext cx="39055" cy="3905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39" name="SCHEM_ellipse-0337"/>
              <p:cNvSpPr/>
              <p:nvPr/>
            </p:nvSpPr>
            <p:spPr>
              <a:xfrm>
                <a:off x="7534318" y="3451969"/>
                <a:ext cx="37408" cy="3740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40" name="SCHEM_ellipse-0338"/>
              <p:cNvSpPr/>
              <p:nvPr/>
            </p:nvSpPr>
            <p:spPr>
              <a:xfrm>
                <a:off x="3392125" y="3161465"/>
                <a:ext cx="139687" cy="13968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41" name="SCHEM_ellipse-0339"/>
              <p:cNvSpPr/>
              <p:nvPr/>
            </p:nvSpPr>
            <p:spPr>
              <a:xfrm>
                <a:off x="3536424" y="3473383"/>
                <a:ext cx="70304" cy="7030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42" name="SCHEM_ellipse-0340"/>
              <p:cNvSpPr/>
              <p:nvPr/>
            </p:nvSpPr>
            <p:spPr>
              <a:xfrm>
                <a:off x="7106345" y="2638102"/>
                <a:ext cx="131575" cy="13157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43" name="SCHEM_ellipse-0341"/>
              <p:cNvSpPr/>
              <p:nvPr/>
            </p:nvSpPr>
            <p:spPr>
              <a:xfrm>
                <a:off x="6964044" y="3727253"/>
                <a:ext cx="38797" cy="3879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44" name="SCHEM_ellipse-0342"/>
              <p:cNvSpPr/>
              <p:nvPr/>
            </p:nvSpPr>
            <p:spPr>
              <a:xfrm>
                <a:off x="3955852" y="4165166"/>
                <a:ext cx="55743" cy="5574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45" name="SCHEM_ellipse-0343"/>
              <p:cNvSpPr/>
              <p:nvPr/>
            </p:nvSpPr>
            <p:spPr>
              <a:xfrm>
                <a:off x="4054765" y="2095176"/>
                <a:ext cx="26070" cy="2607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46" name="SCHEM_ellipse-0344"/>
              <p:cNvSpPr/>
              <p:nvPr/>
            </p:nvSpPr>
            <p:spPr>
              <a:xfrm>
                <a:off x="6908134" y="4809302"/>
                <a:ext cx="116170" cy="11617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47" name="SCHEM_ellipse-0345"/>
              <p:cNvSpPr/>
              <p:nvPr/>
            </p:nvSpPr>
            <p:spPr>
              <a:xfrm>
                <a:off x="3778108" y="3488643"/>
                <a:ext cx="43392" cy="4339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48" name="SCHEM_ellipse-0346"/>
              <p:cNvSpPr/>
              <p:nvPr/>
            </p:nvSpPr>
            <p:spPr>
              <a:xfrm>
                <a:off x="7128446" y="2159767"/>
                <a:ext cx="64065" cy="6406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49" name="SCHEM_ellipse-0347"/>
              <p:cNvSpPr/>
              <p:nvPr/>
            </p:nvSpPr>
            <p:spPr>
              <a:xfrm>
                <a:off x="3661913" y="3779322"/>
                <a:ext cx="137754" cy="13775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50" name="SCHEM_ellipse-0348"/>
              <p:cNvSpPr/>
              <p:nvPr/>
            </p:nvSpPr>
            <p:spPr>
              <a:xfrm>
                <a:off x="3409021" y="3366994"/>
                <a:ext cx="20390" cy="2039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51" name="SCHEM_ellipse-0349"/>
              <p:cNvSpPr/>
              <p:nvPr/>
            </p:nvSpPr>
            <p:spPr>
              <a:xfrm>
                <a:off x="7552401" y="3352763"/>
                <a:ext cx="67312" cy="6731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52" name="SCHEM_ellipse-0350"/>
              <p:cNvSpPr/>
              <p:nvPr/>
            </p:nvSpPr>
            <p:spPr>
              <a:xfrm>
                <a:off x="6445669" y="4652087"/>
                <a:ext cx="106571" cy="10657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53" name="SCHEM_ellipse-0351"/>
              <p:cNvSpPr/>
              <p:nvPr/>
            </p:nvSpPr>
            <p:spPr>
              <a:xfrm>
                <a:off x="3498484" y="3934794"/>
                <a:ext cx="25983" cy="2598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54" name="SCHEM_ellipse-0352"/>
              <p:cNvSpPr/>
              <p:nvPr/>
            </p:nvSpPr>
            <p:spPr>
              <a:xfrm>
                <a:off x="7545906" y="2281822"/>
                <a:ext cx="96468" cy="9646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55" name="SCHEM_ellipse-0353"/>
              <p:cNvSpPr/>
              <p:nvPr/>
            </p:nvSpPr>
            <p:spPr>
              <a:xfrm>
                <a:off x="5028424" y="5178708"/>
                <a:ext cx="33358" cy="3335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56" name="SCHEM_ellipse-0354"/>
              <p:cNvSpPr/>
              <p:nvPr/>
            </p:nvSpPr>
            <p:spPr>
              <a:xfrm>
                <a:off x="3334356" y="3566217"/>
                <a:ext cx="36067" cy="3606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57" name="SCHEM_ellipse-0355"/>
              <p:cNvSpPr/>
              <p:nvPr/>
            </p:nvSpPr>
            <p:spPr>
              <a:xfrm>
                <a:off x="6179890" y="2464923"/>
                <a:ext cx="53730" cy="5373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58" name="SCHEM_ellipse-0356"/>
              <p:cNvSpPr/>
              <p:nvPr/>
            </p:nvSpPr>
            <p:spPr>
              <a:xfrm>
                <a:off x="3048522" y="2598254"/>
                <a:ext cx="55044" cy="5504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59" name="SCHEM_ellipse-0357"/>
              <p:cNvSpPr/>
              <p:nvPr/>
            </p:nvSpPr>
            <p:spPr>
              <a:xfrm>
                <a:off x="6500321" y="4649063"/>
                <a:ext cx="60511" cy="6051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60" name="SCHEM_ellipse-0358"/>
              <p:cNvSpPr/>
              <p:nvPr/>
            </p:nvSpPr>
            <p:spPr>
              <a:xfrm>
                <a:off x="7321025" y="3703936"/>
                <a:ext cx="29053" cy="2905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61" name="SCHEM_ellipse-0359"/>
              <p:cNvSpPr/>
              <p:nvPr/>
            </p:nvSpPr>
            <p:spPr>
              <a:xfrm>
                <a:off x="6687941" y="3868419"/>
                <a:ext cx="26775" cy="2677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62" name="SCHEM_ellipse-0360"/>
              <p:cNvSpPr/>
              <p:nvPr/>
            </p:nvSpPr>
            <p:spPr>
              <a:xfrm>
                <a:off x="3795466" y="3995311"/>
                <a:ext cx="42048" cy="4204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63" name="SCHEM_ellipse-0361"/>
              <p:cNvSpPr/>
              <p:nvPr/>
            </p:nvSpPr>
            <p:spPr>
              <a:xfrm>
                <a:off x="3929673" y="5166345"/>
                <a:ext cx="32152" cy="3215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64" name="SCHEM_ellipse-0362"/>
              <p:cNvSpPr/>
              <p:nvPr/>
            </p:nvSpPr>
            <p:spPr>
              <a:xfrm>
                <a:off x="7358566" y="3817818"/>
                <a:ext cx="141419" cy="14141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65" name="SCHEM_ellipse-0363"/>
              <p:cNvSpPr/>
              <p:nvPr/>
            </p:nvSpPr>
            <p:spPr>
              <a:xfrm>
                <a:off x="6699221" y="2313562"/>
                <a:ext cx="31968" cy="3196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66" name="SCHEM_ellipse-0364"/>
              <p:cNvSpPr/>
              <p:nvPr/>
            </p:nvSpPr>
            <p:spPr>
              <a:xfrm>
                <a:off x="7106133" y="3170928"/>
                <a:ext cx="46265" cy="4626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67" name="SCHEM_ellipse-0365"/>
              <p:cNvSpPr/>
              <p:nvPr/>
            </p:nvSpPr>
            <p:spPr>
              <a:xfrm>
                <a:off x="6555750" y="3790669"/>
                <a:ext cx="57453" cy="5745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68" name="SCHEM_ellipse-0366"/>
              <p:cNvSpPr/>
              <p:nvPr/>
            </p:nvSpPr>
            <p:spPr>
              <a:xfrm>
                <a:off x="6434581" y="2023583"/>
                <a:ext cx="57694" cy="5769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69" name="SCHEM_ellipse-0367"/>
              <p:cNvSpPr/>
              <p:nvPr/>
            </p:nvSpPr>
            <p:spPr>
              <a:xfrm>
                <a:off x="6803760" y="2100490"/>
                <a:ext cx="20284" cy="2028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70" name="SCHEM_ellipse-0368"/>
              <p:cNvSpPr/>
              <p:nvPr/>
            </p:nvSpPr>
            <p:spPr>
              <a:xfrm>
                <a:off x="7347257" y="2251595"/>
                <a:ext cx="47797" cy="4779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71" name="SCHEM_ellipse-0369"/>
              <p:cNvSpPr/>
              <p:nvPr/>
            </p:nvSpPr>
            <p:spPr>
              <a:xfrm>
                <a:off x="4376838" y="2041648"/>
                <a:ext cx="101269" cy="10126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72" name="SCHEM_ellipse-0370"/>
              <p:cNvSpPr/>
              <p:nvPr/>
            </p:nvSpPr>
            <p:spPr>
              <a:xfrm>
                <a:off x="3376004" y="4692737"/>
                <a:ext cx="60054" cy="6005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73" name="SCHEM_ellipse-0371"/>
              <p:cNvSpPr/>
              <p:nvPr/>
            </p:nvSpPr>
            <p:spPr>
              <a:xfrm>
                <a:off x="6736581" y="2110320"/>
                <a:ext cx="36935" cy="3693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74" name="SCHEM_ellipse-0372"/>
              <p:cNvSpPr/>
              <p:nvPr/>
            </p:nvSpPr>
            <p:spPr>
              <a:xfrm>
                <a:off x="3483996" y="4696694"/>
                <a:ext cx="70717" cy="7071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75" name="SCHEM_ellipse-0373"/>
              <p:cNvSpPr/>
              <p:nvPr/>
            </p:nvSpPr>
            <p:spPr>
              <a:xfrm>
                <a:off x="7472190" y="4649506"/>
                <a:ext cx="121714" cy="12171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76" name="SCHEM_ellipse-0374"/>
              <p:cNvSpPr/>
              <p:nvPr/>
            </p:nvSpPr>
            <p:spPr>
              <a:xfrm>
                <a:off x="5395474" y="1998114"/>
                <a:ext cx="21851" cy="2185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77" name="SCHEM_ellipse-0375"/>
              <p:cNvSpPr/>
              <p:nvPr/>
            </p:nvSpPr>
            <p:spPr>
              <a:xfrm>
                <a:off x="5944007" y="5114845"/>
                <a:ext cx="71016" cy="7101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378" name="SCHEM_path-0376"/>
              <p:cNvSpPr/>
              <p:nvPr/>
            </p:nvSpPr>
            <p:spPr>
              <a:xfrm>
                <a:off x="4141721" y="2446672"/>
                <a:ext cx="1432304" cy="2255632"/>
              </a:xfrm>
              <a:custGeom>
                <a:avLst/>
                <a:gdLst/>
                <a:ahLst/>
                <a:cxnLst/>
                <a:rect l="0" t="0" r="r" b="b"/>
                <a:pathLst>
                  <a:path w="1432304" h="2255632">
                    <a:moveTo>
                      <a:pt x="1431587" y="1095728"/>
                    </a:moveTo>
                    <a:cubicBezTo>
                      <a:pt x="1432304" y="1238584"/>
                      <a:pt x="1375884" y="1377814"/>
                      <a:pt x="1343686" y="1525807"/>
                    </a:cubicBezTo>
                    <a:cubicBezTo>
                      <a:pt x="1311487" y="1673799"/>
                      <a:pt x="1306488" y="1891172"/>
                      <a:pt x="1238398" y="1983682"/>
                    </a:cubicBezTo>
                    <a:cubicBezTo>
                      <a:pt x="1170308" y="2076191"/>
                      <a:pt x="1032251" y="2036046"/>
                      <a:pt x="935146" y="2080863"/>
                    </a:cubicBezTo>
                    <a:cubicBezTo>
                      <a:pt x="838041" y="2125681"/>
                      <a:pt x="748363" y="2255632"/>
                      <a:pt x="655770" y="2252588"/>
                    </a:cubicBezTo>
                    <a:cubicBezTo>
                      <a:pt x="563176" y="2249544"/>
                      <a:pt x="454774" y="2154323"/>
                      <a:pt x="379586" y="2062599"/>
                    </a:cubicBezTo>
                    <a:cubicBezTo>
                      <a:pt x="304399" y="1970875"/>
                      <a:pt x="264941" y="1823350"/>
                      <a:pt x="204646" y="1702242"/>
                    </a:cubicBezTo>
                    <a:cubicBezTo>
                      <a:pt x="144351" y="1581135"/>
                      <a:pt x="35634" y="1472598"/>
                      <a:pt x="17817" y="1335952"/>
                    </a:cubicBezTo>
                    <a:cubicBezTo>
                      <a:pt x="0" y="1199305"/>
                      <a:pt x="75413" y="1033603"/>
                      <a:pt x="97745" y="882364"/>
                    </a:cubicBezTo>
                    <a:cubicBezTo>
                      <a:pt x="120076" y="731124"/>
                      <a:pt x="100543" y="542363"/>
                      <a:pt x="151803" y="428517"/>
                    </a:cubicBezTo>
                    <a:cubicBezTo>
                      <a:pt x="203064" y="314671"/>
                      <a:pt x="319963" y="260609"/>
                      <a:pt x="405306" y="199285"/>
                    </a:cubicBezTo>
                    <a:cubicBezTo>
                      <a:pt x="490649" y="137962"/>
                      <a:pt x="572401" y="90697"/>
                      <a:pt x="663861" y="60574"/>
                    </a:cubicBezTo>
                    <a:cubicBezTo>
                      <a:pt x="755320" y="30450"/>
                      <a:pt x="854896" y="0"/>
                      <a:pt x="954064" y="18544"/>
                    </a:cubicBezTo>
                    <a:cubicBezTo>
                      <a:pt x="1053231" y="37088"/>
                      <a:pt x="1194645" y="63482"/>
                      <a:pt x="1258866" y="171837"/>
                    </a:cubicBezTo>
                    <a:cubicBezTo>
                      <a:pt x="1323087" y="280192"/>
                      <a:pt x="1310602" y="514692"/>
                      <a:pt x="1339389" y="668674"/>
                    </a:cubicBezTo>
                    <a:cubicBezTo>
                      <a:pt x="1368176" y="822656"/>
                      <a:pt x="1430871" y="952873"/>
                      <a:pt x="1431587" y="1095728"/>
                    </a:cubicBezTo>
                    <a:close/>
                  </a:path>
                </a:pathLst>
              </a:custGeom>
              <a:solidFill>
                <a:srgbClr val="E9C2B6"/>
              </a:soli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379" name="SCHEM_ellipse-0377"/>
              <p:cNvSpPr/>
              <p:nvPr/>
            </p:nvSpPr>
            <p:spPr>
              <a:xfrm>
                <a:off x="5163784" y="4468403"/>
                <a:ext cx="42040" cy="42040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80" name="SCHEM_ellipse-0378"/>
              <p:cNvSpPr/>
              <p:nvPr/>
            </p:nvSpPr>
            <p:spPr>
              <a:xfrm>
                <a:off x="4567336" y="2866802"/>
                <a:ext cx="63301" cy="63301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81" name="SCHEM_ellipse-0379"/>
              <p:cNvSpPr/>
              <p:nvPr/>
            </p:nvSpPr>
            <p:spPr>
              <a:xfrm>
                <a:off x="4895185" y="4067636"/>
                <a:ext cx="68364" cy="68364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82" name="SCHEM_ellipse-0380"/>
              <p:cNvSpPr/>
              <p:nvPr/>
            </p:nvSpPr>
            <p:spPr>
              <a:xfrm>
                <a:off x="4893908" y="4112946"/>
                <a:ext cx="52362" cy="52362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83" name="SCHEM_ellipse-0381"/>
              <p:cNvSpPr/>
              <p:nvPr/>
            </p:nvSpPr>
            <p:spPr>
              <a:xfrm>
                <a:off x="4773252" y="4401406"/>
                <a:ext cx="73757" cy="73757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84" name="SCHEM_ellipse-0382"/>
              <p:cNvSpPr/>
              <p:nvPr/>
            </p:nvSpPr>
            <p:spPr>
              <a:xfrm>
                <a:off x="4960769" y="2699510"/>
                <a:ext cx="83570" cy="83570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85" name="SCHEM_ellipse-0383"/>
              <p:cNvSpPr/>
              <p:nvPr/>
            </p:nvSpPr>
            <p:spPr>
              <a:xfrm>
                <a:off x="4323109" y="3534526"/>
                <a:ext cx="71982" cy="71982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86" name="SCHEM_ellipse-0384"/>
              <p:cNvSpPr/>
              <p:nvPr/>
            </p:nvSpPr>
            <p:spPr>
              <a:xfrm>
                <a:off x="4882276" y="2463706"/>
                <a:ext cx="49648" cy="49648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87" name="SCHEM_ellipse-0385"/>
              <p:cNvSpPr/>
              <p:nvPr/>
            </p:nvSpPr>
            <p:spPr>
              <a:xfrm>
                <a:off x="4723696" y="3088421"/>
                <a:ext cx="45507" cy="45507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88" name="SCHEM_ellipse-0386"/>
              <p:cNvSpPr/>
              <p:nvPr/>
            </p:nvSpPr>
            <p:spPr>
              <a:xfrm>
                <a:off x="4286160" y="4051192"/>
                <a:ext cx="65395" cy="65395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89" name="SCHEM_ellipse-0387"/>
              <p:cNvSpPr/>
              <p:nvPr/>
            </p:nvSpPr>
            <p:spPr>
              <a:xfrm>
                <a:off x="4769440" y="2489897"/>
                <a:ext cx="75441" cy="75441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90" name="SCHEM_ellipse-0388"/>
              <p:cNvSpPr/>
              <p:nvPr/>
            </p:nvSpPr>
            <p:spPr>
              <a:xfrm>
                <a:off x="4794776" y="4005578"/>
                <a:ext cx="69306" cy="69306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91" name="SCHEM_ellipse-0389"/>
              <p:cNvSpPr/>
              <p:nvPr/>
            </p:nvSpPr>
            <p:spPr>
              <a:xfrm>
                <a:off x="4305253" y="3644594"/>
                <a:ext cx="68696" cy="68696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92" name="SCHEM_ellipse-0390"/>
              <p:cNvSpPr/>
              <p:nvPr/>
            </p:nvSpPr>
            <p:spPr>
              <a:xfrm>
                <a:off x="4389198" y="3020805"/>
                <a:ext cx="55003" cy="55003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93" name="SCHEM_ellipse-0391"/>
              <p:cNvSpPr/>
              <p:nvPr/>
            </p:nvSpPr>
            <p:spPr>
              <a:xfrm>
                <a:off x="4627113" y="3104070"/>
                <a:ext cx="84447" cy="84447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94" name="SCHEM_ellipse-0392"/>
              <p:cNvSpPr/>
              <p:nvPr/>
            </p:nvSpPr>
            <p:spPr>
              <a:xfrm>
                <a:off x="5376281" y="3521970"/>
                <a:ext cx="48270" cy="48270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95" name="SCHEM_ellipse-0393"/>
              <p:cNvSpPr/>
              <p:nvPr/>
            </p:nvSpPr>
            <p:spPr>
              <a:xfrm>
                <a:off x="4955577" y="4483118"/>
                <a:ext cx="69623" cy="69623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96" name="SCHEM_ellipse-0394"/>
              <p:cNvSpPr/>
              <p:nvPr/>
            </p:nvSpPr>
            <p:spPr>
              <a:xfrm>
                <a:off x="4311706" y="3590881"/>
                <a:ext cx="81276" cy="81276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97" name="SCHEM_ellipse-0395"/>
              <p:cNvSpPr/>
              <p:nvPr/>
            </p:nvSpPr>
            <p:spPr>
              <a:xfrm>
                <a:off x="4672573" y="3807990"/>
                <a:ext cx="56639" cy="56639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98" name="SCHEM_ellipse-0396"/>
              <p:cNvSpPr/>
              <p:nvPr/>
            </p:nvSpPr>
            <p:spPr>
              <a:xfrm>
                <a:off x="5064321" y="3212300"/>
                <a:ext cx="52799" cy="52799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399" name="SCHEM_ellipse-0397"/>
              <p:cNvSpPr/>
              <p:nvPr/>
            </p:nvSpPr>
            <p:spPr>
              <a:xfrm>
                <a:off x="4973126" y="4402547"/>
                <a:ext cx="72252" cy="72252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400" name="SCHEM_ellipse-0398"/>
              <p:cNvSpPr/>
              <p:nvPr/>
            </p:nvSpPr>
            <p:spPr>
              <a:xfrm>
                <a:off x="4542020" y="2576092"/>
                <a:ext cx="85201" cy="85201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401" name="SCHEM_ellipse-0399"/>
              <p:cNvSpPr/>
              <p:nvPr/>
            </p:nvSpPr>
            <p:spPr>
              <a:xfrm>
                <a:off x="4643724" y="3733476"/>
                <a:ext cx="74920" cy="74920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402" name="SCHEM_ellipse-0400"/>
              <p:cNvSpPr/>
              <p:nvPr/>
            </p:nvSpPr>
            <p:spPr>
              <a:xfrm>
                <a:off x="4586322" y="3020637"/>
                <a:ext cx="52298" cy="52298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403" name="SCHEM_ellipse-0401"/>
              <p:cNvSpPr/>
              <p:nvPr/>
            </p:nvSpPr>
            <p:spPr>
              <a:xfrm>
                <a:off x="4815124" y="3317105"/>
                <a:ext cx="80257" cy="80257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404" name="SCHEM_ellipse-0402"/>
              <p:cNvSpPr/>
              <p:nvPr/>
            </p:nvSpPr>
            <p:spPr>
              <a:xfrm>
                <a:off x="5283190" y="2733781"/>
                <a:ext cx="53691" cy="53691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405" name="SCHEM_ellipse-0403"/>
              <p:cNvSpPr/>
              <p:nvPr/>
            </p:nvSpPr>
            <p:spPr>
              <a:xfrm>
                <a:off x="4752075" y="4538881"/>
                <a:ext cx="78858" cy="78858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406" name="SCHEM_ellipse-0404"/>
              <p:cNvSpPr/>
              <p:nvPr/>
            </p:nvSpPr>
            <p:spPr>
              <a:xfrm>
                <a:off x="4746883" y="4268496"/>
                <a:ext cx="46051" cy="46051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407" name="SCHEM_ellipse-0405"/>
              <p:cNvSpPr/>
              <p:nvPr/>
            </p:nvSpPr>
            <p:spPr>
              <a:xfrm>
                <a:off x="4358016" y="4254485"/>
                <a:ext cx="82361" cy="82361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408" name="SCHEM_ellipse-0406"/>
              <p:cNvSpPr/>
              <p:nvPr/>
            </p:nvSpPr>
            <p:spPr>
              <a:xfrm>
                <a:off x="4734070" y="3201812"/>
                <a:ext cx="42182" cy="42182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409" name="SCHEM_ellipse-0407"/>
              <p:cNvSpPr/>
              <p:nvPr/>
            </p:nvSpPr>
            <p:spPr>
              <a:xfrm>
                <a:off x="4635087" y="3915886"/>
                <a:ext cx="56823" cy="56823"/>
              </a:xfrm>
              <a:prstGeom prst="ellipse">
                <a:avLst/>
              </a:prstGeom>
              <a:solidFill>
                <a:srgbClr val="D7B3A8"/>
              </a:solidFill>
              <a:ln w="9360" cap="flat">
                <a:noFill/>
              </a:ln>
              <a:effectLst/>
            </p:spPr>
          </p:sp>
          <p:sp>
            <p:nvSpPr>
              <p:cNvPr id="410" name="SCHEM_ellipse-0408"/>
              <p:cNvSpPr/>
              <p:nvPr/>
            </p:nvSpPr>
            <p:spPr>
              <a:xfrm>
                <a:off x="5032800" y="2736000"/>
                <a:ext cx="172800" cy="172800"/>
              </a:xfrm>
              <a:prstGeom prst="ellipse">
                <a:avLst/>
              </a:prstGeom>
              <a:solidFill>
                <a:srgbClr val="FFFFFF"/>
              </a:solidFill>
              <a:ln w="4320" cap="flat">
                <a:solidFill>
                  <a:srgbClr val="C9B8B1"/>
                </a:solidFill>
              </a:ln>
              <a:effectLst/>
            </p:spPr>
          </p:sp>
          <p:sp>
            <p:nvSpPr>
              <p:cNvPr id="411" name="SCHEM_ellipse-0409"/>
              <p:cNvSpPr/>
              <p:nvPr/>
            </p:nvSpPr>
            <p:spPr>
              <a:xfrm>
                <a:off x="4737600" y="2966400"/>
                <a:ext cx="187200" cy="187200"/>
              </a:xfrm>
              <a:prstGeom prst="ellipse">
                <a:avLst/>
              </a:prstGeom>
              <a:solidFill>
                <a:srgbClr val="FFFFFF"/>
              </a:solidFill>
              <a:ln w="4320" cap="flat">
                <a:solidFill>
                  <a:srgbClr val="C9B8B1"/>
                </a:solidFill>
              </a:ln>
              <a:effectLst/>
            </p:spPr>
          </p:sp>
          <p:sp>
            <p:nvSpPr>
              <p:cNvPr id="412" name="SCHEM_ellipse-0410"/>
              <p:cNvSpPr/>
              <p:nvPr/>
            </p:nvSpPr>
            <p:spPr>
              <a:xfrm>
                <a:off x="4730400" y="3297600"/>
                <a:ext cx="86400" cy="86400"/>
              </a:xfrm>
              <a:prstGeom prst="ellipse">
                <a:avLst/>
              </a:prstGeom>
              <a:solidFill>
                <a:srgbClr val="FFFFFF"/>
              </a:solidFill>
              <a:ln w="4320" cap="flat">
                <a:solidFill>
                  <a:srgbClr val="C9B8B1"/>
                </a:solidFill>
              </a:ln>
              <a:effectLst/>
            </p:spPr>
          </p:sp>
          <p:sp>
            <p:nvSpPr>
              <p:cNvPr id="413" name="SCHEM_ellipse-0411"/>
              <p:cNvSpPr/>
              <p:nvPr/>
            </p:nvSpPr>
            <p:spPr>
              <a:xfrm>
                <a:off x="4500000" y="3513600"/>
                <a:ext cx="172800" cy="172800"/>
              </a:xfrm>
              <a:prstGeom prst="ellipse">
                <a:avLst/>
              </a:prstGeom>
              <a:solidFill>
                <a:srgbClr val="FFFFFF"/>
              </a:solidFill>
              <a:ln w="4320" cap="flat">
                <a:solidFill>
                  <a:srgbClr val="C9B8B1"/>
                </a:solidFill>
              </a:ln>
              <a:effectLst/>
            </p:spPr>
          </p:sp>
          <p:sp>
            <p:nvSpPr>
              <p:cNvPr id="414" name="SCHEM_ellipse-0412"/>
              <p:cNvSpPr/>
              <p:nvPr/>
            </p:nvSpPr>
            <p:spPr>
              <a:xfrm>
                <a:off x="4831200" y="3520800"/>
                <a:ext cx="172800" cy="172800"/>
              </a:xfrm>
              <a:prstGeom prst="ellipse">
                <a:avLst/>
              </a:prstGeom>
              <a:solidFill>
                <a:srgbClr val="FFFFFF"/>
              </a:solidFill>
              <a:ln w="4320" cap="flat">
                <a:solidFill>
                  <a:srgbClr val="C9B8B1"/>
                </a:solidFill>
              </a:ln>
              <a:effectLst/>
            </p:spPr>
          </p:sp>
          <p:sp>
            <p:nvSpPr>
              <p:cNvPr id="415" name="SCHEM_ellipse-0413"/>
              <p:cNvSpPr/>
              <p:nvPr/>
            </p:nvSpPr>
            <p:spPr>
              <a:xfrm>
                <a:off x="4413600" y="3844800"/>
                <a:ext cx="244800" cy="244800"/>
              </a:xfrm>
              <a:prstGeom prst="ellipse">
                <a:avLst/>
              </a:prstGeom>
              <a:solidFill>
                <a:srgbClr val="FFFFFF"/>
              </a:solidFill>
              <a:ln w="4320" cap="flat">
                <a:solidFill>
                  <a:srgbClr val="C9B8B1"/>
                </a:solidFill>
              </a:ln>
              <a:effectLst/>
            </p:spPr>
          </p:sp>
          <p:sp>
            <p:nvSpPr>
              <p:cNvPr id="416" name="SCHEM_ellipse-0414"/>
              <p:cNvSpPr/>
              <p:nvPr/>
            </p:nvSpPr>
            <p:spPr>
              <a:xfrm>
                <a:off x="4809600" y="4154400"/>
                <a:ext cx="216000" cy="216000"/>
              </a:xfrm>
              <a:prstGeom prst="ellipse">
                <a:avLst/>
              </a:prstGeom>
              <a:solidFill>
                <a:srgbClr val="FFFFFF"/>
              </a:solidFill>
              <a:ln w="4320" cap="flat">
                <a:solidFill>
                  <a:srgbClr val="C9B8B1"/>
                </a:solidFill>
              </a:ln>
              <a:effectLst/>
            </p:spPr>
          </p:sp>
        </p:grpSp>
        <p:grpSp>
          <p:nvGrpSpPr>
            <p:cNvPr id="417" name="SCHEM_water-bearing-crack"/>
            <p:cNvGrpSpPr/>
            <p:nvPr/>
          </p:nvGrpSpPr>
          <p:grpSpPr>
            <a:xfrm>
              <a:off x="5342400" y="1418400"/>
              <a:ext cx="727200" cy="3960000"/>
              <a:chOff x="5342400" y="1418400"/>
              <a:chExt cx="727200" cy="3960000"/>
            </a:xfrm>
          </p:grpSpPr>
          <p:sp>
            <p:nvSpPr>
              <p:cNvPr id="418" name="SCHEM_path-0416"/>
              <p:cNvSpPr/>
              <p:nvPr/>
            </p:nvSpPr>
            <p:spPr>
              <a:xfrm>
                <a:off x="5342400" y="1418400"/>
                <a:ext cx="612000" cy="3960000"/>
              </a:xfrm>
              <a:custGeom>
                <a:avLst/>
                <a:gdLst/>
                <a:ahLst/>
                <a:cxnLst/>
                <a:rect l="0" t="0" r="r" b="b"/>
                <a:pathLst>
                  <a:path w="612000" h="3960000">
                    <a:moveTo>
                      <a:pt x="36000" y="0"/>
                    </a:moveTo>
                    <a:lnTo>
                      <a:pt x="0" y="237600"/>
                    </a:lnTo>
                    <a:cubicBezTo>
                      <a:pt x="57600" y="338400"/>
                      <a:pt x="144000" y="360000"/>
                      <a:pt x="115200" y="597600"/>
                    </a:cubicBezTo>
                    <a:cubicBezTo>
                      <a:pt x="165600" y="799200"/>
                      <a:pt x="36000" y="928800"/>
                      <a:pt x="72000" y="1094400"/>
                    </a:cubicBezTo>
                    <a:cubicBezTo>
                      <a:pt x="115200" y="1274400"/>
                      <a:pt x="280800" y="1483200"/>
                      <a:pt x="230400" y="1684800"/>
                    </a:cubicBezTo>
                    <a:cubicBezTo>
                      <a:pt x="345600" y="1872000"/>
                      <a:pt x="230400" y="2059200"/>
                      <a:pt x="223200" y="2260800"/>
                    </a:cubicBezTo>
                    <a:cubicBezTo>
                      <a:pt x="208800" y="2505600"/>
                      <a:pt x="93600" y="2678400"/>
                      <a:pt x="115200" y="2844000"/>
                    </a:cubicBezTo>
                    <a:cubicBezTo>
                      <a:pt x="64800" y="3052800"/>
                      <a:pt x="144000" y="3196800"/>
                      <a:pt x="115200" y="3348000"/>
                    </a:cubicBezTo>
                    <a:cubicBezTo>
                      <a:pt x="115200" y="3549600"/>
                      <a:pt x="252000" y="3614400"/>
                      <a:pt x="129600" y="3772800"/>
                    </a:cubicBezTo>
                    <a:lnTo>
                      <a:pt x="144000" y="3960000"/>
                    </a:lnTo>
                    <a:lnTo>
                      <a:pt x="374400" y="3960000"/>
                    </a:lnTo>
                    <a:cubicBezTo>
                      <a:pt x="338400" y="3751200"/>
                      <a:pt x="554400" y="3686400"/>
                      <a:pt x="439200" y="3484800"/>
                    </a:cubicBezTo>
                    <a:cubicBezTo>
                      <a:pt x="345600" y="3283200"/>
                      <a:pt x="417600" y="3124800"/>
                      <a:pt x="410400" y="2966400"/>
                    </a:cubicBezTo>
                    <a:cubicBezTo>
                      <a:pt x="482400" y="2743200"/>
                      <a:pt x="504000" y="2548800"/>
                      <a:pt x="540000" y="2340000"/>
                    </a:cubicBezTo>
                    <a:cubicBezTo>
                      <a:pt x="612000" y="2145600"/>
                      <a:pt x="475200" y="2001600"/>
                      <a:pt x="518400" y="1807200"/>
                    </a:cubicBezTo>
                    <a:cubicBezTo>
                      <a:pt x="561600" y="1605600"/>
                      <a:pt x="532800" y="1483200"/>
                      <a:pt x="496800" y="1317600"/>
                    </a:cubicBezTo>
                    <a:cubicBezTo>
                      <a:pt x="518400" y="1116000"/>
                      <a:pt x="410400" y="1000800"/>
                      <a:pt x="396000" y="864000"/>
                    </a:cubicBezTo>
                    <a:cubicBezTo>
                      <a:pt x="352800" y="684000"/>
                      <a:pt x="525600" y="561600"/>
                      <a:pt x="475200" y="388800"/>
                    </a:cubicBezTo>
                    <a:cubicBezTo>
                      <a:pt x="374400" y="266400"/>
                      <a:pt x="396000" y="115200"/>
                      <a:pt x="3816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9CDAEF"/>
                  </a:gs>
                  <a:gs pos="60000">
                    <a:srgbClr val="75C5E7"/>
                  </a:gs>
                  <a:gs pos="100000">
                    <a:srgbClr val="A7DDF0"/>
                  </a:gs>
                </a:gsLst>
                <a:lin ang="5400000" scaled="1"/>
              </a:gradFill>
              <a:ln w="8640" cap="flat">
                <a:solidFill>
                  <a:srgbClr val="225A78"/>
                </a:solidFill>
              </a:ln>
              <a:effectLst/>
            </p:spPr>
          </p:sp>
          <p:sp>
            <p:nvSpPr>
              <p:cNvPr id="419" name="SCHEM_path-0417"/>
              <p:cNvSpPr/>
              <p:nvPr/>
            </p:nvSpPr>
            <p:spPr>
              <a:xfrm>
                <a:off x="5673600" y="2052000"/>
                <a:ext cx="396000" cy="1044000"/>
              </a:xfrm>
              <a:custGeom>
                <a:avLst/>
                <a:gdLst/>
                <a:ahLst/>
                <a:cxnLst/>
                <a:rect l="0" t="0" r="r" b="b"/>
                <a:pathLst>
                  <a:path w="396000" h="1044000">
                    <a:moveTo>
                      <a:pt x="86400" y="0"/>
                    </a:moveTo>
                    <a:cubicBezTo>
                      <a:pt x="266400" y="208800"/>
                      <a:pt x="122400" y="367200"/>
                      <a:pt x="223200" y="547200"/>
                    </a:cubicBezTo>
                    <a:cubicBezTo>
                      <a:pt x="266400" y="684000"/>
                      <a:pt x="381600" y="669600"/>
                      <a:pt x="396000" y="914400"/>
                    </a:cubicBezTo>
                    <a:lnTo>
                      <a:pt x="208800" y="1044000"/>
                    </a:lnTo>
                    <a:cubicBezTo>
                      <a:pt x="230400" y="864000"/>
                      <a:pt x="100800" y="691200"/>
                      <a:pt x="50400" y="532800"/>
                    </a:cubicBezTo>
                    <a:cubicBezTo>
                      <a:pt x="0" y="374400"/>
                      <a:pt x="100800" y="223200"/>
                      <a:pt x="86400" y="0"/>
                    </a:cubicBezTo>
                    <a:close/>
                  </a:path>
                </a:pathLst>
              </a:custGeom>
              <a:solidFill>
                <a:srgbClr val="BDC9A2"/>
              </a:solidFill>
              <a:ln w="7200" cap="flat">
                <a:solidFill>
                  <a:srgbClr val="677256"/>
                </a:solidFill>
              </a:ln>
              <a:effectLst/>
            </p:spPr>
          </p:sp>
          <p:sp>
            <p:nvSpPr>
              <p:cNvPr id="420" name="SCHEM_path-0418"/>
              <p:cNvSpPr/>
              <p:nvPr/>
            </p:nvSpPr>
            <p:spPr>
              <a:xfrm>
                <a:off x="5565600" y="3441600"/>
                <a:ext cx="504000" cy="1274400"/>
              </a:xfrm>
              <a:custGeom>
                <a:avLst/>
                <a:gdLst/>
                <a:ahLst/>
                <a:cxnLst/>
                <a:rect l="0" t="0" r="r" b="b"/>
                <a:pathLst>
                  <a:path w="504000" h="1274400">
                    <a:moveTo>
                      <a:pt x="295200" y="36000"/>
                    </a:moveTo>
                    <a:cubicBezTo>
                      <a:pt x="345600" y="64800"/>
                      <a:pt x="446400" y="0"/>
                      <a:pt x="482400" y="57600"/>
                    </a:cubicBezTo>
                    <a:cubicBezTo>
                      <a:pt x="504000" y="316800"/>
                      <a:pt x="309600" y="417600"/>
                      <a:pt x="302400" y="590400"/>
                    </a:cubicBezTo>
                    <a:cubicBezTo>
                      <a:pt x="266400" y="813600"/>
                      <a:pt x="115200" y="1036800"/>
                      <a:pt x="180000" y="1274400"/>
                    </a:cubicBezTo>
                    <a:cubicBezTo>
                      <a:pt x="0" y="1159200"/>
                      <a:pt x="100800" y="950400"/>
                      <a:pt x="79200" y="813600"/>
                    </a:cubicBezTo>
                    <a:cubicBezTo>
                      <a:pt x="108000" y="619200"/>
                      <a:pt x="201600" y="511200"/>
                      <a:pt x="208800" y="345600"/>
                    </a:cubicBezTo>
                    <a:close/>
                  </a:path>
                </a:pathLst>
              </a:custGeom>
              <a:solidFill>
                <a:srgbClr val="BAC7A0"/>
              </a:solidFill>
              <a:ln w="7200" cap="flat">
                <a:solidFill>
                  <a:srgbClr val="677256"/>
                </a:solidFill>
              </a:ln>
              <a:effectLst/>
            </p:spPr>
          </p:sp>
          <p:sp>
            <p:nvSpPr>
              <p:cNvPr id="421" name="SCHEM_path-0419"/>
              <p:cNvSpPr/>
              <p:nvPr/>
            </p:nvSpPr>
            <p:spPr>
              <a:xfrm>
                <a:off x="5754835" y="2216575"/>
                <a:ext cx="25668" cy="44590"/>
              </a:xfrm>
              <a:custGeom>
                <a:avLst/>
                <a:gdLst/>
                <a:ahLst/>
                <a:cxnLst/>
                <a:rect l="0" t="0" r="r" b="b"/>
                <a:pathLst>
                  <a:path w="25668" h="44590">
                    <a:moveTo>
                      <a:pt x="25537" y="22625"/>
                    </a:moveTo>
                    <a:cubicBezTo>
                      <a:pt x="25407" y="28628"/>
                      <a:pt x="22329" y="36431"/>
                      <a:pt x="18906" y="39620"/>
                    </a:cubicBezTo>
                    <a:cubicBezTo>
                      <a:pt x="15484" y="42809"/>
                      <a:pt x="8149" y="44590"/>
                      <a:pt x="5001" y="41758"/>
                    </a:cubicBezTo>
                    <a:cubicBezTo>
                      <a:pt x="1853" y="38925"/>
                      <a:pt x="41" y="29056"/>
                      <a:pt x="21" y="22625"/>
                    </a:cubicBezTo>
                    <a:cubicBezTo>
                      <a:pt x="0" y="16194"/>
                      <a:pt x="1599" y="6342"/>
                      <a:pt x="4877" y="3171"/>
                    </a:cubicBezTo>
                    <a:cubicBezTo>
                      <a:pt x="8155" y="0"/>
                      <a:pt x="16245" y="357"/>
                      <a:pt x="19688" y="3599"/>
                    </a:cubicBezTo>
                    <a:cubicBezTo>
                      <a:pt x="23131" y="6842"/>
                      <a:pt x="25668" y="16622"/>
                      <a:pt x="25537" y="22625"/>
                    </a:cubicBezTo>
                    <a:close/>
                  </a:path>
                </a:pathLst>
              </a:custGeom>
              <a:solidFill>
                <a:srgbClr val="9EAD85"/>
              </a:solidFill>
              <a:ln w="2880" cap="flat">
                <a:solidFill>
                  <a:srgbClr val="82936D"/>
                </a:solidFill>
              </a:ln>
              <a:effectLst/>
            </p:spPr>
          </p:sp>
          <p:sp>
            <p:nvSpPr>
              <p:cNvPr id="422" name="SCHEM_path-0420"/>
              <p:cNvSpPr/>
              <p:nvPr/>
            </p:nvSpPr>
            <p:spPr>
              <a:xfrm>
                <a:off x="5790512" y="2325877"/>
                <a:ext cx="26875" cy="43969"/>
              </a:xfrm>
              <a:custGeom>
                <a:avLst/>
                <a:gdLst/>
                <a:ahLst/>
                <a:cxnLst/>
                <a:rect l="0" t="0" r="r" b="b"/>
                <a:pathLst>
                  <a:path w="26875" h="43969">
                    <a:moveTo>
                      <a:pt x="26718" y="21323"/>
                    </a:moveTo>
                    <a:cubicBezTo>
                      <a:pt x="26875" y="27537"/>
                      <a:pt x="23743" y="38416"/>
                      <a:pt x="20336" y="41193"/>
                    </a:cubicBezTo>
                    <a:cubicBezTo>
                      <a:pt x="16929" y="43969"/>
                      <a:pt x="9647" y="41293"/>
                      <a:pt x="6276" y="37982"/>
                    </a:cubicBezTo>
                    <a:cubicBezTo>
                      <a:pt x="2906" y="34670"/>
                      <a:pt x="226" y="27169"/>
                      <a:pt x="113" y="21323"/>
                    </a:cubicBezTo>
                    <a:cubicBezTo>
                      <a:pt x="0" y="15476"/>
                      <a:pt x="2385" y="5806"/>
                      <a:pt x="5598" y="2903"/>
                    </a:cubicBezTo>
                    <a:cubicBezTo>
                      <a:pt x="8812" y="0"/>
                      <a:pt x="15872" y="836"/>
                      <a:pt x="19392" y="3906"/>
                    </a:cubicBezTo>
                    <a:cubicBezTo>
                      <a:pt x="22912" y="6976"/>
                      <a:pt x="26561" y="15108"/>
                      <a:pt x="26718" y="21323"/>
                    </a:cubicBezTo>
                    <a:close/>
                  </a:path>
                </a:pathLst>
              </a:custGeom>
              <a:solidFill>
                <a:srgbClr val="9EAD85"/>
              </a:solidFill>
              <a:ln w="2880" cap="flat">
                <a:solidFill>
                  <a:srgbClr val="82936D"/>
                </a:solidFill>
              </a:ln>
              <a:effectLst/>
            </p:spPr>
          </p:sp>
          <p:sp>
            <p:nvSpPr>
              <p:cNvPr id="423" name="SCHEM_path-0421"/>
              <p:cNvSpPr/>
              <p:nvPr/>
            </p:nvSpPr>
            <p:spPr>
              <a:xfrm>
                <a:off x="5790091" y="2456180"/>
                <a:ext cx="25820" cy="41643"/>
              </a:xfrm>
              <a:custGeom>
                <a:avLst/>
                <a:gdLst/>
                <a:ahLst/>
                <a:cxnLst/>
                <a:rect l="0" t="0" r="r" b="b"/>
                <a:pathLst>
                  <a:path w="25820" h="41643">
                    <a:moveTo>
                      <a:pt x="25805" y="20620"/>
                    </a:moveTo>
                    <a:cubicBezTo>
                      <a:pt x="25820" y="26646"/>
                      <a:pt x="23317" y="36000"/>
                      <a:pt x="20114" y="38821"/>
                    </a:cubicBezTo>
                    <a:cubicBezTo>
                      <a:pt x="16912" y="41643"/>
                      <a:pt x="9934" y="40583"/>
                      <a:pt x="6592" y="37549"/>
                    </a:cubicBezTo>
                    <a:cubicBezTo>
                      <a:pt x="3250" y="34516"/>
                      <a:pt x="0" y="26101"/>
                      <a:pt x="62" y="20620"/>
                    </a:cubicBezTo>
                    <a:cubicBezTo>
                      <a:pt x="125" y="15138"/>
                      <a:pt x="3639" y="7654"/>
                      <a:pt x="6966" y="4660"/>
                    </a:cubicBezTo>
                    <a:cubicBezTo>
                      <a:pt x="10293" y="1667"/>
                      <a:pt x="16882" y="0"/>
                      <a:pt x="20021" y="2660"/>
                    </a:cubicBezTo>
                    <a:cubicBezTo>
                      <a:pt x="23161" y="5320"/>
                      <a:pt x="25789" y="14593"/>
                      <a:pt x="25805" y="20620"/>
                    </a:cubicBezTo>
                    <a:close/>
                  </a:path>
                </a:pathLst>
              </a:custGeom>
              <a:solidFill>
                <a:srgbClr val="9EAD85"/>
              </a:solidFill>
              <a:ln w="2880" cap="flat">
                <a:solidFill>
                  <a:srgbClr val="82936D"/>
                </a:solidFill>
              </a:ln>
              <a:effectLst/>
            </p:spPr>
          </p:sp>
          <p:sp>
            <p:nvSpPr>
              <p:cNvPr id="424" name="SCHEM_path-0422"/>
              <p:cNvSpPr/>
              <p:nvPr/>
            </p:nvSpPr>
            <p:spPr>
              <a:xfrm>
                <a:off x="5823934" y="2628209"/>
                <a:ext cx="29532" cy="43037"/>
              </a:xfrm>
              <a:custGeom>
                <a:avLst/>
                <a:gdLst/>
                <a:ahLst/>
                <a:cxnLst/>
                <a:rect l="0" t="0" r="r" b="b"/>
                <a:pathLst>
                  <a:path w="29532" h="43037">
                    <a:moveTo>
                      <a:pt x="29393" y="21391"/>
                    </a:moveTo>
                    <a:cubicBezTo>
                      <a:pt x="29253" y="27221"/>
                      <a:pt x="25148" y="34643"/>
                      <a:pt x="21580" y="37795"/>
                    </a:cubicBezTo>
                    <a:cubicBezTo>
                      <a:pt x="18012" y="40947"/>
                      <a:pt x="11562" y="43037"/>
                      <a:pt x="7987" y="40303"/>
                    </a:cubicBezTo>
                    <a:cubicBezTo>
                      <a:pt x="4412" y="37569"/>
                      <a:pt x="0" y="27356"/>
                      <a:pt x="130" y="21391"/>
                    </a:cubicBezTo>
                    <a:cubicBezTo>
                      <a:pt x="260" y="15425"/>
                      <a:pt x="5053" y="7604"/>
                      <a:pt x="8768" y="4508"/>
                    </a:cubicBezTo>
                    <a:cubicBezTo>
                      <a:pt x="12482" y="1411"/>
                      <a:pt x="18979" y="0"/>
                      <a:pt x="22416" y="2814"/>
                    </a:cubicBezTo>
                    <a:cubicBezTo>
                      <a:pt x="25854" y="5628"/>
                      <a:pt x="29532" y="15560"/>
                      <a:pt x="29393" y="21391"/>
                    </a:cubicBezTo>
                    <a:close/>
                  </a:path>
                </a:pathLst>
              </a:custGeom>
              <a:solidFill>
                <a:srgbClr val="9EAD85"/>
              </a:solidFill>
              <a:ln w="2880" cap="flat">
                <a:solidFill>
                  <a:srgbClr val="82936D"/>
                </a:solidFill>
              </a:ln>
              <a:effectLst/>
            </p:spPr>
          </p:sp>
          <p:sp>
            <p:nvSpPr>
              <p:cNvPr id="425" name="SCHEM_path-0423"/>
              <p:cNvSpPr/>
              <p:nvPr/>
            </p:nvSpPr>
            <p:spPr>
              <a:xfrm>
                <a:off x="5890764" y="2792280"/>
                <a:ext cx="26594" cy="44553"/>
              </a:xfrm>
              <a:custGeom>
                <a:avLst/>
                <a:gdLst/>
                <a:ahLst/>
                <a:cxnLst/>
                <a:rect l="0" t="0" r="r" b="b"/>
                <a:pathLst>
                  <a:path w="26594" h="44553">
                    <a:moveTo>
                      <a:pt x="26444" y="22920"/>
                    </a:moveTo>
                    <a:cubicBezTo>
                      <a:pt x="26594" y="28745"/>
                      <a:pt x="23764" y="38582"/>
                      <a:pt x="20414" y="41568"/>
                    </a:cubicBezTo>
                    <a:cubicBezTo>
                      <a:pt x="17064" y="44553"/>
                      <a:pt x="9719" y="43941"/>
                      <a:pt x="6341" y="40833"/>
                    </a:cubicBezTo>
                    <a:cubicBezTo>
                      <a:pt x="2964" y="37725"/>
                      <a:pt x="294" y="29272"/>
                      <a:pt x="147" y="22920"/>
                    </a:cubicBezTo>
                    <a:cubicBezTo>
                      <a:pt x="0" y="16567"/>
                      <a:pt x="2233" y="5435"/>
                      <a:pt x="5461" y="2718"/>
                    </a:cubicBezTo>
                    <a:cubicBezTo>
                      <a:pt x="8688" y="0"/>
                      <a:pt x="16016" y="3246"/>
                      <a:pt x="19513" y="6613"/>
                    </a:cubicBezTo>
                    <a:cubicBezTo>
                      <a:pt x="23010" y="9980"/>
                      <a:pt x="26293" y="17094"/>
                      <a:pt x="26444" y="22920"/>
                    </a:cubicBezTo>
                    <a:close/>
                  </a:path>
                </a:pathLst>
              </a:custGeom>
              <a:solidFill>
                <a:srgbClr val="9EAD85"/>
              </a:solidFill>
              <a:ln w="2880" cap="flat">
                <a:solidFill>
                  <a:srgbClr val="82936D"/>
                </a:solidFill>
              </a:ln>
              <a:effectLst/>
            </p:spPr>
          </p:sp>
          <p:sp>
            <p:nvSpPr>
              <p:cNvPr id="426" name="SCHEM_path-0424"/>
              <p:cNvSpPr/>
              <p:nvPr/>
            </p:nvSpPr>
            <p:spPr>
              <a:xfrm>
                <a:off x="5933892" y="2908264"/>
                <a:ext cx="26647" cy="43010"/>
              </a:xfrm>
              <a:custGeom>
                <a:avLst/>
                <a:gdLst/>
                <a:ahLst/>
                <a:cxnLst/>
                <a:rect l="0" t="0" r="r" b="b"/>
                <a:pathLst>
                  <a:path w="26647" h="43010">
                    <a:moveTo>
                      <a:pt x="26589" y="22136"/>
                    </a:moveTo>
                    <a:cubicBezTo>
                      <a:pt x="26530" y="28319"/>
                      <a:pt x="23556" y="37445"/>
                      <a:pt x="20271" y="40227"/>
                    </a:cubicBezTo>
                    <a:cubicBezTo>
                      <a:pt x="16987" y="43010"/>
                      <a:pt x="10239" y="41846"/>
                      <a:pt x="6882" y="38830"/>
                    </a:cubicBezTo>
                    <a:cubicBezTo>
                      <a:pt x="3526" y="35815"/>
                      <a:pt x="268" y="28049"/>
                      <a:pt x="134" y="22136"/>
                    </a:cubicBezTo>
                    <a:cubicBezTo>
                      <a:pt x="0" y="16223"/>
                      <a:pt x="2664" y="6521"/>
                      <a:pt x="6079" y="3353"/>
                    </a:cubicBezTo>
                    <a:cubicBezTo>
                      <a:pt x="9493" y="186"/>
                      <a:pt x="17205" y="0"/>
                      <a:pt x="20623" y="3130"/>
                    </a:cubicBezTo>
                    <a:cubicBezTo>
                      <a:pt x="24042" y="6261"/>
                      <a:pt x="26647" y="15953"/>
                      <a:pt x="26589" y="22136"/>
                    </a:cubicBezTo>
                    <a:close/>
                  </a:path>
                </a:pathLst>
              </a:custGeom>
              <a:solidFill>
                <a:srgbClr val="9EAD85"/>
              </a:solidFill>
              <a:ln w="2880" cap="flat">
                <a:solidFill>
                  <a:srgbClr val="82936D"/>
                </a:solidFill>
              </a:ln>
              <a:effectLst/>
            </p:spPr>
          </p:sp>
          <p:sp>
            <p:nvSpPr>
              <p:cNvPr id="427" name="SCHEM_path-0425"/>
              <p:cNvSpPr/>
              <p:nvPr/>
            </p:nvSpPr>
            <p:spPr>
              <a:xfrm>
                <a:off x="5924541" y="3564545"/>
                <a:ext cx="30904" cy="41539"/>
              </a:xfrm>
              <a:custGeom>
                <a:avLst/>
                <a:gdLst/>
                <a:ahLst/>
                <a:cxnLst/>
                <a:rect l="0" t="0" r="r" b="b"/>
                <a:pathLst>
                  <a:path w="30904" h="41539">
                    <a:moveTo>
                      <a:pt x="30835" y="21055"/>
                    </a:moveTo>
                    <a:cubicBezTo>
                      <a:pt x="30904" y="26809"/>
                      <a:pt x="25906" y="36176"/>
                      <a:pt x="22311" y="38858"/>
                    </a:cubicBezTo>
                    <a:cubicBezTo>
                      <a:pt x="18716" y="41539"/>
                      <a:pt x="12961" y="40111"/>
                      <a:pt x="9266" y="37144"/>
                    </a:cubicBezTo>
                    <a:cubicBezTo>
                      <a:pt x="5571" y="34177"/>
                      <a:pt x="279" y="26781"/>
                      <a:pt x="140" y="21055"/>
                    </a:cubicBezTo>
                    <a:cubicBezTo>
                      <a:pt x="0" y="15328"/>
                      <a:pt x="4802" y="5574"/>
                      <a:pt x="8428" y="2787"/>
                    </a:cubicBezTo>
                    <a:cubicBezTo>
                      <a:pt x="12053" y="0"/>
                      <a:pt x="18160" y="1288"/>
                      <a:pt x="21895" y="4333"/>
                    </a:cubicBezTo>
                    <a:cubicBezTo>
                      <a:pt x="25629" y="7377"/>
                      <a:pt x="30766" y="15300"/>
                      <a:pt x="30835" y="21055"/>
                    </a:cubicBezTo>
                    <a:close/>
                  </a:path>
                </a:pathLst>
              </a:custGeom>
              <a:solidFill>
                <a:srgbClr val="9EAD85"/>
              </a:solidFill>
              <a:ln w="2880" cap="flat">
                <a:solidFill>
                  <a:srgbClr val="82936D"/>
                </a:solidFill>
              </a:ln>
              <a:effectLst/>
            </p:spPr>
          </p:sp>
          <p:sp>
            <p:nvSpPr>
              <p:cNvPr id="428" name="SCHEM_path-0426"/>
              <p:cNvSpPr/>
              <p:nvPr/>
            </p:nvSpPr>
            <p:spPr>
              <a:xfrm>
                <a:off x="5881958" y="3701603"/>
                <a:ext cx="28773" cy="43369"/>
              </a:xfrm>
              <a:custGeom>
                <a:avLst/>
                <a:gdLst/>
                <a:ahLst/>
                <a:cxnLst/>
                <a:rect l="0" t="0" r="r" b="b"/>
                <a:pathLst>
                  <a:path w="28773" h="43369">
                    <a:moveTo>
                      <a:pt x="28772" y="20797"/>
                    </a:moveTo>
                    <a:cubicBezTo>
                      <a:pt x="28773" y="26243"/>
                      <a:pt x="24731" y="33840"/>
                      <a:pt x="21136" y="37148"/>
                    </a:cubicBezTo>
                    <a:cubicBezTo>
                      <a:pt x="17541" y="40456"/>
                      <a:pt x="10707" y="43369"/>
                      <a:pt x="7203" y="40644"/>
                    </a:cubicBezTo>
                    <a:cubicBezTo>
                      <a:pt x="3700" y="37919"/>
                      <a:pt x="0" y="27117"/>
                      <a:pt x="114" y="20797"/>
                    </a:cubicBezTo>
                    <a:cubicBezTo>
                      <a:pt x="227" y="14476"/>
                      <a:pt x="4383" y="5442"/>
                      <a:pt x="7885" y="2721"/>
                    </a:cubicBezTo>
                    <a:cubicBezTo>
                      <a:pt x="11387" y="0"/>
                      <a:pt x="17645" y="1459"/>
                      <a:pt x="21126" y="4472"/>
                    </a:cubicBezTo>
                    <a:cubicBezTo>
                      <a:pt x="24607" y="7485"/>
                      <a:pt x="28770" y="15351"/>
                      <a:pt x="28772" y="20797"/>
                    </a:cubicBezTo>
                    <a:close/>
                  </a:path>
                </a:pathLst>
              </a:custGeom>
              <a:solidFill>
                <a:srgbClr val="9EAD85"/>
              </a:solidFill>
              <a:ln w="2880" cap="flat">
                <a:solidFill>
                  <a:srgbClr val="82936D"/>
                </a:solidFill>
              </a:ln>
              <a:effectLst/>
            </p:spPr>
          </p:sp>
          <p:sp>
            <p:nvSpPr>
              <p:cNvPr id="429" name="SCHEM_path-0427"/>
              <p:cNvSpPr/>
              <p:nvPr/>
            </p:nvSpPr>
            <p:spPr>
              <a:xfrm>
                <a:off x="5803511" y="3937046"/>
                <a:ext cx="26591" cy="45070"/>
              </a:xfrm>
              <a:custGeom>
                <a:avLst/>
                <a:gdLst/>
                <a:ahLst/>
                <a:cxnLst/>
                <a:rect l="0" t="0" r="r" b="b"/>
                <a:pathLst>
                  <a:path w="26591" h="45070">
                    <a:moveTo>
                      <a:pt x="26373" y="22954"/>
                    </a:moveTo>
                    <a:cubicBezTo>
                      <a:pt x="26154" y="28946"/>
                      <a:pt x="23645" y="35994"/>
                      <a:pt x="20353" y="39228"/>
                    </a:cubicBezTo>
                    <a:cubicBezTo>
                      <a:pt x="17061" y="42462"/>
                      <a:pt x="10010" y="45070"/>
                      <a:pt x="6620" y="42358"/>
                    </a:cubicBezTo>
                    <a:cubicBezTo>
                      <a:pt x="3231" y="39645"/>
                      <a:pt x="32" y="29464"/>
                      <a:pt x="16" y="22954"/>
                    </a:cubicBezTo>
                    <a:cubicBezTo>
                      <a:pt x="0" y="16444"/>
                      <a:pt x="2915" y="6578"/>
                      <a:pt x="6523" y="3298"/>
                    </a:cubicBezTo>
                    <a:cubicBezTo>
                      <a:pt x="10131" y="18"/>
                      <a:pt x="18355" y="0"/>
                      <a:pt x="21663" y="3276"/>
                    </a:cubicBezTo>
                    <a:cubicBezTo>
                      <a:pt x="24971" y="6552"/>
                      <a:pt x="26591" y="16962"/>
                      <a:pt x="26373" y="22954"/>
                    </a:cubicBezTo>
                    <a:close/>
                  </a:path>
                </a:pathLst>
              </a:custGeom>
              <a:solidFill>
                <a:srgbClr val="9EAD85"/>
              </a:solidFill>
              <a:ln w="2880" cap="flat">
                <a:solidFill>
                  <a:srgbClr val="82936D"/>
                </a:solidFill>
              </a:ln>
              <a:effectLst/>
            </p:spPr>
          </p:sp>
          <p:sp>
            <p:nvSpPr>
              <p:cNvPr id="430" name="SCHEM_path-0428"/>
              <p:cNvSpPr/>
              <p:nvPr/>
            </p:nvSpPr>
            <p:spPr>
              <a:xfrm>
                <a:off x="5710658" y="4231848"/>
                <a:ext cx="28656" cy="44644"/>
              </a:xfrm>
              <a:custGeom>
                <a:avLst/>
                <a:gdLst/>
                <a:ahLst/>
                <a:cxnLst/>
                <a:rect l="0" t="0" r="r" b="b"/>
                <a:pathLst>
                  <a:path w="28656" h="44644">
                    <a:moveTo>
                      <a:pt x="28468" y="23352"/>
                    </a:moveTo>
                    <a:cubicBezTo>
                      <a:pt x="28279" y="29402"/>
                      <a:pt x="23470" y="36944"/>
                      <a:pt x="19761" y="40029"/>
                    </a:cubicBezTo>
                    <a:cubicBezTo>
                      <a:pt x="16053" y="43115"/>
                      <a:pt x="9494" y="44644"/>
                      <a:pt x="6217" y="41865"/>
                    </a:cubicBezTo>
                    <a:cubicBezTo>
                      <a:pt x="2940" y="39085"/>
                      <a:pt x="201" y="29784"/>
                      <a:pt x="101" y="23352"/>
                    </a:cubicBezTo>
                    <a:cubicBezTo>
                      <a:pt x="0" y="16919"/>
                      <a:pt x="2147" y="6541"/>
                      <a:pt x="5613" y="3270"/>
                    </a:cubicBezTo>
                    <a:cubicBezTo>
                      <a:pt x="9079" y="0"/>
                      <a:pt x="17086" y="383"/>
                      <a:pt x="20895" y="3730"/>
                    </a:cubicBezTo>
                    <a:cubicBezTo>
                      <a:pt x="24704" y="7077"/>
                      <a:pt x="28656" y="17302"/>
                      <a:pt x="28468" y="23352"/>
                    </a:cubicBezTo>
                    <a:close/>
                  </a:path>
                </a:pathLst>
              </a:custGeom>
              <a:solidFill>
                <a:srgbClr val="9EAD85"/>
              </a:solidFill>
              <a:ln w="2880" cap="flat">
                <a:solidFill>
                  <a:srgbClr val="82936D"/>
                </a:solidFill>
              </a:ln>
              <a:effectLst/>
            </p:spPr>
          </p:sp>
          <p:sp>
            <p:nvSpPr>
              <p:cNvPr id="431" name="SCHEM_path-0429"/>
              <p:cNvSpPr/>
              <p:nvPr/>
            </p:nvSpPr>
            <p:spPr>
              <a:xfrm>
                <a:off x="5703451" y="4436347"/>
                <a:ext cx="27184" cy="40988"/>
              </a:xfrm>
              <a:custGeom>
                <a:avLst/>
                <a:gdLst/>
                <a:ahLst/>
                <a:cxnLst/>
                <a:rect l="0" t="0" r="r" b="b"/>
                <a:pathLst>
                  <a:path w="27184" h="40988">
                    <a:moveTo>
                      <a:pt x="27103" y="20453"/>
                    </a:moveTo>
                    <a:cubicBezTo>
                      <a:pt x="27022" y="26109"/>
                      <a:pt x="23072" y="33822"/>
                      <a:pt x="19637" y="36791"/>
                    </a:cubicBezTo>
                    <a:cubicBezTo>
                      <a:pt x="16202" y="39759"/>
                      <a:pt x="9758" y="40988"/>
                      <a:pt x="6493" y="38265"/>
                    </a:cubicBezTo>
                    <a:cubicBezTo>
                      <a:pt x="3228" y="35542"/>
                      <a:pt x="0" y="26274"/>
                      <a:pt x="45" y="20453"/>
                    </a:cubicBezTo>
                    <a:cubicBezTo>
                      <a:pt x="90" y="14632"/>
                      <a:pt x="3416" y="6273"/>
                      <a:pt x="6762" y="3340"/>
                    </a:cubicBezTo>
                    <a:cubicBezTo>
                      <a:pt x="10109" y="406"/>
                      <a:pt x="16733" y="0"/>
                      <a:pt x="20123" y="2852"/>
                    </a:cubicBezTo>
                    <a:cubicBezTo>
                      <a:pt x="23514" y="5704"/>
                      <a:pt x="27184" y="14797"/>
                      <a:pt x="27103" y="20453"/>
                    </a:cubicBezTo>
                    <a:close/>
                  </a:path>
                </a:pathLst>
              </a:custGeom>
              <a:solidFill>
                <a:srgbClr val="9EAD85"/>
              </a:solidFill>
              <a:ln w="2880" cap="flat">
                <a:solidFill>
                  <a:srgbClr val="82936D"/>
                </a:solidFill>
              </a:ln>
              <a:effectLst/>
            </p:spPr>
          </p:sp>
        </p:grpSp>
        <p:sp>
          <p:nvSpPr>
            <p:cNvPr id="432" name="SCHEM_text-0430"/>
            <p:cNvSpPr txBox="1"/>
            <p:nvPr/>
          </p:nvSpPr>
          <p:spPr>
            <a:xfrm>
              <a:off x="5061600" y="828000"/>
              <a:ext cx="1080000" cy="463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Water ingress</a:t>
              </a:r>
              <a:endParaRPr lang="en-US" sz="1247"/>
            </a:p>
            <a:p>
              <a:pPr algn="ctr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(through crack)</a:t>
              </a:r>
              <a:endParaRPr lang="en-US" sz="1247"/>
            </a:p>
          </p:txBody>
        </p:sp>
        <p:cxnSp>
          <p:nvCxnSpPr>
            <p:cNvPr id="433" name="SCHEM_line-0431"/>
            <p:cNvCxnSpPr/>
            <p:nvPr/>
          </p:nvCxnSpPr>
          <p:spPr>
            <a:xfrm>
              <a:off x="5551200" y="1195200"/>
              <a:ext cx="1" cy="367200"/>
            </a:xfrm>
            <a:prstGeom prst="line">
              <a:avLst/>
            </a:prstGeom>
            <a:noFill/>
            <a:ln w="24480" cap="flat">
              <a:solidFill>
                <a:srgbClr val="147DC3"/>
              </a:solidFill>
              <a:tailEnd type="triangle" w="med" len="med"/>
            </a:ln>
            <a:effectLst/>
          </p:spPr>
        </p:cxnSp>
        <p:sp>
          <p:nvSpPr>
            <p:cNvPr id="434" name="SCHEM_text-0432"/>
            <p:cNvSpPr txBox="1"/>
            <p:nvPr/>
          </p:nvSpPr>
          <p:spPr>
            <a:xfrm>
              <a:off x="6796800" y="1087200"/>
              <a:ext cx="10728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Cement matrix</a:t>
              </a:r>
              <a:endParaRPr lang="en-US" sz="1191"/>
            </a:p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(with fine grains)</a:t>
              </a:r>
              <a:endParaRPr lang="en-US" sz="1191"/>
            </a:p>
          </p:txBody>
        </p:sp>
        <p:cxnSp>
          <p:nvCxnSpPr>
            <p:cNvPr id="435" name="SCHEM_line-0433"/>
            <p:cNvCxnSpPr/>
            <p:nvPr/>
          </p:nvCxnSpPr>
          <p:spPr>
            <a:xfrm flipH="1">
              <a:off x="6444000" y="1202400"/>
              <a:ext cx="280800" cy="5328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436" name="SCHEM_ellipse-0434"/>
            <p:cNvSpPr/>
            <p:nvPr/>
          </p:nvSpPr>
          <p:spPr>
            <a:xfrm>
              <a:off x="6422400" y="17136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437" name="SCHEM_text-0435"/>
            <p:cNvSpPr txBox="1"/>
            <p:nvPr/>
          </p:nvSpPr>
          <p:spPr>
            <a:xfrm>
              <a:off x="3096000" y="2700000"/>
              <a:ext cx="1260000" cy="463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Porous lime clast</a:t>
              </a:r>
              <a:endParaRPr lang="en-US" sz="1247"/>
            </a:p>
            <a:p>
              <a:pPr algn="l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(Ca-rich reservoir)</a:t>
              </a:r>
              <a:endParaRPr lang="en-US" sz="1247"/>
            </a:p>
          </p:txBody>
        </p:sp>
        <p:cxnSp>
          <p:nvCxnSpPr>
            <p:cNvPr id="438" name="SCHEM_line-0436"/>
            <p:cNvCxnSpPr/>
            <p:nvPr/>
          </p:nvCxnSpPr>
          <p:spPr>
            <a:xfrm>
              <a:off x="4255200" y="2872800"/>
              <a:ext cx="396000" cy="2952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439" name="SCHEM_ellipse-0437"/>
            <p:cNvSpPr/>
            <p:nvPr/>
          </p:nvSpPr>
          <p:spPr>
            <a:xfrm>
              <a:off x="4629600" y="31464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440" name="SCHEM_text-0438"/>
            <p:cNvSpPr txBox="1"/>
            <p:nvPr/>
          </p:nvSpPr>
          <p:spPr>
            <a:xfrm>
              <a:off x="6141600" y="2188800"/>
              <a:ext cx="17136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Calcite precipitation</a:t>
              </a:r>
              <a:endParaRPr lang="en-US" sz="1361"/>
            </a:p>
          </p:txBody>
        </p:sp>
        <p:cxnSp>
          <p:nvCxnSpPr>
            <p:cNvPr id="441" name="SCHEM_line-0439"/>
            <p:cNvCxnSpPr/>
            <p:nvPr/>
          </p:nvCxnSpPr>
          <p:spPr>
            <a:xfrm flipH="1">
              <a:off x="5796000" y="2311200"/>
              <a:ext cx="295200" cy="1656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442" name="SCHEM_ellipse-0440"/>
            <p:cNvSpPr/>
            <p:nvPr/>
          </p:nvSpPr>
          <p:spPr>
            <a:xfrm>
              <a:off x="5774400" y="24552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443" name="SCHEM_text-0441"/>
            <p:cNvSpPr txBox="1"/>
            <p:nvPr/>
          </p:nvSpPr>
          <p:spPr>
            <a:xfrm>
              <a:off x="3621600" y="3492000"/>
              <a:ext cx="475200" cy="2498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Pores</a:t>
              </a:r>
              <a:endParaRPr lang="en-US" sz="1247"/>
            </a:p>
          </p:txBody>
        </p:sp>
        <p:cxnSp>
          <p:nvCxnSpPr>
            <p:cNvPr id="444" name="SCHEM_line-0442"/>
            <p:cNvCxnSpPr/>
            <p:nvPr/>
          </p:nvCxnSpPr>
          <p:spPr>
            <a:xfrm>
              <a:off x="4024800" y="3585600"/>
              <a:ext cx="496800" cy="288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445" name="SCHEM_ellipse-0443"/>
            <p:cNvSpPr/>
            <p:nvPr/>
          </p:nvSpPr>
          <p:spPr>
            <a:xfrm>
              <a:off x="4500000" y="35928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cxnSp>
          <p:nvCxnSpPr>
            <p:cNvPr id="446" name="SCHEM_line-0444"/>
            <p:cNvCxnSpPr/>
            <p:nvPr/>
          </p:nvCxnSpPr>
          <p:spPr>
            <a:xfrm>
              <a:off x="4024800" y="3585600"/>
              <a:ext cx="446400" cy="3240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447" name="SCHEM_ellipse-0445"/>
            <p:cNvSpPr/>
            <p:nvPr/>
          </p:nvSpPr>
          <p:spPr>
            <a:xfrm>
              <a:off x="4449600" y="38880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448" name="SCHEM_ellipse-0446"/>
            <p:cNvSpPr/>
            <p:nvPr/>
          </p:nvSpPr>
          <p:spPr>
            <a:xfrm>
              <a:off x="5220000" y="2908800"/>
              <a:ext cx="302400" cy="302400"/>
            </a:xfrm>
            <a:prstGeom prst="ellipse">
              <a:avLst/>
            </a:prstGeom>
            <a:solidFill>
              <a:srgbClr val="FFFFFF"/>
            </a:solidFill>
            <a:ln w="14400" cap="flat">
              <a:solidFill>
                <a:srgbClr val="1572BD"/>
              </a:solidFill>
            </a:ln>
            <a:effectLst/>
          </p:spPr>
        </p:sp>
        <p:sp>
          <p:nvSpPr>
            <p:cNvPr id="449" name="SCHEM_text-0447"/>
            <p:cNvSpPr txBox="1"/>
            <p:nvPr/>
          </p:nvSpPr>
          <p:spPr>
            <a:xfrm>
              <a:off x="5234400" y="2966400"/>
              <a:ext cx="273600" cy="220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077" b="1">
                  <a:solidFill>
                    <a:srgbClr val="0767AB"/>
                  </a:solidFill>
                  <a:latin typeface="Times New Roman"/>
                  <a:ea typeface="Times New Roman"/>
                  <a:cs typeface="Times New Roman"/>
                </a:rPr>
                <a:t>Ca²⁺</a:t>
              </a:r>
              <a:endParaRPr lang="en-US" sz="1077"/>
            </a:p>
          </p:txBody>
        </p:sp>
        <p:sp>
          <p:nvSpPr>
            <p:cNvPr id="450" name="SCHEM_ellipse-0448"/>
            <p:cNvSpPr/>
            <p:nvPr/>
          </p:nvSpPr>
          <p:spPr>
            <a:xfrm>
              <a:off x="5054400" y="3686400"/>
              <a:ext cx="302400" cy="302400"/>
            </a:xfrm>
            <a:prstGeom prst="ellipse">
              <a:avLst/>
            </a:prstGeom>
            <a:solidFill>
              <a:srgbClr val="FFFFFF"/>
            </a:solidFill>
            <a:ln w="14400" cap="flat">
              <a:solidFill>
                <a:srgbClr val="1572BD"/>
              </a:solidFill>
            </a:ln>
            <a:effectLst/>
          </p:spPr>
        </p:sp>
        <p:sp>
          <p:nvSpPr>
            <p:cNvPr id="451" name="SCHEM_text-0449"/>
            <p:cNvSpPr txBox="1"/>
            <p:nvPr/>
          </p:nvSpPr>
          <p:spPr>
            <a:xfrm>
              <a:off x="5068800" y="3744000"/>
              <a:ext cx="273600" cy="220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077" b="1">
                  <a:solidFill>
                    <a:srgbClr val="0767AB"/>
                  </a:solidFill>
                  <a:latin typeface="Times New Roman"/>
                  <a:ea typeface="Times New Roman"/>
                  <a:cs typeface="Times New Roman"/>
                </a:rPr>
                <a:t>Ca²⁺</a:t>
              </a:r>
              <a:endParaRPr lang="en-US" sz="1077"/>
            </a:p>
          </p:txBody>
        </p:sp>
        <p:sp>
          <p:nvSpPr>
            <p:cNvPr id="452" name="SCHEM_path-0450"/>
            <p:cNvSpPr/>
            <p:nvPr/>
          </p:nvSpPr>
          <p:spPr>
            <a:xfrm>
              <a:off x="5515200" y="3067200"/>
              <a:ext cx="230400" cy="172800"/>
            </a:xfrm>
            <a:custGeom>
              <a:avLst/>
              <a:gdLst/>
              <a:ahLst/>
              <a:cxnLst/>
              <a:rect l="0" t="0" r="r" b="b"/>
              <a:pathLst>
                <a:path w="230400" h="172800">
                  <a:moveTo>
                    <a:pt x="0" y="0"/>
                  </a:moveTo>
                  <a:cubicBezTo>
                    <a:pt x="122400" y="50400"/>
                    <a:pt x="180000" y="122400"/>
                    <a:pt x="230400" y="172800"/>
                  </a:cubicBezTo>
                </a:path>
              </a:pathLst>
            </a:custGeom>
            <a:noFill/>
            <a:ln w="21600" cap="flat">
              <a:solidFill>
                <a:srgbClr val="0879B8"/>
              </a:solidFill>
            </a:ln>
            <a:effectLst/>
          </p:spPr>
        </p:sp>
        <p:cxnSp>
          <p:nvCxnSpPr>
            <p:cNvPr id="453" name="SCHEM_line-0451"/>
            <p:cNvCxnSpPr/>
            <p:nvPr/>
          </p:nvCxnSpPr>
          <p:spPr>
            <a:xfrm>
              <a:off x="5673600" y="3182400"/>
              <a:ext cx="72000" cy="57600"/>
            </a:xfrm>
            <a:prstGeom prst="line">
              <a:avLst/>
            </a:prstGeom>
            <a:noFill/>
            <a:ln w="21600" cap="flat">
              <a:solidFill>
                <a:srgbClr val="0879B8"/>
              </a:solidFill>
              <a:tailEnd type="triangle" w="med" len="med"/>
            </a:ln>
            <a:effectLst/>
          </p:spPr>
        </p:cxnSp>
        <p:sp>
          <p:nvSpPr>
            <p:cNvPr id="454" name="SCHEM_path-0452"/>
            <p:cNvSpPr/>
            <p:nvPr/>
          </p:nvSpPr>
          <p:spPr>
            <a:xfrm>
              <a:off x="5356800" y="3787200"/>
              <a:ext cx="388800" cy="129600"/>
            </a:xfrm>
            <a:custGeom>
              <a:avLst/>
              <a:gdLst/>
              <a:ahLst/>
              <a:cxnLst/>
              <a:rect l="0" t="0" r="r" b="b"/>
              <a:pathLst>
                <a:path w="388800" h="129600">
                  <a:moveTo>
                    <a:pt x="0" y="50400"/>
                  </a:moveTo>
                  <a:cubicBezTo>
                    <a:pt x="180000" y="0"/>
                    <a:pt x="309600" y="36000"/>
                    <a:pt x="388800" y="129600"/>
                  </a:cubicBezTo>
                </a:path>
              </a:pathLst>
            </a:custGeom>
            <a:noFill/>
            <a:ln w="21600" cap="flat">
              <a:solidFill>
                <a:srgbClr val="0879B8"/>
              </a:solidFill>
            </a:ln>
            <a:effectLst/>
          </p:spPr>
        </p:sp>
        <p:cxnSp>
          <p:nvCxnSpPr>
            <p:cNvPr id="455" name="SCHEM_line-0453"/>
            <p:cNvCxnSpPr/>
            <p:nvPr/>
          </p:nvCxnSpPr>
          <p:spPr>
            <a:xfrm>
              <a:off x="5673600" y="3880800"/>
              <a:ext cx="72000" cy="36000"/>
            </a:xfrm>
            <a:prstGeom prst="line">
              <a:avLst/>
            </a:prstGeom>
            <a:noFill/>
            <a:ln w="21600" cap="flat">
              <a:solidFill>
                <a:srgbClr val="0879B8"/>
              </a:solidFill>
              <a:tailEnd type="triangle" w="med" len="med"/>
            </a:ln>
            <a:effectLst/>
          </p:spPr>
        </p:cxnSp>
        <p:sp>
          <p:nvSpPr>
            <p:cNvPr id="456" name="SCHEM_path-0454"/>
            <p:cNvSpPr/>
            <p:nvPr/>
          </p:nvSpPr>
          <p:spPr>
            <a:xfrm>
              <a:off x="5162400" y="3218400"/>
              <a:ext cx="208800" cy="259200"/>
            </a:xfrm>
            <a:custGeom>
              <a:avLst/>
              <a:gdLst/>
              <a:ahLst/>
              <a:cxnLst/>
              <a:rect l="0" t="0" r="r" b="b"/>
              <a:pathLst>
                <a:path w="208800" h="259200">
                  <a:moveTo>
                    <a:pt x="208800" y="0"/>
                  </a:moveTo>
                  <a:cubicBezTo>
                    <a:pt x="172800" y="122400"/>
                    <a:pt x="79200" y="194400"/>
                    <a:pt x="0" y="259200"/>
                  </a:cubicBezTo>
                </a:path>
              </a:pathLst>
            </a:custGeom>
            <a:noFill/>
            <a:ln w="18000" cap="flat">
              <a:solidFill>
                <a:srgbClr val="0879B8"/>
              </a:solidFill>
            </a:ln>
            <a:effectLst/>
          </p:spPr>
        </p:sp>
        <p:cxnSp>
          <p:nvCxnSpPr>
            <p:cNvPr id="457" name="SCHEM_line-0455"/>
            <p:cNvCxnSpPr/>
            <p:nvPr/>
          </p:nvCxnSpPr>
          <p:spPr>
            <a:xfrm flipH="1">
              <a:off x="5162400" y="3420000"/>
              <a:ext cx="50400" cy="57600"/>
            </a:xfrm>
            <a:prstGeom prst="line">
              <a:avLst/>
            </a:prstGeom>
            <a:noFill/>
            <a:ln w="18000" cap="flat">
              <a:solidFill>
                <a:srgbClr val="0879B8"/>
              </a:solidFill>
              <a:tailEnd type="triangle" w="med" len="med"/>
            </a:ln>
            <a:effectLst/>
          </p:spPr>
        </p:cxnSp>
        <p:sp>
          <p:nvSpPr>
            <p:cNvPr id="458" name="SCHEM_text-0456"/>
            <p:cNvSpPr txBox="1"/>
            <p:nvPr/>
          </p:nvSpPr>
          <p:spPr>
            <a:xfrm>
              <a:off x="6379200" y="3103200"/>
              <a:ext cx="14256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174D75"/>
                  </a:solidFill>
                  <a:latin typeface="Times New Roman"/>
                  <a:ea typeface="Times New Roman"/>
                  <a:cs typeface="Times New Roman"/>
                </a:rPr>
                <a:t>Carbonate supply</a:t>
              </a:r>
              <a:endParaRPr lang="en-US" sz="1191"/>
            </a:p>
            <a:p>
              <a:pPr algn="l">
                <a:buNone/>
              </a:pPr>
              <a:r>
                <a:rPr lang="en-US" sz="1191">
                  <a:solidFill>
                    <a:srgbClr val="174D75"/>
                  </a:solidFill>
                  <a:latin typeface="Times New Roman"/>
                  <a:ea typeface="Times New Roman"/>
                  <a:cs typeface="Times New Roman"/>
                </a:rPr>
                <a:t>(from water)</a:t>
              </a:r>
              <a:endParaRPr lang="en-US" sz="1191"/>
            </a:p>
          </p:txBody>
        </p:sp>
        <p:sp>
          <p:nvSpPr>
            <p:cNvPr id="459" name="SCHEM_path-0457"/>
            <p:cNvSpPr/>
            <p:nvPr/>
          </p:nvSpPr>
          <p:spPr>
            <a:xfrm>
              <a:off x="5868000" y="3232800"/>
              <a:ext cx="446400" cy="151200"/>
            </a:xfrm>
            <a:custGeom>
              <a:avLst/>
              <a:gdLst/>
              <a:ahLst/>
              <a:cxnLst/>
              <a:rect l="0" t="0" r="r" b="b"/>
              <a:pathLst>
                <a:path w="446400" h="151200">
                  <a:moveTo>
                    <a:pt x="446400" y="0"/>
                  </a:moveTo>
                  <a:cubicBezTo>
                    <a:pt x="252000" y="7200"/>
                    <a:pt x="115200" y="72000"/>
                    <a:pt x="0" y="151200"/>
                  </a:cubicBezTo>
                </a:path>
              </a:pathLst>
            </a:custGeom>
            <a:noFill/>
            <a:ln w="17280" cap="flat">
              <a:solidFill>
                <a:srgbClr val="0879B8"/>
              </a:solidFill>
            </a:ln>
            <a:effectLst/>
          </p:spPr>
        </p:sp>
        <p:cxnSp>
          <p:nvCxnSpPr>
            <p:cNvPr id="460" name="SCHEM_line-0458"/>
            <p:cNvCxnSpPr/>
            <p:nvPr/>
          </p:nvCxnSpPr>
          <p:spPr>
            <a:xfrm flipH="1">
              <a:off x="5868000" y="3340800"/>
              <a:ext cx="57600" cy="43200"/>
            </a:xfrm>
            <a:prstGeom prst="line">
              <a:avLst/>
            </a:prstGeom>
            <a:noFill/>
            <a:ln w="17280" cap="flat">
              <a:solidFill>
                <a:srgbClr val="0879B8"/>
              </a:solidFill>
              <a:tailEnd type="triangle" w="med" len="med"/>
            </a:ln>
            <a:effectLst/>
          </p:spPr>
        </p:cxnSp>
        <p:sp>
          <p:nvSpPr>
            <p:cNvPr id="461" name="SCHEM_text-0459"/>
            <p:cNvSpPr txBox="1"/>
            <p:nvPr/>
          </p:nvSpPr>
          <p:spPr>
            <a:xfrm>
              <a:off x="6696000" y="4334400"/>
              <a:ext cx="11736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Possible C-A-S-H</a:t>
              </a:r>
              <a:endParaRPr lang="en-US" sz="1191"/>
            </a:p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formation</a:t>
              </a:r>
              <a:endParaRPr lang="en-US" sz="1191"/>
            </a:p>
          </p:txBody>
        </p:sp>
        <p:sp>
          <p:nvSpPr>
            <p:cNvPr id="462" name="SCHEM_path-0460"/>
            <p:cNvSpPr/>
            <p:nvPr/>
          </p:nvSpPr>
          <p:spPr>
            <a:xfrm>
              <a:off x="6366607" y="4316563"/>
              <a:ext cx="211700" cy="153456"/>
            </a:xfrm>
            <a:custGeom>
              <a:avLst/>
              <a:gdLst/>
              <a:ahLst/>
              <a:cxnLst/>
              <a:rect l="0" t="0" r="r" b="b"/>
              <a:pathLst>
                <a:path w="211700" h="153456">
                  <a:moveTo>
                    <a:pt x="210665" y="75437"/>
                  </a:moveTo>
                  <a:cubicBezTo>
                    <a:pt x="209631" y="92445"/>
                    <a:pt x="185444" y="111079"/>
                    <a:pt x="168032" y="124024"/>
                  </a:cubicBezTo>
                  <a:cubicBezTo>
                    <a:pt x="150620" y="136970"/>
                    <a:pt x="127247" y="152763"/>
                    <a:pt x="106193" y="153110"/>
                  </a:cubicBezTo>
                  <a:cubicBezTo>
                    <a:pt x="85139" y="153456"/>
                    <a:pt x="59337" y="139050"/>
                    <a:pt x="41707" y="126104"/>
                  </a:cubicBezTo>
                  <a:cubicBezTo>
                    <a:pt x="24076" y="113159"/>
                    <a:pt x="0" y="92004"/>
                    <a:pt x="410" y="75437"/>
                  </a:cubicBezTo>
                  <a:cubicBezTo>
                    <a:pt x="820" y="58870"/>
                    <a:pt x="26537" y="39144"/>
                    <a:pt x="44167" y="26702"/>
                  </a:cubicBezTo>
                  <a:cubicBezTo>
                    <a:pt x="61798" y="14261"/>
                    <a:pt x="84514" y="1577"/>
                    <a:pt x="106193" y="788"/>
                  </a:cubicBezTo>
                  <a:cubicBezTo>
                    <a:pt x="127871" y="0"/>
                    <a:pt x="156826" y="9531"/>
                    <a:pt x="174238" y="21972"/>
                  </a:cubicBezTo>
                  <a:cubicBezTo>
                    <a:pt x="191650" y="34414"/>
                    <a:pt x="211700" y="58428"/>
                    <a:pt x="210665" y="75437"/>
                  </a:cubicBezTo>
                  <a:close/>
                </a:path>
              </a:pathLst>
            </a:custGeom>
            <a:solidFill>
              <a:srgbClr val="C9C9C5"/>
            </a:solidFill>
            <a:ln w="5760" cap="flat">
              <a:solidFill>
                <a:srgbClr val="686C65"/>
              </a:solidFill>
            </a:ln>
            <a:effectLst/>
          </p:spPr>
        </p:sp>
        <p:sp>
          <p:nvSpPr>
            <p:cNvPr id="463" name="SCHEM_path-0461"/>
            <p:cNvSpPr/>
            <p:nvPr/>
          </p:nvSpPr>
          <p:spPr>
            <a:xfrm>
              <a:off x="6161892" y="4558106"/>
              <a:ext cx="297222" cy="190905"/>
            </a:xfrm>
            <a:custGeom>
              <a:avLst/>
              <a:gdLst/>
              <a:ahLst/>
              <a:cxnLst/>
              <a:rect l="0" t="0" r="r" b="b"/>
              <a:pathLst>
                <a:path w="297222" h="190905">
                  <a:moveTo>
                    <a:pt x="295204" y="93094"/>
                  </a:moveTo>
                  <a:cubicBezTo>
                    <a:pt x="294562" y="116535"/>
                    <a:pt x="293370" y="145984"/>
                    <a:pt x="269587" y="162277"/>
                  </a:cubicBezTo>
                  <a:cubicBezTo>
                    <a:pt x="245804" y="178571"/>
                    <a:pt x="191618" y="190806"/>
                    <a:pt x="152508" y="190855"/>
                  </a:cubicBezTo>
                  <a:cubicBezTo>
                    <a:pt x="113398" y="190905"/>
                    <a:pt x="60285" y="178867"/>
                    <a:pt x="34927" y="162574"/>
                  </a:cubicBezTo>
                  <a:cubicBezTo>
                    <a:pt x="9570" y="146280"/>
                    <a:pt x="0" y="116040"/>
                    <a:pt x="363" y="93094"/>
                  </a:cubicBezTo>
                  <a:cubicBezTo>
                    <a:pt x="726" y="70149"/>
                    <a:pt x="11747" y="40326"/>
                    <a:pt x="37105" y="24901"/>
                  </a:cubicBezTo>
                  <a:cubicBezTo>
                    <a:pt x="62462" y="9476"/>
                    <a:pt x="113119" y="1089"/>
                    <a:pt x="152508" y="544"/>
                  </a:cubicBezTo>
                  <a:cubicBezTo>
                    <a:pt x="191897" y="0"/>
                    <a:pt x="249657" y="6210"/>
                    <a:pt x="273439" y="21635"/>
                  </a:cubicBezTo>
                  <a:cubicBezTo>
                    <a:pt x="297222" y="37060"/>
                    <a:pt x="295846" y="69654"/>
                    <a:pt x="295204" y="93094"/>
                  </a:cubicBezTo>
                  <a:close/>
                </a:path>
              </a:pathLst>
            </a:custGeom>
            <a:solidFill>
              <a:srgbClr val="C9C9C5"/>
            </a:solidFill>
            <a:ln w="5760" cap="flat">
              <a:solidFill>
                <a:srgbClr val="686C65"/>
              </a:solidFill>
            </a:ln>
            <a:effectLst/>
          </p:spPr>
        </p:sp>
        <p:sp>
          <p:nvSpPr>
            <p:cNvPr id="464" name="SCHEM_path-0462"/>
            <p:cNvSpPr/>
            <p:nvPr/>
          </p:nvSpPr>
          <p:spPr>
            <a:xfrm>
              <a:off x="6520165" y="4616518"/>
              <a:ext cx="126347" cy="83442"/>
            </a:xfrm>
            <a:custGeom>
              <a:avLst/>
              <a:gdLst/>
              <a:ahLst/>
              <a:cxnLst/>
              <a:rect l="0" t="0" r="r" b="b"/>
              <a:pathLst>
                <a:path w="126347" h="83442">
                  <a:moveTo>
                    <a:pt x="125496" y="41882"/>
                  </a:moveTo>
                  <a:cubicBezTo>
                    <a:pt x="126347" y="51835"/>
                    <a:pt x="124789" y="66525"/>
                    <a:pt x="115179" y="73445"/>
                  </a:cubicBezTo>
                  <a:cubicBezTo>
                    <a:pt x="105569" y="80365"/>
                    <a:pt x="83674" y="83364"/>
                    <a:pt x="67835" y="83403"/>
                  </a:cubicBezTo>
                  <a:cubicBezTo>
                    <a:pt x="51995" y="83442"/>
                    <a:pt x="31328" y="80598"/>
                    <a:pt x="20140" y="73678"/>
                  </a:cubicBezTo>
                  <a:cubicBezTo>
                    <a:pt x="8953" y="66758"/>
                    <a:pt x="0" y="52007"/>
                    <a:pt x="710" y="41882"/>
                  </a:cubicBezTo>
                  <a:cubicBezTo>
                    <a:pt x="1420" y="31756"/>
                    <a:pt x="13212" y="19883"/>
                    <a:pt x="24399" y="12925"/>
                  </a:cubicBezTo>
                  <a:cubicBezTo>
                    <a:pt x="35587" y="5967"/>
                    <a:pt x="53556" y="0"/>
                    <a:pt x="67835" y="133"/>
                  </a:cubicBezTo>
                  <a:cubicBezTo>
                    <a:pt x="82113" y="266"/>
                    <a:pt x="100462" y="6766"/>
                    <a:pt x="110072" y="13724"/>
                  </a:cubicBezTo>
                  <a:cubicBezTo>
                    <a:pt x="119682" y="20682"/>
                    <a:pt x="124644" y="31928"/>
                    <a:pt x="125496" y="41882"/>
                  </a:cubicBezTo>
                  <a:close/>
                </a:path>
              </a:pathLst>
            </a:custGeom>
            <a:solidFill>
              <a:srgbClr val="C9C9C5"/>
            </a:solidFill>
            <a:ln w="5760" cap="flat">
              <a:solidFill>
                <a:srgbClr val="686C65"/>
              </a:solidFill>
            </a:ln>
            <a:effectLst/>
          </p:spPr>
        </p:sp>
        <p:sp>
          <p:nvSpPr>
            <p:cNvPr id="465" name="SCHEM_path-0463"/>
            <p:cNvSpPr/>
            <p:nvPr/>
          </p:nvSpPr>
          <p:spPr>
            <a:xfrm>
              <a:off x="6554868" y="4736330"/>
              <a:ext cx="181612" cy="233269"/>
            </a:xfrm>
            <a:custGeom>
              <a:avLst/>
              <a:gdLst/>
              <a:ahLst/>
              <a:cxnLst/>
              <a:rect l="0" t="0" r="r" b="b"/>
              <a:pathLst>
                <a:path w="181612" h="233269">
                  <a:moveTo>
                    <a:pt x="180332" y="123670"/>
                  </a:moveTo>
                  <a:cubicBezTo>
                    <a:pt x="179052" y="149426"/>
                    <a:pt x="159775" y="177859"/>
                    <a:pt x="144842" y="195816"/>
                  </a:cubicBezTo>
                  <a:cubicBezTo>
                    <a:pt x="129909" y="213773"/>
                    <a:pt x="110161" y="229556"/>
                    <a:pt x="90732" y="231412"/>
                  </a:cubicBezTo>
                  <a:cubicBezTo>
                    <a:pt x="71303" y="233269"/>
                    <a:pt x="43360" y="224912"/>
                    <a:pt x="28269" y="206955"/>
                  </a:cubicBezTo>
                  <a:cubicBezTo>
                    <a:pt x="13177" y="188998"/>
                    <a:pt x="366" y="151676"/>
                    <a:pt x="183" y="123670"/>
                  </a:cubicBezTo>
                  <a:cubicBezTo>
                    <a:pt x="0" y="95665"/>
                    <a:pt x="12081" y="59470"/>
                    <a:pt x="27172" y="38923"/>
                  </a:cubicBezTo>
                  <a:cubicBezTo>
                    <a:pt x="42264" y="18377"/>
                    <a:pt x="69841" y="0"/>
                    <a:pt x="90732" y="393"/>
                  </a:cubicBezTo>
                  <a:cubicBezTo>
                    <a:pt x="111624" y="787"/>
                    <a:pt x="137589" y="20738"/>
                    <a:pt x="152522" y="41284"/>
                  </a:cubicBezTo>
                  <a:cubicBezTo>
                    <a:pt x="167456" y="61830"/>
                    <a:pt x="181612" y="97915"/>
                    <a:pt x="180332" y="123670"/>
                  </a:cubicBezTo>
                  <a:close/>
                </a:path>
              </a:pathLst>
            </a:custGeom>
            <a:solidFill>
              <a:srgbClr val="C9C9C5"/>
            </a:solidFill>
            <a:ln w="5760" cap="flat">
              <a:solidFill>
                <a:srgbClr val="686C65"/>
              </a:solidFill>
            </a:ln>
            <a:effectLst/>
          </p:spPr>
        </p:sp>
        <p:sp>
          <p:nvSpPr>
            <p:cNvPr id="466" name="SCHEM_path-0464"/>
            <p:cNvSpPr/>
            <p:nvPr/>
          </p:nvSpPr>
          <p:spPr>
            <a:xfrm>
              <a:off x="5904000" y="4075200"/>
              <a:ext cx="396000" cy="352800"/>
            </a:xfrm>
            <a:custGeom>
              <a:avLst/>
              <a:gdLst/>
              <a:ahLst/>
              <a:cxnLst/>
              <a:rect l="0" t="0" r="r" b="b"/>
              <a:pathLst>
                <a:path w="396000" h="352800">
                  <a:moveTo>
                    <a:pt x="0" y="0"/>
                  </a:moveTo>
                  <a:cubicBezTo>
                    <a:pt x="129600" y="64800"/>
                    <a:pt x="86400" y="288000"/>
                    <a:pt x="396000" y="352800"/>
                  </a:cubicBezTo>
                </a:path>
              </a:pathLst>
            </a:custGeom>
            <a:noFill/>
            <a:ln w="12960" cap="flat">
              <a:solidFill>
                <a:srgbClr val="638152"/>
              </a:solidFill>
              <a:prstDash val="dash"/>
            </a:ln>
            <a:effectLst/>
          </p:spPr>
        </p:sp>
        <p:cxnSp>
          <p:nvCxnSpPr>
            <p:cNvPr id="467" name="SCHEM_line-0465"/>
            <p:cNvCxnSpPr/>
            <p:nvPr/>
          </p:nvCxnSpPr>
          <p:spPr>
            <a:xfrm>
              <a:off x="6242400" y="4406400"/>
              <a:ext cx="57600" cy="21600"/>
            </a:xfrm>
            <a:prstGeom prst="line">
              <a:avLst/>
            </a:prstGeom>
            <a:noFill/>
            <a:ln w="14400" cap="flat">
              <a:solidFill>
                <a:srgbClr val="638152"/>
              </a:solidFill>
              <a:tailEnd type="triangle" w="med" len="med"/>
            </a:ln>
            <a:effectLst/>
          </p:spPr>
        </p:cxnSp>
        <p:grpSp>
          <p:nvGrpSpPr>
            <p:cNvPr id="468" name="SCHEM_hydraulic-comparison"/>
            <p:cNvGrpSpPr/>
            <p:nvPr/>
          </p:nvGrpSpPr>
          <p:grpSpPr>
            <a:xfrm>
              <a:off x="8100000" y="871200"/>
              <a:ext cx="3326400" cy="4586400"/>
              <a:chOff x="8100000" y="871200"/>
              <a:chExt cx="3326400" cy="4586400"/>
            </a:xfrm>
          </p:grpSpPr>
          <p:sp>
            <p:nvSpPr>
              <p:cNvPr id="469" name="SCHEM_rect-0467"/>
              <p:cNvSpPr/>
              <p:nvPr/>
            </p:nvSpPr>
            <p:spPr>
              <a:xfrm>
                <a:off x="8100000" y="871200"/>
                <a:ext cx="3326400" cy="4586400"/>
              </a:xfrm>
              <a:prstGeom prst="rect">
                <a:avLst/>
              </a:prstGeom>
              <a:noFill/>
              <a:ln w="7200" cap="flat">
                <a:solidFill>
                  <a:srgbClr val="7C7C77"/>
                </a:solidFill>
              </a:ln>
              <a:effectLst/>
            </p:spPr>
          </p:sp>
          <p:cxnSp>
            <p:nvCxnSpPr>
              <p:cNvPr id="470" name="SCHEM_line-0468"/>
              <p:cNvCxnSpPr/>
              <p:nvPr/>
            </p:nvCxnSpPr>
            <p:spPr>
              <a:xfrm>
                <a:off x="9640800" y="885600"/>
                <a:ext cx="1" cy="4564800"/>
              </a:xfrm>
              <a:prstGeom prst="line">
                <a:avLst/>
              </a:prstGeom>
              <a:noFill/>
              <a:ln w="7200" cap="flat">
                <a:solidFill>
                  <a:srgbClr val="7C7C77"/>
                </a:solidFill>
              </a:ln>
              <a:effectLst/>
            </p:spPr>
          </p:cxnSp>
          <p:sp>
            <p:nvSpPr>
              <p:cNvPr id="471" name="SCHEM_rect-0469"/>
              <p:cNvSpPr/>
              <p:nvPr/>
            </p:nvSpPr>
            <p:spPr>
              <a:xfrm>
                <a:off x="8200800" y="1432800"/>
                <a:ext cx="1360800" cy="3398400"/>
              </a:xfrm>
              <a:prstGeom prst="rect">
                <a:avLst/>
              </a:prstGeom>
              <a:solidFill>
                <a:srgbClr val="E8E7E2"/>
              </a:solidFill>
              <a:ln w="7200" cap="flat">
                <a:solidFill>
                  <a:srgbClr val="6F716B"/>
                </a:solidFill>
              </a:ln>
              <a:effectLst/>
            </p:spPr>
          </p:sp>
          <p:sp>
            <p:nvSpPr>
              <p:cNvPr id="472" name="SCHEM_ellipse-0470"/>
              <p:cNvSpPr/>
              <p:nvPr/>
            </p:nvSpPr>
            <p:spPr>
              <a:xfrm>
                <a:off x="8845946" y="3348297"/>
                <a:ext cx="134976" cy="13497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73" name="SCHEM_ellipse-0471"/>
              <p:cNvSpPr/>
              <p:nvPr/>
            </p:nvSpPr>
            <p:spPr>
              <a:xfrm>
                <a:off x="9351749" y="4352448"/>
                <a:ext cx="39066" cy="3906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74" name="SCHEM_ellipse-0472"/>
              <p:cNvSpPr/>
              <p:nvPr/>
            </p:nvSpPr>
            <p:spPr>
              <a:xfrm>
                <a:off x="9415428" y="2876279"/>
                <a:ext cx="36033" cy="3603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75" name="SCHEM_ellipse-0473"/>
              <p:cNvSpPr/>
              <p:nvPr/>
            </p:nvSpPr>
            <p:spPr>
              <a:xfrm>
                <a:off x="8361377" y="3162776"/>
                <a:ext cx="28186" cy="2818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76" name="SCHEM_ellipse-0474"/>
              <p:cNvSpPr/>
              <p:nvPr/>
            </p:nvSpPr>
            <p:spPr>
              <a:xfrm>
                <a:off x="8532446" y="3430344"/>
                <a:ext cx="131119" cy="13111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77" name="SCHEM_ellipse-0475"/>
              <p:cNvSpPr/>
              <p:nvPr/>
            </p:nvSpPr>
            <p:spPr>
              <a:xfrm>
                <a:off x="9178829" y="1793435"/>
                <a:ext cx="23334" cy="2333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78" name="SCHEM_ellipse-0476"/>
              <p:cNvSpPr/>
              <p:nvPr/>
            </p:nvSpPr>
            <p:spPr>
              <a:xfrm>
                <a:off x="8542638" y="3274980"/>
                <a:ext cx="63646" cy="6364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79" name="SCHEM_ellipse-0477"/>
              <p:cNvSpPr/>
              <p:nvPr/>
            </p:nvSpPr>
            <p:spPr>
              <a:xfrm>
                <a:off x="9224355" y="4512963"/>
                <a:ext cx="50683" cy="5068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80" name="SCHEM_ellipse-0478"/>
              <p:cNvSpPr/>
              <p:nvPr/>
            </p:nvSpPr>
            <p:spPr>
              <a:xfrm>
                <a:off x="8994637" y="2415898"/>
                <a:ext cx="104478" cy="10447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81" name="SCHEM_ellipse-0479"/>
              <p:cNvSpPr/>
              <p:nvPr/>
            </p:nvSpPr>
            <p:spPr>
              <a:xfrm>
                <a:off x="8487694" y="3227174"/>
                <a:ext cx="51640" cy="5164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82" name="SCHEM_ellipse-0480"/>
              <p:cNvSpPr/>
              <p:nvPr/>
            </p:nvSpPr>
            <p:spPr>
              <a:xfrm>
                <a:off x="8947174" y="2769709"/>
                <a:ext cx="42135" cy="4213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83" name="SCHEM_ellipse-0481"/>
              <p:cNvSpPr/>
              <p:nvPr/>
            </p:nvSpPr>
            <p:spPr>
              <a:xfrm>
                <a:off x="8540934" y="4130730"/>
                <a:ext cx="50281" cy="5028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84" name="SCHEM_ellipse-0482"/>
              <p:cNvSpPr/>
              <p:nvPr/>
            </p:nvSpPr>
            <p:spPr>
              <a:xfrm>
                <a:off x="9134297" y="4093112"/>
                <a:ext cx="102576" cy="10257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85" name="SCHEM_ellipse-0483"/>
              <p:cNvSpPr/>
              <p:nvPr/>
            </p:nvSpPr>
            <p:spPr>
              <a:xfrm>
                <a:off x="8369735" y="2405305"/>
                <a:ext cx="67190" cy="6719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86" name="SCHEM_ellipse-0484"/>
              <p:cNvSpPr/>
              <p:nvPr/>
            </p:nvSpPr>
            <p:spPr>
              <a:xfrm>
                <a:off x="9208574" y="2804065"/>
                <a:ext cx="60418" cy="6041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87" name="SCHEM_ellipse-0485"/>
              <p:cNvSpPr/>
              <p:nvPr/>
            </p:nvSpPr>
            <p:spPr>
              <a:xfrm>
                <a:off x="8669474" y="4305422"/>
                <a:ext cx="24839" cy="2483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88" name="SCHEM_ellipse-0486"/>
              <p:cNvSpPr/>
              <p:nvPr/>
            </p:nvSpPr>
            <p:spPr>
              <a:xfrm>
                <a:off x="9120664" y="4633430"/>
                <a:ext cx="110596" cy="11059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89" name="SCHEM_ellipse-0487"/>
              <p:cNvSpPr/>
              <p:nvPr/>
            </p:nvSpPr>
            <p:spPr>
              <a:xfrm>
                <a:off x="8813210" y="1931352"/>
                <a:ext cx="34429" cy="3442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90" name="SCHEM_ellipse-0488"/>
              <p:cNvSpPr/>
              <p:nvPr/>
            </p:nvSpPr>
            <p:spPr>
              <a:xfrm>
                <a:off x="8536149" y="2469887"/>
                <a:ext cx="23710" cy="2371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91" name="SCHEM_ellipse-0489"/>
              <p:cNvSpPr/>
              <p:nvPr/>
            </p:nvSpPr>
            <p:spPr>
              <a:xfrm>
                <a:off x="8605532" y="1839227"/>
                <a:ext cx="47355" cy="4735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92" name="SCHEM_ellipse-0490"/>
              <p:cNvSpPr/>
              <p:nvPr/>
            </p:nvSpPr>
            <p:spPr>
              <a:xfrm>
                <a:off x="8691324" y="2189729"/>
                <a:ext cx="140729" cy="14072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93" name="SCHEM_ellipse-0491"/>
              <p:cNvSpPr/>
              <p:nvPr/>
            </p:nvSpPr>
            <p:spPr>
              <a:xfrm>
                <a:off x="8608344" y="3207500"/>
                <a:ext cx="66540" cy="6654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94" name="SCHEM_ellipse-0492"/>
              <p:cNvSpPr/>
              <p:nvPr/>
            </p:nvSpPr>
            <p:spPr>
              <a:xfrm>
                <a:off x="9171646" y="4615245"/>
                <a:ext cx="51752" cy="5175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95" name="SCHEM_ellipse-0493"/>
              <p:cNvSpPr/>
              <p:nvPr/>
            </p:nvSpPr>
            <p:spPr>
              <a:xfrm>
                <a:off x="9307693" y="1707279"/>
                <a:ext cx="58216" cy="5821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96" name="SCHEM_ellipse-0494"/>
              <p:cNvSpPr/>
              <p:nvPr/>
            </p:nvSpPr>
            <p:spPr>
              <a:xfrm>
                <a:off x="8609267" y="2495932"/>
                <a:ext cx="130731" cy="13073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97" name="SCHEM_ellipse-0495"/>
              <p:cNvSpPr/>
              <p:nvPr/>
            </p:nvSpPr>
            <p:spPr>
              <a:xfrm>
                <a:off x="9157476" y="2609734"/>
                <a:ext cx="39000" cy="3900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98" name="SCHEM_ellipse-0496"/>
              <p:cNvSpPr/>
              <p:nvPr/>
            </p:nvSpPr>
            <p:spPr>
              <a:xfrm>
                <a:off x="8577428" y="4513099"/>
                <a:ext cx="52027" cy="5202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499" name="SCHEM_ellipse-0497"/>
              <p:cNvSpPr/>
              <p:nvPr/>
            </p:nvSpPr>
            <p:spPr>
              <a:xfrm>
                <a:off x="8568724" y="3231790"/>
                <a:ext cx="23154" cy="2315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00" name="SCHEM_ellipse-0498"/>
              <p:cNvSpPr/>
              <p:nvPr/>
            </p:nvSpPr>
            <p:spPr>
              <a:xfrm>
                <a:off x="8521027" y="3072648"/>
                <a:ext cx="142426" cy="14242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01" name="SCHEM_ellipse-0499"/>
              <p:cNvSpPr/>
              <p:nvPr/>
            </p:nvSpPr>
            <p:spPr>
              <a:xfrm>
                <a:off x="9291290" y="3262681"/>
                <a:ext cx="59720" cy="5972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02" name="SCHEM_ellipse-0500"/>
              <p:cNvSpPr/>
              <p:nvPr/>
            </p:nvSpPr>
            <p:spPr>
              <a:xfrm>
                <a:off x="8534429" y="3729754"/>
                <a:ext cx="71802" cy="7180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03" name="SCHEM_ellipse-0501"/>
              <p:cNvSpPr/>
              <p:nvPr/>
            </p:nvSpPr>
            <p:spPr>
              <a:xfrm>
                <a:off x="8413494" y="4499071"/>
                <a:ext cx="71242" cy="7124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04" name="SCHEM_ellipse-0502"/>
              <p:cNvSpPr/>
              <p:nvPr/>
            </p:nvSpPr>
            <p:spPr>
              <a:xfrm>
                <a:off x="8642460" y="4080273"/>
                <a:ext cx="143345" cy="14334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05" name="SCHEM_ellipse-0503"/>
              <p:cNvSpPr/>
              <p:nvPr/>
            </p:nvSpPr>
            <p:spPr>
              <a:xfrm>
                <a:off x="8415951" y="3000205"/>
                <a:ext cx="50943" cy="5094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06" name="SCHEM_ellipse-0504"/>
              <p:cNvSpPr/>
              <p:nvPr/>
            </p:nvSpPr>
            <p:spPr>
              <a:xfrm>
                <a:off x="9211935" y="2354841"/>
                <a:ext cx="59134" cy="5913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07" name="SCHEM_ellipse-0505"/>
              <p:cNvSpPr/>
              <p:nvPr/>
            </p:nvSpPr>
            <p:spPr>
              <a:xfrm>
                <a:off x="9101092" y="4264349"/>
                <a:ext cx="58237" cy="5823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08" name="SCHEM_ellipse-0506"/>
              <p:cNvSpPr/>
              <p:nvPr/>
            </p:nvSpPr>
            <p:spPr>
              <a:xfrm>
                <a:off x="9265753" y="3416006"/>
                <a:ext cx="117690" cy="11769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09" name="SCHEM_ellipse-0507"/>
              <p:cNvSpPr/>
              <p:nvPr/>
            </p:nvSpPr>
            <p:spPr>
              <a:xfrm>
                <a:off x="8808128" y="2816459"/>
                <a:ext cx="44142" cy="4414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10" name="SCHEM_ellipse-0508"/>
              <p:cNvSpPr/>
              <p:nvPr/>
            </p:nvSpPr>
            <p:spPr>
              <a:xfrm>
                <a:off x="8855544" y="2776888"/>
                <a:ext cx="27681" cy="2768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11" name="SCHEM_ellipse-0509"/>
              <p:cNvSpPr/>
              <p:nvPr/>
            </p:nvSpPr>
            <p:spPr>
              <a:xfrm>
                <a:off x="8732889" y="4556809"/>
                <a:ext cx="36027" cy="3602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12" name="SCHEM_ellipse-0510"/>
              <p:cNvSpPr/>
              <p:nvPr/>
            </p:nvSpPr>
            <p:spPr>
              <a:xfrm>
                <a:off x="9419163" y="4155277"/>
                <a:ext cx="112520" cy="11252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13" name="SCHEM_ellipse-0511"/>
              <p:cNvSpPr/>
              <p:nvPr/>
            </p:nvSpPr>
            <p:spPr>
              <a:xfrm>
                <a:off x="8493425" y="4326895"/>
                <a:ext cx="69670" cy="6967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14" name="SCHEM_ellipse-0512"/>
              <p:cNvSpPr/>
              <p:nvPr/>
            </p:nvSpPr>
            <p:spPr>
              <a:xfrm>
                <a:off x="8613556" y="3654238"/>
                <a:ext cx="59225" cy="5922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15" name="SCHEM_ellipse-0513"/>
              <p:cNvSpPr/>
              <p:nvPr/>
            </p:nvSpPr>
            <p:spPr>
              <a:xfrm>
                <a:off x="9011189" y="1898416"/>
                <a:ext cx="32383" cy="3238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16" name="SCHEM_ellipse-0514"/>
              <p:cNvSpPr/>
              <p:nvPr/>
            </p:nvSpPr>
            <p:spPr>
              <a:xfrm>
                <a:off x="9089463" y="3511803"/>
                <a:ext cx="125085" cy="12508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17" name="SCHEM_ellipse-0515"/>
              <p:cNvSpPr/>
              <p:nvPr/>
            </p:nvSpPr>
            <p:spPr>
              <a:xfrm>
                <a:off x="8575885" y="4333852"/>
                <a:ext cx="60417" cy="6041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18" name="SCHEM_ellipse-0516"/>
              <p:cNvSpPr/>
              <p:nvPr/>
            </p:nvSpPr>
            <p:spPr>
              <a:xfrm>
                <a:off x="8841077" y="4265822"/>
                <a:ext cx="35816" cy="3581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19" name="SCHEM_ellipse-0517"/>
              <p:cNvSpPr/>
              <p:nvPr/>
            </p:nvSpPr>
            <p:spPr>
              <a:xfrm>
                <a:off x="8883458" y="3169756"/>
                <a:ext cx="70354" cy="7035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20" name="SCHEM_ellipse-0518"/>
              <p:cNvSpPr/>
              <p:nvPr/>
            </p:nvSpPr>
            <p:spPr>
              <a:xfrm>
                <a:off x="9353581" y="2560679"/>
                <a:ext cx="131354" cy="13135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21" name="SCHEM_ellipse-0519"/>
              <p:cNvSpPr/>
              <p:nvPr/>
            </p:nvSpPr>
            <p:spPr>
              <a:xfrm>
                <a:off x="8593596" y="4341831"/>
                <a:ext cx="66386" cy="6638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22" name="SCHEM_ellipse-0520"/>
              <p:cNvSpPr/>
              <p:nvPr/>
            </p:nvSpPr>
            <p:spPr>
              <a:xfrm>
                <a:off x="9084600" y="1622214"/>
                <a:ext cx="35984" cy="3598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23" name="SCHEM_ellipse-0521"/>
              <p:cNvSpPr/>
              <p:nvPr/>
            </p:nvSpPr>
            <p:spPr>
              <a:xfrm>
                <a:off x="8459344" y="3142412"/>
                <a:ext cx="22064" cy="2206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24" name="SCHEM_ellipse-0522"/>
              <p:cNvSpPr/>
              <p:nvPr/>
            </p:nvSpPr>
            <p:spPr>
              <a:xfrm>
                <a:off x="8267997" y="1779050"/>
                <a:ext cx="136214" cy="13621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25" name="SCHEM_ellipse-0523"/>
              <p:cNvSpPr/>
              <p:nvPr/>
            </p:nvSpPr>
            <p:spPr>
              <a:xfrm>
                <a:off x="8969020" y="4286878"/>
                <a:ext cx="69059" cy="6905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26" name="SCHEM_ellipse-0524"/>
              <p:cNvSpPr/>
              <p:nvPr/>
            </p:nvSpPr>
            <p:spPr>
              <a:xfrm>
                <a:off x="8941153" y="4235953"/>
                <a:ext cx="42698" cy="4269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27" name="SCHEM_ellipse-0525"/>
              <p:cNvSpPr/>
              <p:nvPr/>
            </p:nvSpPr>
            <p:spPr>
              <a:xfrm>
                <a:off x="8990925" y="2043914"/>
                <a:ext cx="43255" cy="4325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28" name="SCHEM_ellipse-0526"/>
              <p:cNvSpPr/>
              <p:nvPr/>
            </p:nvSpPr>
            <p:spPr>
              <a:xfrm>
                <a:off x="8306711" y="2945400"/>
                <a:ext cx="141849" cy="14184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29" name="SCHEM_ellipse-0527"/>
              <p:cNvSpPr/>
              <p:nvPr/>
            </p:nvSpPr>
            <p:spPr>
              <a:xfrm>
                <a:off x="9475602" y="3934260"/>
                <a:ext cx="22473" cy="2247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30" name="SCHEM_ellipse-0528"/>
              <p:cNvSpPr/>
              <p:nvPr/>
            </p:nvSpPr>
            <p:spPr>
              <a:xfrm>
                <a:off x="9455960" y="3211984"/>
                <a:ext cx="55166" cy="5516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31" name="SCHEM_ellipse-0529"/>
              <p:cNvSpPr/>
              <p:nvPr/>
            </p:nvSpPr>
            <p:spPr>
              <a:xfrm>
                <a:off x="8744340" y="4008246"/>
                <a:ext cx="36448" cy="3644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32" name="SCHEM_ellipse-0530"/>
              <p:cNvSpPr/>
              <p:nvPr/>
            </p:nvSpPr>
            <p:spPr>
              <a:xfrm>
                <a:off x="8345813" y="2958785"/>
                <a:ext cx="97189" cy="9718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33" name="SCHEM_ellipse-0531"/>
              <p:cNvSpPr/>
              <p:nvPr/>
            </p:nvSpPr>
            <p:spPr>
              <a:xfrm>
                <a:off x="8507895" y="2135641"/>
                <a:ext cx="56554" cy="5655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34" name="SCHEM_ellipse-0532"/>
              <p:cNvSpPr/>
              <p:nvPr/>
            </p:nvSpPr>
            <p:spPr>
              <a:xfrm>
                <a:off x="9074128" y="2211823"/>
                <a:ext cx="55764" cy="5576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35" name="SCHEM_ellipse-0533"/>
              <p:cNvSpPr/>
              <p:nvPr/>
            </p:nvSpPr>
            <p:spPr>
              <a:xfrm>
                <a:off x="8277073" y="4556915"/>
                <a:ext cx="32297" cy="3229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36" name="SCHEM_ellipse-0534"/>
              <p:cNvSpPr/>
              <p:nvPr/>
            </p:nvSpPr>
            <p:spPr>
              <a:xfrm>
                <a:off x="8824165" y="2652559"/>
                <a:ext cx="135615" cy="13561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37" name="SCHEM_ellipse-0535"/>
              <p:cNvSpPr/>
              <p:nvPr/>
            </p:nvSpPr>
            <p:spPr>
              <a:xfrm>
                <a:off x="8770574" y="2034856"/>
                <a:ext cx="64768" cy="6476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38" name="SCHEM_ellipse-0536"/>
              <p:cNvSpPr/>
              <p:nvPr/>
            </p:nvSpPr>
            <p:spPr>
              <a:xfrm>
                <a:off x="8950838" y="2356232"/>
                <a:ext cx="57131" cy="5713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39" name="SCHEM_ellipse-0537"/>
              <p:cNvSpPr/>
              <p:nvPr/>
            </p:nvSpPr>
            <p:spPr>
              <a:xfrm>
                <a:off x="9337086" y="3895175"/>
                <a:ext cx="61271" cy="6127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40" name="SCHEM_ellipse-0538"/>
              <p:cNvSpPr/>
              <p:nvPr/>
            </p:nvSpPr>
            <p:spPr>
              <a:xfrm>
                <a:off x="8650778" y="2240309"/>
                <a:ext cx="89559" cy="8955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41" name="SCHEM_ellipse-0539"/>
              <p:cNvSpPr/>
              <p:nvPr/>
            </p:nvSpPr>
            <p:spPr>
              <a:xfrm>
                <a:off x="9348909" y="2257339"/>
                <a:ext cx="39268" cy="3926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42" name="SCHEM_ellipse-0540"/>
              <p:cNvSpPr/>
              <p:nvPr/>
            </p:nvSpPr>
            <p:spPr>
              <a:xfrm>
                <a:off x="9218991" y="1854047"/>
                <a:ext cx="68298" cy="6829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43" name="SCHEM_ellipse-0541"/>
              <p:cNvSpPr/>
              <p:nvPr/>
            </p:nvSpPr>
            <p:spPr>
              <a:xfrm>
                <a:off x="8922422" y="2044682"/>
                <a:ext cx="62185" cy="6218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44" name="SCHEM_ellipse-0542"/>
              <p:cNvSpPr/>
              <p:nvPr/>
            </p:nvSpPr>
            <p:spPr>
              <a:xfrm>
                <a:off x="9030456" y="1673988"/>
                <a:ext cx="114470" cy="11447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45" name="SCHEM_ellipse-0543"/>
              <p:cNvSpPr/>
              <p:nvPr/>
            </p:nvSpPr>
            <p:spPr>
              <a:xfrm>
                <a:off x="9119135" y="2386634"/>
                <a:ext cx="37544" cy="3754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46" name="SCHEM_ellipse-0544"/>
              <p:cNvSpPr/>
              <p:nvPr/>
            </p:nvSpPr>
            <p:spPr>
              <a:xfrm>
                <a:off x="9302486" y="1964714"/>
                <a:ext cx="33212" cy="3321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47" name="SCHEM_ellipse-0545"/>
              <p:cNvSpPr/>
              <p:nvPr/>
            </p:nvSpPr>
            <p:spPr>
              <a:xfrm>
                <a:off x="8389933" y="3078592"/>
                <a:ext cx="43230" cy="4323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48" name="SCHEM_ellipse-0546"/>
              <p:cNvSpPr/>
              <p:nvPr/>
            </p:nvSpPr>
            <p:spPr>
              <a:xfrm>
                <a:off x="8551356" y="1781494"/>
                <a:ext cx="93553" cy="9355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49" name="SCHEM_ellipse-0547"/>
              <p:cNvSpPr/>
              <p:nvPr/>
            </p:nvSpPr>
            <p:spPr>
              <a:xfrm>
                <a:off x="9163058" y="3369215"/>
                <a:ext cx="61752" cy="6175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50" name="SCHEM_ellipse-0548"/>
              <p:cNvSpPr/>
              <p:nvPr/>
            </p:nvSpPr>
            <p:spPr>
              <a:xfrm>
                <a:off x="8369661" y="4570297"/>
                <a:ext cx="55888" cy="5588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51" name="SCHEM_ellipse-0549"/>
              <p:cNvSpPr/>
              <p:nvPr/>
            </p:nvSpPr>
            <p:spPr>
              <a:xfrm>
                <a:off x="8960868" y="4183503"/>
                <a:ext cx="23962" cy="2396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52" name="SCHEM_ellipse-0550"/>
              <p:cNvSpPr/>
              <p:nvPr/>
            </p:nvSpPr>
            <p:spPr>
              <a:xfrm>
                <a:off x="8967982" y="2460674"/>
                <a:ext cx="88194" cy="8819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53" name="SCHEM_ellipse-0551"/>
              <p:cNvSpPr/>
              <p:nvPr/>
            </p:nvSpPr>
            <p:spPr>
              <a:xfrm>
                <a:off x="9165749" y="1592647"/>
                <a:ext cx="58190" cy="5819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54" name="SCHEM_ellipse-0552"/>
              <p:cNvSpPr/>
              <p:nvPr/>
            </p:nvSpPr>
            <p:spPr>
              <a:xfrm>
                <a:off x="8588556" y="4243279"/>
                <a:ext cx="23232" cy="2323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55" name="SCHEM_ellipse-0553"/>
              <p:cNvSpPr/>
              <p:nvPr/>
            </p:nvSpPr>
            <p:spPr>
              <a:xfrm>
                <a:off x="8830228" y="4662886"/>
                <a:ext cx="47812" cy="4781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56" name="SCHEM_ellipse-0554"/>
              <p:cNvSpPr/>
              <p:nvPr/>
            </p:nvSpPr>
            <p:spPr>
              <a:xfrm>
                <a:off x="8967272" y="3133538"/>
                <a:ext cx="120482" cy="12048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57" name="SCHEM_ellipse-0555"/>
              <p:cNvSpPr/>
              <p:nvPr/>
            </p:nvSpPr>
            <p:spPr>
              <a:xfrm>
                <a:off x="8734275" y="2359706"/>
                <a:ext cx="35539" cy="3553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58" name="SCHEM_ellipse-0556"/>
              <p:cNvSpPr/>
              <p:nvPr/>
            </p:nvSpPr>
            <p:spPr>
              <a:xfrm>
                <a:off x="9268739" y="2542985"/>
                <a:ext cx="56378" cy="5637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59" name="SCHEM_ellipse-0557"/>
              <p:cNvSpPr/>
              <p:nvPr/>
            </p:nvSpPr>
            <p:spPr>
              <a:xfrm>
                <a:off x="9387754" y="4492268"/>
                <a:ext cx="64097" cy="6409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60" name="SCHEM_ellipse-0558"/>
              <p:cNvSpPr/>
              <p:nvPr/>
            </p:nvSpPr>
            <p:spPr>
              <a:xfrm>
                <a:off x="9312636" y="3558835"/>
                <a:ext cx="117465" cy="11746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61" name="SCHEM_ellipse-0559"/>
              <p:cNvSpPr/>
              <p:nvPr/>
            </p:nvSpPr>
            <p:spPr>
              <a:xfrm>
                <a:off x="8371114" y="1745950"/>
                <a:ext cx="35707" cy="3570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62" name="SCHEM_ellipse-0560"/>
              <p:cNvSpPr/>
              <p:nvPr/>
            </p:nvSpPr>
            <p:spPr>
              <a:xfrm>
                <a:off x="8847042" y="3096171"/>
                <a:ext cx="20869" cy="2086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63" name="SCHEM_ellipse-0561"/>
              <p:cNvSpPr/>
              <p:nvPr/>
            </p:nvSpPr>
            <p:spPr>
              <a:xfrm>
                <a:off x="8961026" y="2648343"/>
                <a:ext cx="40560" cy="4056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64" name="SCHEM_ellipse-0562"/>
              <p:cNvSpPr/>
              <p:nvPr/>
            </p:nvSpPr>
            <p:spPr>
              <a:xfrm>
                <a:off x="8301199" y="3967748"/>
                <a:ext cx="132606" cy="13260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65" name="SCHEM_ellipse-0563"/>
              <p:cNvSpPr/>
              <p:nvPr/>
            </p:nvSpPr>
            <p:spPr>
              <a:xfrm>
                <a:off x="9172918" y="1879987"/>
                <a:ext cx="21224" cy="2122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66" name="SCHEM_ellipse-0564"/>
              <p:cNvSpPr/>
              <p:nvPr/>
            </p:nvSpPr>
            <p:spPr>
              <a:xfrm>
                <a:off x="9406999" y="3484165"/>
                <a:ext cx="69173" cy="6917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67" name="SCHEM_ellipse-0565"/>
              <p:cNvSpPr/>
              <p:nvPr/>
            </p:nvSpPr>
            <p:spPr>
              <a:xfrm>
                <a:off x="8750573" y="4082624"/>
                <a:ext cx="26175" cy="2617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68" name="SCHEM_ellipse-0566"/>
              <p:cNvSpPr/>
              <p:nvPr/>
            </p:nvSpPr>
            <p:spPr>
              <a:xfrm>
                <a:off x="8295865" y="3669344"/>
                <a:ext cx="125056" cy="12505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69" name="SCHEM_ellipse-0567"/>
              <p:cNvSpPr/>
              <p:nvPr/>
            </p:nvSpPr>
            <p:spPr>
              <a:xfrm>
                <a:off x="8673910" y="3224170"/>
                <a:ext cx="52676" cy="5267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70" name="SCHEM_ellipse-0568"/>
              <p:cNvSpPr/>
              <p:nvPr/>
            </p:nvSpPr>
            <p:spPr>
              <a:xfrm>
                <a:off x="8523186" y="1518613"/>
                <a:ext cx="44244" cy="4424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71" name="SCHEM_ellipse-0569"/>
              <p:cNvSpPr/>
              <p:nvPr/>
            </p:nvSpPr>
            <p:spPr>
              <a:xfrm>
                <a:off x="8577191" y="4611520"/>
                <a:ext cx="29812" cy="2981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72" name="SCHEM_polygon-0570"/>
              <p:cNvSpPr/>
              <p:nvPr/>
            </p:nvSpPr>
            <p:spPr>
              <a:xfrm>
                <a:off x="8640000" y="1432800"/>
                <a:ext cx="439200" cy="3398400"/>
              </a:xfrm>
              <a:custGeom>
                <a:avLst/>
                <a:gdLst/>
                <a:ahLst/>
                <a:cxnLst/>
                <a:rect l="0" t="0" r="r" b="b"/>
                <a:pathLst>
                  <a:path w="439200" h="3398400">
                    <a:moveTo>
                      <a:pt x="72000" y="0"/>
                    </a:moveTo>
                    <a:lnTo>
                      <a:pt x="100800" y="302400"/>
                    </a:lnTo>
                    <a:lnTo>
                      <a:pt x="0" y="597600"/>
                    </a:lnTo>
                    <a:lnTo>
                      <a:pt x="108000" y="892800"/>
                    </a:lnTo>
                    <a:lnTo>
                      <a:pt x="115200" y="1310400"/>
                    </a:lnTo>
                    <a:lnTo>
                      <a:pt x="64800" y="1526400"/>
                    </a:lnTo>
                    <a:lnTo>
                      <a:pt x="144000" y="1713600"/>
                    </a:lnTo>
                    <a:lnTo>
                      <a:pt x="158400" y="2116800"/>
                    </a:lnTo>
                    <a:lnTo>
                      <a:pt x="93600" y="2397600"/>
                    </a:lnTo>
                    <a:lnTo>
                      <a:pt x="165600" y="2750400"/>
                    </a:lnTo>
                    <a:lnTo>
                      <a:pt x="108000" y="3031200"/>
                    </a:lnTo>
                    <a:lnTo>
                      <a:pt x="172800" y="3398400"/>
                    </a:lnTo>
                    <a:lnTo>
                      <a:pt x="439200" y="3398400"/>
                    </a:lnTo>
                    <a:lnTo>
                      <a:pt x="360000" y="3096000"/>
                    </a:lnTo>
                    <a:lnTo>
                      <a:pt x="403200" y="2750400"/>
                    </a:lnTo>
                    <a:lnTo>
                      <a:pt x="374400" y="2462400"/>
                    </a:lnTo>
                    <a:lnTo>
                      <a:pt x="439200" y="2181600"/>
                    </a:lnTo>
                    <a:lnTo>
                      <a:pt x="396000" y="1843200"/>
                    </a:lnTo>
                    <a:lnTo>
                      <a:pt x="439200" y="1591200"/>
                    </a:lnTo>
                    <a:lnTo>
                      <a:pt x="352800" y="1252800"/>
                    </a:lnTo>
                    <a:lnTo>
                      <a:pt x="424800" y="914400"/>
                    </a:lnTo>
                    <a:lnTo>
                      <a:pt x="381600" y="597600"/>
                    </a:lnTo>
                    <a:lnTo>
                      <a:pt x="432000" y="374400"/>
                    </a:lnTo>
                    <a:lnTo>
                      <a:pt x="367200" y="0"/>
                    </a:lnTo>
                    <a:close/>
                  </a:path>
                </a:pathLst>
              </a:custGeom>
              <a:solidFill>
                <a:srgbClr val="88CDE9"/>
              </a:solidFill>
              <a:ln w="7200" cap="flat">
                <a:solidFill>
                  <a:srgbClr val="275C72"/>
                </a:solidFill>
              </a:ln>
              <a:effectLst/>
            </p:spPr>
          </p:sp>
          <p:cxnSp>
            <p:nvCxnSpPr>
              <p:cNvPr id="573" name="SCHEM_line-0571"/>
              <p:cNvCxnSpPr/>
              <p:nvPr/>
            </p:nvCxnSpPr>
            <p:spPr>
              <a:xfrm>
                <a:off x="8892000" y="1994400"/>
                <a:ext cx="1" cy="396000"/>
              </a:xfrm>
              <a:prstGeom prst="line">
                <a:avLst/>
              </a:prstGeom>
              <a:noFill/>
              <a:ln w="21600" cap="flat">
                <a:solidFill>
                  <a:srgbClr val="137BB8"/>
                </a:solidFill>
                <a:tailEnd type="triangle" w="med" len="med"/>
              </a:ln>
              <a:effectLst/>
            </p:spPr>
          </p:cxnSp>
          <p:cxnSp>
            <p:nvCxnSpPr>
              <p:cNvPr id="574" name="SCHEM_line-0572"/>
              <p:cNvCxnSpPr/>
              <p:nvPr/>
            </p:nvCxnSpPr>
            <p:spPr>
              <a:xfrm>
                <a:off x="8892000" y="2916000"/>
                <a:ext cx="1" cy="396000"/>
              </a:xfrm>
              <a:prstGeom prst="line">
                <a:avLst/>
              </a:prstGeom>
              <a:noFill/>
              <a:ln w="21600" cap="flat">
                <a:solidFill>
                  <a:srgbClr val="137BB8"/>
                </a:solidFill>
                <a:tailEnd type="triangle" w="med" len="med"/>
              </a:ln>
              <a:effectLst/>
            </p:spPr>
          </p:cxnSp>
          <p:cxnSp>
            <p:nvCxnSpPr>
              <p:cNvPr id="575" name="SCHEM_line-0573"/>
              <p:cNvCxnSpPr/>
              <p:nvPr/>
            </p:nvCxnSpPr>
            <p:spPr>
              <a:xfrm>
                <a:off x="8892000" y="3844800"/>
                <a:ext cx="1" cy="396000"/>
              </a:xfrm>
              <a:prstGeom prst="line">
                <a:avLst/>
              </a:prstGeom>
              <a:noFill/>
              <a:ln w="21600" cap="flat">
                <a:solidFill>
                  <a:srgbClr val="137BB8"/>
                </a:solidFill>
                <a:tailEnd type="triangle" w="med" len="med"/>
              </a:ln>
              <a:effectLst/>
            </p:spPr>
          </p:cxnSp>
          <p:sp>
            <p:nvSpPr>
              <p:cNvPr id="576" name="SCHEM_rect-0574"/>
              <p:cNvSpPr/>
              <p:nvPr/>
            </p:nvSpPr>
            <p:spPr>
              <a:xfrm>
                <a:off x="9770400" y="1432800"/>
                <a:ext cx="1576800" cy="3398400"/>
              </a:xfrm>
              <a:prstGeom prst="rect">
                <a:avLst/>
              </a:prstGeom>
              <a:solidFill>
                <a:srgbClr val="E8E7E2"/>
              </a:solidFill>
              <a:ln w="7200" cap="flat">
                <a:solidFill>
                  <a:srgbClr val="6F716B"/>
                </a:solidFill>
              </a:ln>
              <a:effectLst/>
            </p:spPr>
          </p:sp>
          <p:sp>
            <p:nvSpPr>
              <p:cNvPr id="577" name="SCHEM_ellipse-0575"/>
              <p:cNvSpPr/>
              <p:nvPr/>
            </p:nvSpPr>
            <p:spPr>
              <a:xfrm>
                <a:off x="10561299" y="3882622"/>
                <a:ext cx="129445" cy="12944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78" name="SCHEM_ellipse-0576"/>
              <p:cNvSpPr/>
              <p:nvPr/>
            </p:nvSpPr>
            <p:spPr>
              <a:xfrm>
                <a:off x="11051014" y="2413513"/>
                <a:ext cx="70215" cy="7021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79" name="SCHEM_ellipse-0577"/>
              <p:cNvSpPr/>
              <p:nvPr/>
            </p:nvSpPr>
            <p:spPr>
              <a:xfrm>
                <a:off x="10622620" y="3907531"/>
                <a:ext cx="59294" cy="5929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80" name="SCHEM_ellipse-0578"/>
              <p:cNvSpPr/>
              <p:nvPr/>
            </p:nvSpPr>
            <p:spPr>
              <a:xfrm>
                <a:off x="11159845" y="2390994"/>
                <a:ext cx="39166" cy="3916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81" name="SCHEM_ellipse-0579"/>
              <p:cNvSpPr/>
              <p:nvPr/>
            </p:nvSpPr>
            <p:spPr>
              <a:xfrm>
                <a:off x="10806495" y="3349522"/>
                <a:ext cx="129621" cy="12962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82" name="SCHEM_ellipse-0580"/>
              <p:cNvSpPr/>
              <p:nvPr/>
            </p:nvSpPr>
            <p:spPr>
              <a:xfrm>
                <a:off x="10347452" y="4597238"/>
                <a:ext cx="20745" cy="2074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83" name="SCHEM_ellipse-0581"/>
              <p:cNvSpPr/>
              <p:nvPr/>
            </p:nvSpPr>
            <p:spPr>
              <a:xfrm>
                <a:off x="10866880" y="2723806"/>
                <a:ext cx="21467" cy="2146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84" name="SCHEM_ellipse-0582"/>
              <p:cNvSpPr/>
              <p:nvPr/>
            </p:nvSpPr>
            <p:spPr>
              <a:xfrm>
                <a:off x="10793680" y="1676607"/>
                <a:ext cx="32324" cy="3232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85" name="SCHEM_ellipse-0583"/>
              <p:cNvSpPr/>
              <p:nvPr/>
            </p:nvSpPr>
            <p:spPr>
              <a:xfrm>
                <a:off x="10252732" y="1985033"/>
                <a:ext cx="95855" cy="9585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86" name="SCHEM_ellipse-0584"/>
              <p:cNvSpPr/>
              <p:nvPr/>
            </p:nvSpPr>
            <p:spPr>
              <a:xfrm>
                <a:off x="9922833" y="4243301"/>
                <a:ext cx="24466" cy="2446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87" name="SCHEM_ellipse-0585"/>
              <p:cNvSpPr/>
              <p:nvPr/>
            </p:nvSpPr>
            <p:spPr>
              <a:xfrm>
                <a:off x="10028230" y="1741113"/>
                <a:ext cx="67304" cy="6730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88" name="SCHEM_ellipse-0586"/>
              <p:cNvSpPr/>
              <p:nvPr/>
            </p:nvSpPr>
            <p:spPr>
              <a:xfrm>
                <a:off x="10586614" y="4144115"/>
                <a:ext cx="70572" cy="7057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89" name="SCHEM_ellipse-0587"/>
              <p:cNvSpPr/>
              <p:nvPr/>
            </p:nvSpPr>
            <p:spPr>
              <a:xfrm>
                <a:off x="10493895" y="2745888"/>
                <a:ext cx="108802" cy="10880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90" name="SCHEM_ellipse-0588"/>
              <p:cNvSpPr/>
              <p:nvPr/>
            </p:nvSpPr>
            <p:spPr>
              <a:xfrm>
                <a:off x="10177773" y="3409720"/>
                <a:ext cx="70252" cy="7025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91" name="SCHEM_ellipse-0589"/>
              <p:cNvSpPr/>
              <p:nvPr/>
            </p:nvSpPr>
            <p:spPr>
              <a:xfrm>
                <a:off x="10527013" y="3933921"/>
                <a:ext cx="66244" cy="6624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92" name="SCHEM_ellipse-0590"/>
              <p:cNvSpPr/>
              <p:nvPr/>
            </p:nvSpPr>
            <p:spPr>
              <a:xfrm>
                <a:off x="11010987" y="3665512"/>
                <a:ext cx="48585" cy="4858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93" name="SCHEM_ellipse-0591"/>
              <p:cNvSpPr/>
              <p:nvPr/>
            </p:nvSpPr>
            <p:spPr>
              <a:xfrm>
                <a:off x="9902558" y="2675867"/>
                <a:ext cx="135542" cy="13554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94" name="SCHEM_ellipse-0592"/>
              <p:cNvSpPr/>
              <p:nvPr/>
            </p:nvSpPr>
            <p:spPr>
              <a:xfrm>
                <a:off x="10454295" y="3705528"/>
                <a:ext cx="33625" cy="3362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95" name="SCHEM_ellipse-0593"/>
              <p:cNvSpPr/>
              <p:nvPr/>
            </p:nvSpPr>
            <p:spPr>
              <a:xfrm>
                <a:off x="10645564" y="2203110"/>
                <a:ext cx="60900" cy="6090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96" name="SCHEM_ellipse-0594"/>
              <p:cNvSpPr/>
              <p:nvPr/>
            </p:nvSpPr>
            <p:spPr>
              <a:xfrm>
                <a:off x="10983731" y="1557250"/>
                <a:ext cx="54647" cy="5464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97" name="SCHEM_ellipse-0595"/>
              <p:cNvSpPr/>
              <p:nvPr/>
            </p:nvSpPr>
            <p:spPr>
              <a:xfrm>
                <a:off x="9917261" y="4539654"/>
                <a:ext cx="96511" cy="9651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98" name="SCHEM_ellipse-0596"/>
              <p:cNvSpPr/>
              <p:nvPr/>
            </p:nvSpPr>
            <p:spPr>
              <a:xfrm>
                <a:off x="9989428" y="4379518"/>
                <a:ext cx="52025" cy="5202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599" name="SCHEM_ellipse-0597"/>
              <p:cNvSpPr/>
              <p:nvPr/>
            </p:nvSpPr>
            <p:spPr>
              <a:xfrm>
                <a:off x="9812206" y="2997711"/>
                <a:ext cx="63133" cy="6313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00" name="SCHEM_ellipse-0598"/>
              <p:cNvSpPr/>
              <p:nvPr/>
            </p:nvSpPr>
            <p:spPr>
              <a:xfrm>
                <a:off x="10050713" y="3936446"/>
                <a:ext cx="35309" cy="3530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01" name="SCHEM_ellipse-0599"/>
              <p:cNvSpPr/>
              <p:nvPr/>
            </p:nvSpPr>
            <p:spPr>
              <a:xfrm>
                <a:off x="10426056" y="2757947"/>
                <a:ext cx="89489" cy="8948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02" name="SCHEM_ellipse-0600"/>
              <p:cNvSpPr/>
              <p:nvPr/>
            </p:nvSpPr>
            <p:spPr>
              <a:xfrm>
                <a:off x="10368717" y="3184903"/>
                <a:ext cx="52237" cy="5223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03" name="SCHEM_ellipse-0601"/>
              <p:cNvSpPr/>
              <p:nvPr/>
            </p:nvSpPr>
            <p:spPr>
              <a:xfrm>
                <a:off x="10587267" y="2048061"/>
                <a:ext cx="51555" cy="5155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04" name="SCHEM_ellipse-0602"/>
              <p:cNvSpPr/>
              <p:nvPr/>
            </p:nvSpPr>
            <p:spPr>
              <a:xfrm>
                <a:off x="10237168" y="4417024"/>
                <a:ext cx="25249" cy="2524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05" name="SCHEM_ellipse-0603"/>
              <p:cNvSpPr/>
              <p:nvPr/>
            </p:nvSpPr>
            <p:spPr>
              <a:xfrm>
                <a:off x="10898088" y="1742440"/>
                <a:ext cx="118834" cy="11883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06" name="SCHEM_ellipse-0604"/>
              <p:cNvSpPr/>
              <p:nvPr/>
            </p:nvSpPr>
            <p:spPr>
              <a:xfrm>
                <a:off x="10310879" y="2981281"/>
                <a:ext cx="55790" cy="5579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07" name="SCHEM_ellipse-0605"/>
              <p:cNvSpPr/>
              <p:nvPr/>
            </p:nvSpPr>
            <p:spPr>
              <a:xfrm>
                <a:off x="10955697" y="1505208"/>
                <a:ext cx="65986" cy="6598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08" name="SCHEM_ellipse-0606"/>
              <p:cNvSpPr/>
              <p:nvPr/>
            </p:nvSpPr>
            <p:spPr>
              <a:xfrm>
                <a:off x="10747686" y="1830935"/>
                <a:ext cx="56266" cy="5626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09" name="SCHEM_ellipse-0607"/>
              <p:cNvSpPr/>
              <p:nvPr/>
            </p:nvSpPr>
            <p:spPr>
              <a:xfrm>
                <a:off x="10937215" y="2658598"/>
                <a:ext cx="136990" cy="13699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10" name="SCHEM_ellipse-0608"/>
              <p:cNvSpPr/>
              <p:nvPr/>
            </p:nvSpPr>
            <p:spPr>
              <a:xfrm>
                <a:off x="10047389" y="2979529"/>
                <a:ext cx="32766" cy="3276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11" name="SCHEM_ellipse-0609"/>
              <p:cNvSpPr/>
              <p:nvPr/>
            </p:nvSpPr>
            <p:spPr>
              <a:xfrm>
                <a:off x="11009066" y="2493639"/>
                <a:ext cx="33084" cy="3308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12" name="SCHEM_ellipse-0610"/>
              <p:cNvSpPr/>
              <p:nvPr/>
            </p:nvSpPr>
            <p:spPr>
              <a:xfrm>
                <a:off x="11258697" y="2833816"/>
                <a:ext cx="44222" cy="4422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13" name="SCHEM_ellipse-0611"/>
              <p:cNvSpPr/>
              <p:nvPr/>
            </p:nvSpPr>
            <p:spPr>
              <a:xfrm>
                <a:off x="10781758" y="2038202"/>
                <a:ext cx="133035" cy="13303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14" name="SCHEM_ellipse-0612"/>
              <p:cNvSpPr/>
              <p:nvPr/>
            </p:nvSpPr>
            <p:spPr>
              <a:xfrm>
                <a:off x="10800347" y="3087121"/>
                <a:ext cx="61560" cy="6156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15" name="SCHEM_ellipse-0613"/>
              <p:cNvSpPr/>
              <p:nvPr/>
            </p:nvSpPr>
            <p:spPr>
              <a:xfrm>
                <a:off x="11068307" y="1808228"/>
                <a:ext cx="69955" cy="6995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16" name="SCHEM_ellipse-0614"/>
              <p:cNvSpPr/>
              <p:nvPr/>
            </p:nvSpPr>
            <p:spPr>
              <a:xfrm>
                <a:off x="10559503" y="4020183"/>
                <a:ext cx="55218" cy="5521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17" name="SCHEM_ellipse-0615"/>
              <p:cNvSpPr/>
              <p:nvPr/>
            </p:nvSpPr>
            <p:spPr>
              <a:xfrm>
                <a:off x="11178083" y="3943379"/>
                <a:ext cx="100407" cy="10040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18" name="SCHEM_ellipse-0616"/>
              <p:cNvSpPr/>
              <p:nvPr/>
            </p:nvSpPr>
            <p:spPr>
              <a:xfrm>
                <a:off x="10022048" y="2797521"/>
                <a:ext cx="33540" cy="3354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19" name="SCHEM_ellipse-0617"/>
              <p:cNvSpPr/>
              <p:nvPr/>
            </p:nvSpPr>
            <p:spPr>
              <a:xfrm>
                <a:off x="10138539" y="3257503"/>
                <a:ext cx="46203" cy="4620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20" name="SCHEM_ellipse-0618"/>
              <p:cNvSpPr/>
              <p:nvPr/>
            </p:nvSpPr>
            <p:spPr>
              <a:xfrm>
                <a:off x="10392284" y="3961253"/>
                <a:ext cx="27815" cy="2781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21" name="SCHEM_ellipse-0619"/>
              <p:cNvSpPr/>
              <p:nvPr/>
            </p:nvSpPr>
            <p:spPr>
              <a:xfrm>
                <a:off x="10408959" y="2892562"/>
                <a:ext cx="121579" cy="12157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22" name="SCHEM_ellipse-0620"/>
              <p:cNvSpPr/>
              <p:nvPr/>
            </p:nvSpPr>
            <p:spPr>
              <a:xfrm>
                <a:off x="11080707" y="3420240"/>
                <a:ext cx="20233" cy="2023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23" name="SCHEM_ellipse-0621"/>
              <p:cNvSpPr/>
              <p:nvPr/>
            </p:nvSpPr>
            <p:spPr>
              <a:xfrm>
                <a:off x="10672004" y="2661042"/>
                <a:ext cx="41923" cy="4192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24" name="SCHEM_ellipse-0622"/>
              <p:cNvSpPr/>
              <p:nvPr/>
            </p:nvSpPr>
            <p:spPr>
              <a:xfrm>
                <a:off x="10628701" y="2207515"/>
                <a:ext cx="61400" cy="6140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25" name="SCHEM_ellipse-0623"/>
              <p:cNvSpPr/>
              <p:nvPr/>
            </p:nvSpPr>
            <p:spPr>
              <a:xfrm>
                <a:off x="10307134" y="2646567"/>
                <a:ext cx="117818" cy="11781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26" name="SCHEM_ellipse-0624"/>
              <p:cNvSpPr/>
              <p:nvPr/>
            </p:nvSpPr>
            <p:spPr>
              <a:xfrm>
                <a:off x="9866904" y="2533997"/>
                <a:ext cx="71589" cy="7158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27" name="SCHEM_ellipse-0625"/>
              <p:cNvSpPr/>
              <p:nvPr/>
            </p:nvSpPr>
            <p:spPr>
              <a:xfrm>
                <a:off x="9973391" y="2753413"/>
                <a:ext cx="60059" cy="6005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28" name="SCHEM_ellipse-0626"/>
              <p:cNvSpPr/>
              <p:nvPr/>
            </p:nvSpPr>
            <p:spPr>
              <a:xfrm>
                <a:off x="10485913" y="3487353"/>
                <a:ext cx="64085" cy="6408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29" name="SCHEM_ellipse-0627"/>
              <p:cNvSpPr/>
              <p:nvPr/>
            </p:nvSpPr>
            <p:spPr>
              <a:xfrm>
                <a:off x="11000090" y="2852949"/>
                <a:ext cx="106430" cy="10643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30" name="SCHEM_ellipse-0628"/>
              <p:cNvSpPr/>
              <p:nvPr/>
            </p:nvSpPr>
            <p:spPr>
              <a:xfrm>
                <a:off x="9831248" y="3910485"/>
                <a:ext cx="27346" cy="2734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31" name="SCHEM_ellipse-0629"/>
              <p:cNvSpPr/>
              <p:nvPr/>
            </p:nvSpPr>
            <p:spPr>
              <a:xfrm>
                <a:off x="10475683" y="1893504"/>
                <a:ext cx="58893" cy="5889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32" name="SCHEM_ellipse-0630"/>
              <p:cNvSpPr/>
              <p:nvPr/>
            </p:nvSpPr>
            <p:spPr>
              <a:xfrm>
                <a:off x="10470051" y="1865091"/>
                <a:ext cx="50513" cy="5051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33" name="SCHEM_ellipse-0631"/>
              <p:cNvSpPr/>
              <p:nvPr/>
            </p:nvSpPr>
            <p:spPr>
              <a:xfrm>
                <a:off x="9906728" y="2602570"/>
                <a:ext cx="102944" cy="10294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34" name="SCHEM_ellipse-0632"/>
              <p:cNvSpPr/>
              <p:nvPr/>
            </p:nvSpPr>
            <p:spPr>
              <a:xfrm>
                <a:off x="10917793" y="3448857"/>
                <a:ext cx="31248" cy="3124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35" name="SCHEM_ellipse-0633"/>
              <p:cNvSpPr/>
              <p:nvPr/>
            </p:nvSpPr>
            <p:spPr>
              <a:xfrm>
                <a:off x="10283333" y="2941497"/>
                <a:ext cx="63265" cy="6326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36" name="SCHEM_ellipse-0634"/>
              <p:cNvSpPr/>
              <p:nvPr/>
            </p:nvSpPr>
            <p:spPr>
              <a:xfrm>
                <a:off x="10323979" y="3947852"/>
                <a:ext cx="23868" cy="2386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37" name="SCHEM_ellipse-0635"/>
              <p:cNvSpPr/>
              <p:nvPr/>
            </p:nvSpPr>
            <p:spPr>
              <a:xfrm>
                <a:off x="9948356" y="3980391"/>
                <a:ext cx="107259" cy="10725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38" name="SCHEM_ellipse-0636"/>
              <p:cNvSpPr/>
              <p:nvPr/>
            </p:nvSpPr>
            <p:spPr>
              <a:xfrm>
                <a:off x="9872583" y="2151848"/>
                <a:ext cx="42105" cy="4210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39" name="SCHEM_ellipse-0637"/>
              <p:cNvSpPr/>
              <p:nvPr/>
            </p:nvSpPr>
            <p:spPr>
              <a:xfrm>
                <a:off x="9920525" y="2700683"/>
                <a:ext cx="71723" cy="7172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40" name="SCHEM_ellipse-0638"/>
              <p:cNvSpPr/>
              <p:nvPr/>
            </p:nvSpPr>
            <p:spPr>
              <a:xfrm>
                <a:off x="9918736" y="2653987"/>
                <a:ext cx="36704" cy="3670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41" name="SCHEM_ellipse-0639"/>
              <p:cNvSpPr/>
              <p:nvPr/>
            </p:nvSpPr>
            <p:spPr>
              <a:xfrm>
                <a:off x="9998078" y="4528872"/>
                <a:ext cx="102336" cy="10233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42" name="SCHEM_ellipse-0640"/>
              <p:cNvSpPr/>
              <p:nvPr/>
            </p:nvSpPr>
            <p:spPr>
              <a:xfrm>
                <a:off x="10099429" y="2936044"/>
                <a:ext cx="23850" cy="2385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43" name="SCHEM_ellipse-0641"/>
              <p:cNvSpPr/>
              <p:nvPr/>
            </p:nvSpPr>
            <p:spPr>
              <a:xfrm>
                <a:off x="10492731" y="2075841"/>
                <a:ext cx="45758" cy="45758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44" name="SCHEM_ellipse-0642"/>
              <p:cNvSpPr/>
              <p:nvPr/>
            </p:nvSpPr>
            <p:spPr>
              <a:xfrm>
                <a:off x="10015392" y="4301653"/>
                <a:ext cx="46280" cy="4628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45" name="SCHEM_ellipse-0643"/>
              <p:cNvSpPr/>
              <p:nvPr/>
            </p:nvSpPr>
            <p:spPr>
              <a:xfrm>
                <a:off x="10723177" y="2199524"/>
                <a:ext cx="88889" cy="8888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46" name="SCHEM_ellipse-0644"/>
              <p:cNvSpPr/>
              <p:nvPr/>
            </p:nvSpPr>
            <p:spPr>
              <a:xfrm>
                <a:off x="10170042" y="3137714"/>
                <a:ext cx="20209" cy="2020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47" name="SCHEM_ellipse-0645"/>
              <p:cNvSpPr/>
              <p:nvPr/>
            </p:nvSpPr>
            <p:spPr>
              <a:xfrm>
                <a:off x="10079404" y="4503436"/>
                <a:ext cx="35425" cy="3542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48" name="SCHEM_ellipse-0646"/>
              <p:cNvSpPr/>
              <p:nvPr/>
            </p:nvSpPr>
            <p:spPr>
              <a:xfrm>
                <a:off x="10079449" y="4124911"/>
                <a:ext cx="34935" cy="3493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49" name="SCHEM_ellipse-0647"/>
              <p:cNvSpPr/>
              <p:nvPr/>
            </p:nvSpPr>
            <p:spPr>
              <a:xfrm>
                <a:off x="10576959" y="3157698"/>
                <a:ext cx="114933" cy="11493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50" name="SCHEM_ellipse-0648"/>
              <p:cNvSpPr/>
              <p:nvPr/>
            </p:nvSpPr>
            <p:spPr>
              <a:xfrm>
                <a:off x="9876052" y="3717666"/>
                <a:ext cx="37196" cy="3719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51" name="SCHEM_ellipse-0649"/>
              <p:cNvSpPr/>
              <p:nvPr/>
            </p:nvSpPr>
            <p:spPr>
              <a:xfrm>
                <a:off x="11056888" y="4634062"/>
                <a:ext cx="39394" cy="3939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52" name="SCHEM_ellipse-0650"/>
              <p:cNvSpPr/>
              <p:nvPr/>
            </p:nvSpPr>
            <p:spPr>
              <a:xfrm>
                <a:off x="11062244" y="4576227"/>
                <a:ext cx="29290" cy="2929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53" name="SCHEM_ellipse-0651"/>
              <p:cNvSpPr/>
              <p:nvPr/>
            </p:nvSpPr>
            <p:spPr>
              <a:xfrm>
                <a:off x="10184609" y="4387947"/>
                <a:ext cx="136441" cy="13644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54" name="SCHEM_ellipse-0652"/>
              <p:cNvSpPr/>
              <p:nvPr/>
            </p:nvSpPr>
            <p:spPr>
              <a:xfrm>
                <a:off x="10107669" y="2174626"/>
                <a:ext cx="64911" cy="6491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55" name="SCHEM_ellipse-0653"/>
              <p:cNvSpPr/>
              <p:nvPr/>
            </p:nvSpPr>
            <p:spPr>
              <a:xfrm>
                <a:off x="9933960" y="2118986"/>
                <a:ext cx="28999" cy="2899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56" name="SCHEM_ellipse-0654"/>
              <p:cNvSpPr/>
              <p:nvPr/>
            </p:nvSpPr>
            <p:spPr>
              <a:xfrm>
                <a:off x="10222306" y="2971523"/>
                <a:ext cx="27300" cy="2730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57" name="SCHEM_ellipse-0655"/>
              <p:cNvSpPr/>
              <p:nvPr/>
            </p:nvSpPr>
            <p:spPr>
              <a:xfrm>
                <a:off x="10065540" y="4646266"/>
                <a:ext cx="113780" cy="113780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58" name="SCHEM_ellipse-0656"/>
              <p:cNvSpPr/>
              <p:nvPr/>
            </p:nvSpPr>
            <p:spPr>
              <a:xfrm>
                <a:off x="10467396" y="2439724"/>
                <a:ext cx="71771" cy="7177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59" name="SCHEM_ellipse-0657"/>
              <p:cNvSpPr/>
              <p:nvPr/>
            </p:nvSpPr>
            <p:spPr>
              <a:xfrm>
                <a:off x="10705325" y="3072830"/>
                <a:ext cx="27129" cy="2712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60" name="SCHEM_ellipse-0658"/>
              <p:cNvSpPr/>
              <p:nvPr/>
            </p:nvSpPr>
            <p:spPr>
              <a:xfrm>
                <a:off x="10857476" y="2589532"/>
                <a:ext cx="67296" cy="6729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61" name="SCHEM_ellipse-0659"/>
              <p:cNvSpPr/>
              <p:nvPr/>
            </p:nvSpPr>
            <p:spPr>
              <a:xfrm>
                <a:off x="9956332" y="3319527"/>
                <a:ext cx="130719" cy="13071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62" name="SCHEM_ellipse-0660"/>
              <p:cNvSpPr/>
              <p:nvPr/>
            </p:nvSpPr>
            <p:spPr>
              <a:xfrm>
                <a:off x="10689744" y="4581672"/>
                <a:ext cx="71344" cy="7134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63" name="SCHEM_ellipse-0661"/>
              <p:cNvSpPr/>
              <p:nvPr/>
            </p:nvSpPr>
            <p:spPr>
              <a:xfrm>
                <a:off x="10817599" y="1731292"/>
                <a:ext cx="68401" cy="68401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64" name="SCHEM_ellipse-0662"/>
              <p:cNvSpPr/>
              <p:nvPr/>
            </p:nvSpPr>
            <p:spPr>
              <a:xfrm>
                <a:off x="10539019" y="2688382"/>
                <a:ext cx="36199" cy="3619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65" name="SCHEM_ellipse-0663"/>
              <p:cNvSpPr/>
              <p:nvPr/>
            </p:nvSpPr>
            <p:spPr>
              <a:xfrm>
                <a:off x="9808326" y="2126672"/>
                <a:ext cx="97667" cy="9766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66" name="SCHEM_ellipse-0664"/>
              <p:cNvSpPr/>
              <p:nvPr/>
            </p:nvSpPr>
            <p:spPr>
              <a:xfrm>
                <a:off x="10177243" y="4048530"/>
                <a:ext cx="27027" cy="2702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67" name="SCHEM_ellipse-0665"/>
              <p:cNvSpPr/>
              <p:nvPr/>
            </p:nvSpPr>
            <p:spPr>
              <a:xfrm>
                <a:off x="10181889" y="3410865"/>
                <a:ext cx="26954" cy="2695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68" name="SCHEM_ellipse-0666"/>
              <p:cNvSpPr/>
              <p:nvPr/>
            </p:nvSpPr>
            <p:spPr>
              <a:xfrm>
                <a:off x="10945199" y="1518996"/>
                <a:ext cx="44125" cy="44125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69" name="SCHEM_ellipse-0667"/>
              <p:cNvSpPr/>
              <p:nvPr/>
            </p:nvSpPr>
            <p:spPr>
              <a:xfrm>
                <a:off x="10000796" y="1642738"/>
                <a:ext cx="124266" cy="124266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70" name="SCHEM_ellipse-0668"/>
              <p:cNvSpPr/>
              <p:nvPr/>
            </p:nvSpPr>
            <p:spPr>
              <a:xfrm>
                <a:off x="10586443" y="3081133"/>
                <a:ext cx="37223" cy="3722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71" name="SCHEM_ellipse-0669"/>
              <p:cNvSpPr/>
              <p:nvPr/>
            </p:nvSpPr>
            <p:spPr>
              <a:xfrm>
                <a:off x="10353245" y="1817621"/>
                <a:ext cx="21612" cy="21612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72" name="SCHEM_ellipse-0670"/>
              <p:cNvSpPr/>
              <p:nvPr/>
            </p:nvSpPr>
            <p:spPr>
              <a:xfrm>
                <a:off x="10521753" y="3724721"/>
                <a:ext cx="33467" cy="3346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73" name="SCHEM_ellipse-0671"/>
              <p:cNvSpPr/>
              <p:nvPr/>
            </p:nvSpPr>
            <p:spPr>
              <a:xfrm>
                <a:off x="10514454" y="3103601"/>
                <a:ext cx="109113" cy="109113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74" name="SCHEM_ellipse-0672"/>
              <p:cNvSpPr/>
              <p:nvPr/>
            </p:nvSpPr>
            <p:spPr>
              <a:xfrm>
                <a:off x="10129140" y="3302335"/>
                <a:ext cx="38089" cy="38089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75" name="SCHEM_ellipse-0673"/>
              <p:cNvSpPr/>
              <p:nvPr/>
            </p:nvSpPr>
            <p:spPr>
              <a:xfrm>
                <a:off x="10441061" y="4043340"/>
                <a:ext cx="51334" cy="51334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76" name="SCHEM_ellipse-0674"/>
              <p:cNvSpPr/>
              <p:nvPr/>
            </p:nvSpPr>
            <p:spPr>
              <a:xfrm>
                <a:off x="10952553" y="3997338"/>
                <a:ext cx="51367" cy="51367"/>
              </a:xfrm>
              <a:prstGeom prst="ellipse">
                <a:avLst/>
              </a:prstGeom>
              <a:solidFill>
                <a:srgbClr val="C5C4C0"/>
              </a:solidFill>
              <a:ln w="9360" cap="flat">
                <a:noFill/>
              </a:ln>
              <a:effectLst/>
            </p:spPr>
          </p:sp>
          <p:sp>
            <p:nvSpPr>
              <p:cNvPr id="677" name="SCHEM_polygon-0675"/>
              <p:cNvSpPr/>
              <p:nvPr/>
            </p:nvSpPr>
            <p:spPr>
              <a:xfrm>
                <a:off x="10375200" y="1432800"/>
                <a:ext cx="331200" cy="3398400"/>
              </a:xfrm>
              <a:custGeom>
                <a:avLst/>
                <a:gdLst/>
                <a:ahLst/>
                <a:cxnLst/>
                <a:rect l="0" t="0" r="r" b="b"/>
                <a:pathLst>
                  <a:path w="331200" h="3398400">
                    <a:moveTo>
                      <a:pt x="7200" y="0"/>
                    </a:moveTo>
                    <a:lnTo>
                      <a:pt x="64800" y="172800"/>
                    </a:lnTo>
                    <a:lnTo>
                      <a:pt x="21600" y="396000"/>
                    </a:lnTo>
                    <a:lnTo>
                      <a:pt x="108000" y="612000"/>
                    </a:lnTo>
                    <a:lnTo>
                      <a:pt x="86400" y="936000"/>
                    </a:lnTo>
                    <a:lnTo>
                      <a:pt x="0" y="1231200"/>
                    </a:lnTo>
                    <a:lnTo>
                      <a:pt x="64800" y="1483200"/>
                    </a:lnTo>
                    <a:lnTo>
                      <a:pt x="93600" y="1756800"/>
                    </a:lnTo>
                    <a:lnTo>
                      <a:pt x="43200" y="2095200"/>
                    </a:lnTo>
                    <a:lnTo>
                      <a:pt x="115200" y="2368800"/>
                    </a:lnTo>
                    <a:lnTo>
                      <a:pt x="93600" y="2664000"/>
                    </a:lnTo>
                    <a:lnTo>
                      <a:pt x="122400" y="2908800"/>
                    </a:lnTo>
                    <a:lnTo>
                      <a:pt x="57600" y="3182400"/>
                    </a:lnTo>
                    <a:lnTo>
                      <a:pt x="108000" y="3398400"/>
                    </a:lnTo>
                    <a:lnTo>
                      <a:pt x="208800" y="3398400"/>
                    </a:lnTo>
                    <a:lnTo>
                      <a:pt x="180000" y="3168000"/>
                    </a:lnTo>
                    <a:lnTo>
                      <a:pt x="266400" y="2894400"/>
                    </a:lnTo>
                    <a:lnTo>
                      <a:pt x="208800" y="2620800"/>
                    </a:lnTo>
                    <a:lnTo>
                      <a:pt x="288000" y="2404800"/>
                    </a:lnTo>
                    <a:lnTo>
                      <a:pt x="316800" y="2109600"/>
                    </a:lnTo>
                    <a:lnTo>
                      <a:pt x="266400" y="1836000"/>
                    </a:lnTo>
                    <a:lnTo>
                      <a:pt x="316800" y="1519200"/>
                    </a:lnTo>
                    <a:lnTo>
                      <a:pt x="266400" y="1216800"/>
                    </a:lnTo>
                    <a:lnTo>
                      <a:pt x="331200" y="914400"/>
                    </a:lnTo>
                    <a:lnTo>
                      <a:pt x="280800" y="648000"/>
                    </a:lnTo>
                    <a:lnTo>
                      <a:pt x="201600" y="381600"/>
                    </a:lnTo>
                    <a:lnTo>
                      <a:pt x="244800" y="158400"/>
                    </a:lnTo>
                    <a:lnTo>
                      <a:pt x="316800" y="0"/>
                    </a:lnTo>
                    <a:close/>
                  </a:path>
                </a:pathLst>
              </a:custGeom>
              <a:solidFill>
                <a:srgbClr val="88CDE9"/>
              </a:solidFill>
              <a:ln w="7200" cap="flat">
                <a:solidFill>
                  <a:srgbClr val="275C72"/>
                </a:solidFill>
              </a:ln>
              <a:effectLst/>
            </p:spPr>
          </p:sp>
          <p:sp>
            <p:nvSpPr>
              <p:cNvPr id="678" name="SCHEM_path-0676"/>
              <p:cNvSpPr/>
              <p:nvPr/>
            </p:nvSpPr>
            <p:spPr>
              <a:xfrm>
                <a:off x="10417608" y="1880522"/>
                <a:ext cx="284763" cy="543521"/>
              </a:xfrm>
              <a:custGeom>
                <a:avLst/>
                <a:gdLst/>
                <a:ahLst/>
                <a:cxnLst/>
                <a:rect l="0" t="0" r="r" b="b"/>
                <a:pathLst>
                  <a:path w="284763" h="543521">
                    <a:moveTo>
                      <a:pt x="280398" y="286678"/>
                    </a:moveTo>
                    <a:cubicBezTo>
                      <a:pt x="282086" y="330779"/>
                      <a:pt x="284763" y="387343"/>
                      <a:pt x="273723" y="424390"/>
                    </a:cubicBezTo>
                    <a:cubicBezTo>
                      <a:pt x="262684" y="461437"/>
                      <a:pt x="235650" y="489484"/>
                      <a:pt x="214162" y="508960"/>
                    </a:cubicBezTo>
                    <a:cubicBezTo>
                      <a:pt x="192673" y="528436"/>
                      <a:pt x="167205" y="543521"/>
                      <a:pt x="144792" y="541245"/>
                    </a:cubicBezTo>
                    <a:cubicBezTo>
                      <a:pt x="122379" y="538969"/>
                      <a:pt x="100545" y="515451"/>
                      <a:pt x="79683" y="495306"/>
                    </a:cubicBezTo>
                    <a:cubicBezTo>
                      <a:pt x="58821" y="475161"/>
                      <a:pt x="30575" y="455145"/>
                      <a:pt x="19620" y="420374"/>
                    </a:cubicBezTo>
                    <a:cubicBezTo>
                      <a:pt x="8664" y="385603"/>
                      <a:pt x="15398" y="332790"/>
                      <a:pt x="13950" y="286678"/>
                    </a:cubicBezTo>
                    <a:cubicBezTo>
                      <a:pt x="12503" y="240567"/>
                      <a:pt x="0" y="178542"/>
                      <a:pt x="10936" y="143707"/>
                    </a:cubicBezTo>
                    <a:cubicBezTo>
                      <a:pt x="21871" y="108872"/>
                      <a:pt x="57254" y="101402"/>
                      <a:pt x="79564" y="77669"/>
                    </a:cubicBezTo>
                    <a:cubicBezTo>
                      <a:pt x="101873" y="53936"/>
                      <a:pt x="123457" y="0"/>
                      <a:pt x="144792" y="1307"/>
                    </a:cubicBezTo>
                    <a:cubicBezTo>
                      <a:pt x="166126" y="2615"/>
                      <a:pt x="187771" y="59100"/>
                      <a:pt x="207572" y="85513"/>
                    </a:cubicBezTo>
                    <a:cubicBezTo>
                      <a:pt x="227372" y="111927"/>
                      <a:pt x="251456" y="126259"/>
                      <a:pt x="263593" y="159787"/>
                    </a:cubicBezTo>
                    <a:cubicBezTo>
                      <a:pt x="275731" y="193314"/>
                      <a:pt x="278710" y="242578"/>
                      <a:pt x="280398" y="286678"/>
                    </a:cubicBezTo>
                    <a:close/>
                  </a:path>
                </a:pathLst>
              </a:custGeom>
              <a:solidFill>
                <a:srgbClr val="BEC9A9"/>
              </a:solidFill>
              <a:ln w="6480" cap="flat">
                <a:solidFill>
                  <a:srgbClr val="6D7A5A"/>
                </a:solidFill>
              </a:ln>
              <a:effectLst/>
            </p:spPr>
          </p:sp>
          <p:sp>
            <p:nvSpPr>
              <p:cNvPr id="679" name="SCHEM_path-0677"/>
              <p:cNvSpPr/>
              <p:nvPr/>
            </p:nvSpPr>
            <p:spPr>
              <a:xfrm>
                <a:off x="10443543" y="2040966"/>
                <a:ext cx="190712" cy="192076"/>
              </a:xfrm>
              <a:custGeom>
                <a:avLst/>
                <a:gdLst/>
                <a:ahLst/>
                <a:cxnLst/>
                <a:rect l="0" t="0" r="r" b="b"/>
                <a:pathLst>
                  <a:path w="190712" h="192076">
                    <a:moveTo>
                      <a:pt x="190396" y="90234"/>
                    </a:moveTo>
                    <a:cubicBezTo>
                      <a:pt x="190712" y="115393"/>
                      <a:pt x="167012" y="150984"/>
                      <a:pt x="146896" y="166991"/>
                    </a:cubicBezTo>
                    <a:cubicBezTo>
                      <a:pt x="126781" y="182998"/>
                      <a:pt x="92657" y="192076"/>
                      <a:pt x="69702" y="186275"/>
                    </a:cubicBezTo>
                    <a:cubicBezTo>
                      <a:pt x="46746" y="180474"/>
                      <a:pt x="18331" y="154705"/>
                      <a:pt x="9165" y="132185"/>
                    </a:cubicBezTo>
                    <a:cubicBezTo>
                      <a:pt x="0" y="109666"/>
                      <a:pt x="4208" y="72213"/>
                      <a:pt x="14709" y="51157"/>
                    </a:cubicBezTo>
                    <a:cubicBezTo>
                      <a:pt x="25211" y="30102"/>
                      <a:pt x="50458" y="11707"/>
                      <a:pt x="72173" y="5853"/>
                    </a:cubicBezTo>
                    <a:cubicBezTo>
                      <a:pt x="93888" y="0"/>
                      <a:pt x="125296" y="1974"/>
                      <a:pt x="145000" y="16037"/>
                    </a:cubicBezTo>
                    <a:cubicBezTo>
                      <a:pt x="164704" y="30101"/>
                      <a:pt x="190079" y="65075"/>
                      <a:pt x="190396" y="90234"/>
                    </a:cubicBezTo>
                    <a:close/>
                  </a:path>
                </a:pathLst>
              </a:custGeom>
              <a:solidFill>
                <a:srgbClr val="F3F3ED"/>
              </a:solidFill>
              <a:ln w="4320" cap="flat">
                <a:solidFill>
                  <a:srgbClr val="949B85"/>
                </a:solidFill>
              </a:ln>
              <a:effectLst/>
            </p:spPr>
          </p:sp>
          <p:sp>
            <p:nvSpPr>
              <p:cNvPr id="680" name="SCHEM_ellipse-0678"/>
              <p:cNvSpPr/>
              <p:nvPr/>
            </p:nvSpPr>
            <p:spPr>
              <a:xfrm>
                <a:off x="10584000" y="2296800"/>
                <a:ext cx="28800" cy="43200"/>
              </a:xfrm>
              <a:prstGeom prst="ellipse">
                <a:avLst/>
              </a:prstGeom>
              <a:solidFill>
                <a:srgbClr val="DDE2D3"/>
              </a:solidFill>
              <a:ln w="4320" cap="flat">
                <a:solidFill>
                  <a:srgbClr val="95A080"/>
                </a:solidFill>
              </a:ln>
              <a:effectLst/>
            </p:spPr>
          </p:sp>
          <p:sp>
            <p:nvSpPr>
              <p:cNvPr id="681" name="SCHEM_ellipse-0679"/>
              <p:cNvSpPr/>
              <p:nvPr/>
            </p:nvSpPr>
            <p:spPr>
              <a:xfrm>
                <a:off x="10584000" y="2347200"/>
                <a:ext cx="28800" cy="43200"/>
              </a:xfrm>
              <a:prstGeom prst="ellipse">
                <a:avLst/>
              </a:prstGeom>
              <a:solidFill>
                <a:srgbClr val="DDE2D3"/>
              </a:solidFill>
              <a:ln w="4320" cap="flat">
                <a:solidFill>
                  <a:srgbClr val="95A080"/>
                </a:solidFill>
              </a:ln>
              <a:effectLst/>
            </p:spPr>
          </p:sp>
          <p:sp>
            <p:nvSpPr>
              <p:cNvPr id="682" name="SCHEM_path-0680"/>
              <p:cNvSpPr/>
              <p:nvPr/>
            </p:nvSpPr>
            <p:spPr>
              <a:xfrm>
                <a:off x="10420748" y="2418173"/>
                <a:ext cx="278131" cy="533467"/>
              </a:xfrm>
              <a:custGeom>
                <a:avLst/>
                <a:gdLst/>
                <a:ahLst/>
                <a:cxnLst/>
                <a:rect l="0" t="0" r="r" b="b"/>
                <a:pathLst>
                  <a:path w="278131" h="533467">
                    <a:moveTo>
                      <a:pt x="275035" y="274627"/>
                    </a:moveTo>
                    <a:cubicBezTo>
                      <a:pt x="275973" y="318700"/>
                      <a:pt x="278131" y="370265"/>
                      <a:pt x="268255" y="409852"/>
                    </a:cubicBezTo>
                    <a:cubicBezTo>
                      <a:pt x="258379" y="449440"/>
                      <a:pt x="236879" y="495609"/>
                      <a:pt x="215778" y="512151"/>
                    </a:cubicBezTo>
                    <a:cubicBezTo>
                      <a:pt x="194678" y="528694"/>
                      <a:pt x="166615" y="508292"/>
                      <a:pt x="141652" y="509108"/>
                    </a:cubicBezTo>
                    <a:cubicBezTo>
                      <a:pt x="116688" y="509924"/>
                      <a:pt x="87214" y="533467"/>
                      <a:pt x="65996" y="517049"/>
                    </a:cubicBezTo>
                    <a:cubicBezTo>
                      <a:pt x="44779" y="500632"/>
                      <a:pt x="24944" y="451006"/>
                      <a:pt x="14346" y="410602"/>
                    </a:cubicBezTo>
                    <a:cubicBezTo>
                      <a:pt x="3747" y="370199"/>
                      <a:pt x="0" y="317382"/>
                      <a:pt x="2406" y="274627"/>
                    </a:cubicBezTo>
                    <a:cubicBezTo>
                      <a:pt x="4812" y="231872"/>
                      <a:pt x="17119" y="191065"/>
                      <a:pt x="28782" y="154071"/>
                    </a:cubicBezTo>
                    <a:cubicBezTo>
                      <a:pt x="40444" y="117077"/>
                      <a:pt x="53569" y="77748"/>
                      <a:pt x="72381" y="52664"/>
                    </a:cubicBezTo>
                    <a:cubicBezTo>
                      <a:pt x="91193" y="27579"/>
                      <a:pt x="117449" y="7131"/>
                      <a:pt x="141652" y="3565"/>
                    </a:cubicBezTo>
                    <a:cubicBezTo>
                      <a:pt x="165855" y="0"/>
                      <a:pt x="197437" y="7629"/>
                      <a:pt x="217599" y="31271"/>
                    </a:cubicBezTo>
                    <a:cubicBezTo>
                      <a:pt x="237761" y="54913"/>
                      <a:pt x="253051" y="104858"/>
                      <a:pt x="262624" y="145417"/>
                    </a:cubicBezTo>
                    <a:cubicBezTo>
                      <a:pt x="272196" y="185977"/>
                      <a:pt x="274096" y="230555"/>
                      <a:pt x="275035" y="274627"/>
                    </a:cubicBezTo>
                    <a:close/>
                  </a:path>
                </a:pathLst>
              </a:custGeom>
              <a:solidFill>
                <a:srgbClr val="BEC9A9"/>
              </a:solidFill>
              <a:ln w="6480" cap="flat">
                <a:solidFill>
                  <a:srgbClr val="6D7A5A"/>
                </a:solidFill>
              </a:ln>
              <a:effectLst/>
            </p:spPr>
          </p:sp>
          <p:sp>
            <p:nvSpPr>
              <p:cNvPr id="683" name="SCHEM_path-0681"/>
              <p:cNvSpPr/>
              <p:nvPr/>
            </p:nvSpPr>
            <p:spPr>
              <a:xfrm>
                <a:off x="10437344" y="2554050"/>
                <a:ext cx="182471" cy="200589"/>
              </a:xfrm>
              <a:custGeom>
                <a:avLst/>
                <a:gdLst/>
                <a:ahLst/>
                <a:cxnLst/>
                <a:rect l="0" t="0" r="r" b="b"/>
                <a:pathLst>
                  <a:path w="182471" h="200589">
                    <a:moveTo>
                      <a:pt x="180848" y="102750"/>
                    </a:moveTo>
                    <a:cubicBezTo>
                      <a:pt x="179224" y="128779"/>
                      <a:pt x="166608" y="158690"/>
                      <a:pt x="149210" y="174260"/>
                    </a:cubicBezTo>
                    <a:cubicBezTo>
                      <a:pt x="131811" y="189830"/>
                      <a:pt x="99741" y="200589"/>
                      <a:pt x="76457" y="196170"/>
                    </a:cubicBezTo>
                    <a:cubicBezTo>
                      <a:pt x="53173" y="191750"/>
                      <a:pt x="19011" y="169952"/>
                      <a:pt x="9505" y="147741"/>
                    </a:cubicBezTo>
                    <a:cubicBezTo>
                      <a:pt x="0" y="125530"/>
                      <a:pt x="8332" y="86283"/>
                      <a:pt x="19425" y="62904"/>
                    </a:cubicBezTo>
                    <a:cubicBezTo>
                      <a:pt x="30518" y="39526"/>
                      <a:pt x="52808" y="14939"/>
                      <a:pt x="76062" y="7470"/>
                    </a:cubicBezTo>
                    <a:cubicBezTo>
                      <a:pt x="99317" y="0"/>
                      <a:pt x="141486" y="2207"/>
                      <a:pt x="158951" y="18087"/>
                    </a:cubicBezTo>
                    <a:cubicBezTo>
                      <a:pt x="176415" y="33967"/>
                      <a:pt x="182471" y="76721"/>
                      <a:pt x="180848" y="102750"/>
                    </a:cubicBezTo>
                    <a:close/>
                  </a:path>
                </a:pathLst>
              </a:custGeom>
              <a:solidFill>
                <a:srgbClr val="F3F3ED"/>
              </a:solidFill>
              <a:ln w="4320" cap="flat">
                <a:solidFill>
                  <a:srgbClr val="949B85"/>
                </a:solidFill>
              </a:ln>
              <a:effectLst/>
            </p:spPr>
          </p:sp>
          <p:sp>
            <p:nvSpPr>
              <p:cNvPr id="684" name="SCHEM_ellipse-0682"/>
              <p:cNvSpPr/>
              <p:nvPr/>
            </p:nvSpPr>
            <p:spPr>
              <a:xfrm>
                <a:off x="10584000" y="2822400"/>
                <a:ext cx="28800" cy="43200"/>
              </a:xfrm>
              <a:prstGeom prst="ellipse">
                <a:avLst/>
              </a:prstGeom>
              <a:solidFill>
                <a:srgbClr val="DDE2D3"/>
              </a:solidFill>
              <a:ln w="4320" cap="flat">
                <a:solidFill>
                  <a:srgbClr val="95A080"/>
                </a:solidFill>
              </a:ln>
              <a:effectLst/>
            </p:spPr>
          </p:sp>
          <p:sp>
            <p:nvSpPr>
              <p:cNvPr id="685" name="SCHEM_ellipse-0683"/>
              <p:cNvSpPr/>
              <p:nvPr/>
            </p:nvSpPr>
            <p:spPr>
              <a:xfrm>
                <a:off x="10584000" y="2872800"/>
                <a:ext cx="28800" cy="43200"/>
              </a:xfrm>
              <a:prstGeom prst="ellipse">
                <a:avLst/>
              </a:prstGeom>
              <a:solidFill>
                <a:srgbClr val="DDE2D3"/>
              </a:solidFill>
              <a:ln w="4320" cap="flat">
                <a:solidFill>
                  <a:srgbClr val="95A080"/>
                </a:solidFill>
              </a:ln>
              <a:effectLst/>
            </p:spPr>
          </p:sp>
          <p:sp>
            <p:nvSpPr>
              <p:cNvPr id="686" name="SCHEM_path-0684"/>
              <p:cNvSpPr/>
              <p:nvPr/>
            </p:nvSpPr>
            <p:spPr>
              <a:xfrm>
                <a:off x="10430959" y="3117963"/>
                <a:ext cx="266899" cy="546740"/>
              </a:xfrm>
              <a:custGeom>
                <a:avLst/>
                <a:gdLst/>
                <a:ahLst/>
                <a:cxnLst/>
                <a:rect l="0" t="0" r="r" b="b"/>
                <a:pathLst>
                  <a:path w="266899" h="546740">
                    <a:moveTo>
                      <a:pt x="264980" y="287637"/>
                    </a:moveTo>
                    <a:cubicBezTo>
                      <a:pt x="263060" y="327977"/>
                      <a:pt x="250014" y="366526"/>
                      <a:pt x="238986" y="402506"/>
                    </a:cubicBezTo>
                    <a:cubicBezTo>
                      <a:pt x="227958" y="438485"/>
                      <a:pt x="216736" y="483776"/>
                      <a:pt x="198812" y="503514"/>
                    </a:cubicBezTo>
                    <a:cubicBezTo>
                      <a:pt x="180888" y="523252"/>
                      <a:pt x="155181" y="516822"/>
                      <a:pt x="131441" y="520932"/>
                    </a:cubicBezTo>
                    <a:cubicBezTo>
                      <a:pt x="107701" y="525043"/>
                      <a:pt x="75397" y="546740"/>
                      <a:pt x="56372" y="528179"/>
                    </a:cubicBezTo>
                    <a:cubicBezTo>
                      <a:pt x="37347" y="509617"/>
                      <a:pt x="25998" y="449653"/>
                      <a:pt x="17288" y="409563"/>
                    </a:cubicBezTo>
                    <a:cubicBezTo>
                      <a:pt x="8578" y="369472"/>
                      <a:pt x="5569" y="329835"/>
                      <a:pt x="4112" y="287637"/>
                    </a:cubicBezTo>
                    <a:cubicBezTo>
                      <a:pt x="2655" y="245439"/>
                      <a:pt x="0" y="196987"/>
                      <a:pt x="8547" y="156374"/>
                    </a:cubicBezTo>
                    <a:cubicBezTo>
                      <a:pt x="17094" y="115761"/>
                      <a:pt x="34911" y="69166"/>
                      <a:pt x="55393" y="43959"/>
                    </a:cubicBezTo>
                    <a:cubicBezTo>
                      <a:pt x="75875" y="18751"/>
                      <a:pt x="107692" y="0"/>
                      <a:pt x="131441" y="5130"/>
                    </a:cubicBezTo>
                    <a:cubicBezTo>
                      <a:pt x="155189" y="10260"/>
                      <a:pt x="178038" y="48850"/>
                      <a:pt x="197882" y="74740"/>
                    </a:cubicBezTo>
                    <a:cubicBezTo>
                      <a:pt x="217725" y="100629"/>
                      <a:pt x="239319" y="124984"/>
                      <a:pt x="250502" y="160467"/>
                    </a:cubicBezTo>
                    <a:cubicBezTo>
                      <a:pt x="261685" y="195950"/>
                      <a:pt x="266899" y="247297"/>
                      <a:pt x="264980" y="287637"/>
                    </a:cubicBezTo>
                    <a:close/>
                  </a:path>
                </a:pathLst>
              </a:custGeom>
              <a:solidFill>
                <a:srgbClr val="BEC9A9"/>
              </a:solidFill>
              <a:ln w="6480" cap="flat">
                <a:solidFill>
                  <a:srgbClr val="6D7A5A"/>
                </a:solidFill>
              </a:ln>
              <a:effectLst/>
            </p:spPr>
          </p:sp>
          <p:sp>
            <p:nvSpPr>
              <p:cNvPr id="687" name="SCHEM_path-0685"/>
              <p:cNvSpPr/>
              <p:nvPr/>
            </p:nvSpPr>
            <p:spPr>
              <a:xfrm>
                <a:off x="10434832" y="3273344"/>
                <a:ext cx="180544" cy="207175"/>
              </a:xfrm>
              <a:custGeom>
                <a:avLst/>
                <a:gdLst/>
                <a:ahLst/>
                <a:cxnLst/>
                <a:rect l="0" t="0" r="r" b="b"/>
                <a:pathLst>
                  <a:path w="180544" h="207175">
                    <a:moveTo>
                      <a:pt x="179826" y="96256"/>
                    </a:moveTo>
                    <a:cubicBezTo>
                      <a:pt x="179109" y="119850"/>
                      <a:pt x="166287" y="146461"/>
                      <a:pt x="149032" y="164133"/>
                    </a:cubicBezTo>
                    <a:cubicBezTo>
                      <a:pt x="131777" y="181806"/>
                      <a:pt x="97070" y="207175"/>
                      <a:pt x="76294" y="202292"/>
                    </a:cubicBezTo>
                    <a:cubicBezTo>
                      <a:pt x="55519" y="197409"/>
                      <a:pt x="35567" y="160254"/>
                      <a:pt x="24378" y="134835"/>
                    </a:cubicBezTo>
                    <a:cubicBezTo>
                      <a:pt x="13188" y="109417"/>
                      <a:pt x="0" y="71499"/>
                      <a:pt x="9158" y="49783"/>
                    </a:cubicBezTo>
                    <a:cubicBezTo>
                      <a:pt x="18317" y="28066"/>
                      <a:pt x="55299" y="9073"/>
                      <a:pt x="79329" y="4536"/>
                    </a:cubicBezTo>
                    <a:cubicBezTo>
                      <a:pt x="103358" y="0"/>
                      <a:pt x="136588" y="7277"/>
                      <a:pt x="153337" y="22564"/>
                    </a:cubicBezTo>
                    <a:cubicBezTo>
                      <a:pt x="170087" y="37850"/>
                      <a:pt x="180544" y="72661"/>
                      <a:pt x="179826" y="96256"/>
                    </a:cubicBezTo>
                    <a:close/>
                  </a:path>
                </a:pathLst>
              </a:custGeom>
              <a:solidFill>
                <a:srgbClr val="F3F3ED"/>
              </a:solidFill>
              <a:ln w="4320" cap="flat">
                <a:solidFill>
                  <a:srgbClr val="949B85"/>
                </a:solidFill>
              </a:ln>
              <a:effectLst/>
            </p:spPr>
          </p:sp>
          <p:sp>
            <p:nvSpPr>
              <p:cNvPr id="688" name="SCHEM_ellipse-0686"/>
              <p:cNvSpPr/>
              <p:nvPr/>
            </p:nvSpPr>
            <p:spPr>
              <a:xfrm>
                <a:off x="10584000" y="3535200"/>
                <a:ext cx="28800" cy="43200"/>
              </a:xfrm>
              <a:prstGeom prst="ellipse">
                <a:avLst/>
              </a:prstGeom>
              <a:solidFill>
                <a:srgbClr val="DDE2D3"/>
              </a:solidFill>
              <a:ln w="4320" cap="flat">
                <a:solidFill>
                  <a:srgbClr val="95A080"/>
                </a:solidFill>
              </a:ln>
              <a:effectLst/>
            </p:spPr>
          </p:sp>
          <p:sp>
            <p:nvSpPr>
              <p:cNvPr id="689" name="SCHEM_ellipse-0687"/>
              <p:cNvSpPr/>
              <p:nvPr/>
            </p:nvSpPr>
            <p:spPr>
              <a:xfrm>
                <a:off x="10584000" y="3585600"/>
                <a:ext cx="28800" cy="43200"/>
              </a:xfrm>
              <a:prstGeom prst="ellipse">
                <a:avLst/>
              </a:prstGeom>
              <a:solidFill>
                <a:srgbClr val="DDE2D3"/>
              </a:solidFill>
              <a:ln w="4320" cap="flat">
                <a:solidFill>
                  <a:srgbClr val="95A080"/>
                </a:solidFill>
              </a:ln>
              <a:effectLst/>
            </p:spPr>
          </p:sp>
          <p:sp>
            <p:nvSpPr>
              <p:cNvPr id="690" name="SCHEM_path-0688"/>
              <p:cNvSpPr/>
              <p:nvPr/>
            </p:nvSpPr>
            <p:spPr>
              <a:xfrm>
                <a:off x="10418097" y="3767177"/>
                <a:ext cx="300524" cy="513335"/>
              </a:xfrm>
              <a:custGeom>
                <a:avLst/>
                <a:gdLst/>
                <a:ahLst/>
                <a:cxnLst/>
                <a:rect l="0" t="0" r="r" b="b"/>
                <a:pathLst>
                  <a:path w="300524" h="513335">
                    <a:moveTo>
                      <a:pt x="299441" y="250423"/>
                    </a:moveTo>
                    <a:cubicBezTo>
                      <a:pt x="300524" y="295667"/>
                      <a:pt x="288782" y="352118"/>
                      <a:pt x="274631" y="389626"/>
                    </a:cubicBezTo>
                    <a:cubicBezTo>
                      <a:pt x="260481" y="427134"/>
                      <a:pt x="236258" y="455624"/>
                      <a:pt x="214536" y="475470"/>
                    </a:cubicBezTo>
                    <a:cubicBezTo>
                      <a:pt x="192815" y="495315"/>
                      <a:pt x="166268" y="513335"/>
                      <a:pt x="144303" y="508701"/>
                    </a:cubicBezTo>
                    <a:cubicBezTo>
                      <a:pt x="122339" y="504066"/>
                      <a:pt x="104949" y="466995"/>
                      <a:pt x="82749" y="447661"/>
                    </a:cubicBezTo>
                    <a:cubicBezTo>
                      <a:pt x="60548" y="428327"/>
                      <a:pt x="22202" y="425569"/>
                      <a:pt x="11101" y="392696"/>
                    </a:cubicBezTo>
                    <a:cubicBezTo>
                      <a:pt x="0" y="359823"/>
                      <a:pt x="15227" y="296868"/>
                      <a:pt x="16143" y="250423"/>
                    </a:cubicBezTo>
                    <a:cubicBezTo>
                      <a:pt x="17059" y="203977"/>
                      <a:pt x="7068" y="151926"/>
                      <a:pt x="16598" y="114022"/>
                    </a:cubicBezTo>
                    <a:cubicBezTo>
                      <a:pt x="26129" y="76117"/>
                      <a:pt x="52044" y="40322"/>
                      <a:pt x="73328" y="22997"/>
                    </a:cubicBezTo>
                    <a:cubicBezTo>
                      <a:pt x="94612" y="5671"/>
                      <a:pt x="120386" y="10899"/>
                      <a:pt x="144303" y="10068"/>
                    </a:cubicBezTo>
                    <a:cubicBezTo>
                      <a:pt x="168221" y="9238"/>
                      <a:pt x="196195" y="0"/>
                      <a:pt x="216833" y="18015"/>
                    </a:cubicBezTo>
                    <a:cubicBezTo>
                      <a:pt x="237471" y="36031"/>
                      <a:pt x="254365" y="79426"/>
                      <a:pt x="268133" y="118161"/>
                    </a:cubicBezTo>
                    <a:cubicBezTo>
                      <a:pt x="281900" y="156895"/>
                      <a:pt x="298358" y="205179"/>
                      <a:pt x="299441" y="250423"/>
                    </a:cubicBezTo>
                    <a:close/>
                  </a:path>
                </a:pathLst>
              </a:custGeom>
              <a:solidFill>
                <a:srgbClr val="BEC9A9"/>
              </a:solidFill>
              <a:ln w="6480" cap="flat">
                <a:solidFill>
                  <a:srgbClr val="6D7A5A"/>
                </a:solidFill>
              </a:ln>
              <a:effectLst/>
            </p:spPr>
          </p:sp>
          <p:sp>
            <p:nvSpPr>
              <p:cNvPr id="691" name="SCHEM_path-0689"/>
              <p:cNvSpPr/>
              <p:nvPr/>
            </p:nvSpPr>
            <p:spPr>
              <a:xfrm>
                <a:off x="10433136" y="3888956"/>
                <a:ext cx="181192" cy="200241"/>
              </a:xfrm>
              <a:custGeom>
                <a:avLst/>
                <a:gdLst/>
                <a:ahLst/>
                <a:cxnLst/>
                <a:rect l="0" t="0" r="r" b="b"/>
                <a:pathLst>
                  <a:path w="181192" h="200241">
                    <a:moveTo>
                      <a:pt x="180359" y="92644"/>
                    </a:moveTo>
                    <a:cubicBezTo>
                      <a:pt x="181192" y="119308"/>
                      <a:pt x="179104" y="159086"/>
                      <a:pt x="162200" y="176013"/>
                    </a:cubicBezTo>
                    <a:cubicBezTo>
                      <a:pt x="145297" y="192940"/>
                      <a:pt x="104384" y="200241"/>
                      <a:pt x="78939" y="194206"/>
                    </a:cubicBezTo>
                    <a:cubicBezTo>
                      <a:pt x="53495" y="188171"/>
                      <a:pt x="19064" y="163534"/>
                      <a:pt x="9532" y="139803"/>
                    </a:cubicBezTo>
                    <a:cubicBezTo>
                      <a:pt x="0" y="116072"/>
                      <a:pt x="9652" y="74125"/>
                      <a:pt x="21746" y="51819"/>
                    </a:cubicBezTo>
                    <a:cubicBezTo>
                      <a:pt x="33840" y="29513"/>
                      <a:pt x="59518" y="11932"/>
                      <a:pt x="82094" y="5966"/>
                    </a:cubicBezTo>
                    <a:cubicBezTo>
                      <a:pt x="104670" y="0"/>
                      <a:pt x="140825" y="1577"/>
                      <a:pt x="157202" y="16024"/>
                    </a:cubicBezTo>
                    <a:cubicBezTo>
                      <a:pt x="173580" y="30470"/>
                      <a:pt x="179526" y="65979"/>
                      <a:pt x="180359" y="92644"/>
                    </a:cubicBezTo>
                    <a:close/>
                  </a:path>
                </a:pathLst>
              </a:custGeom>
              <a:solidFill>
                <a:srgbClr val="F3F3ED"/>
              </a:solidFill>
              <a:ln w="4320" cap="flat">
                <a:solidFill>
                  <a:srgbClr val="949B85"/>
                </a:solidFill>
              </a:ln>
              <a:effectLst/>
            </p:spPr>
          </p:sp>
          <p:sp>
            <p:nvSpPr>
              <p:cNvPr id="692" name="SCHEM_ellipse-0690"/>
              <p:cNvSpPr/>
              <p:nvPr/>
            </p:nvSpPr>
            <p:spPr>
              <a:xfrm>
                <a:off x="10584000" y="4147200"/>
                <a:ext cx="28800" cy="43200"/>
              </a:xfrm>
              <a:prstGeom prst="ellipse">
                <a:avLst/>
              </a:prstGeom>
              <a:solidFill>
                <a:srgbClr val="DDE2D3"/>
              </a:solidFill>
              <a:ln w="4320" cap="flat">
                <a:solidFill>
                  <a:srgbClr val="95A080"/>
                </a:solidFill>
              </a:ln>
              <a:effectLst/>
            </p:spPr>
          </p:sp>
          <p:sp>
            <p:nvSpPr>
              <p:cNvPr id="693" name="SCHEM_ellipse-0691"/>
              <p:cNvSpPr/>
              <p:nvPr/>
            </p:nvSpPr>
            <p:spPr>
              <a:xfrm>
                <a:off x="10584000" y="4197600"/>
                <a:ext cx="28800" cy="43200"/>
              </a:xfrm>
              <a:prstGeom prst="ellipse">
                <a:avLst/>
              </a:prstGeom>
              <a:solidFill>
                <a:srgbClr val="DDE2D3"/>
              </a:solidFill>
              <a:ln w="4320" cap="flat">
                <a:solidFill>
                  <a:srgbClr val="95A080"/>
                </a:solidFill>
              </a:ln>
              <a:effectLst/>
            </p:spPr>
          </p:sp>
        </p:grpSp>
        <p:sp>
          <p:nvSpPr>
            <p:cNvPr id="694" name="SCHEM_text-0692"/>
            <p:cNvSpPr txBox="1"/>
            <p:nvPr/>
          </p:nvSpPr>
          <p:spPr>
            <a:xfrm>
              <a:off x="8208000" y="957600"/>
              <a:ext cx="1332000" cy="463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24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Control</a:t>
              </a:r>
              <a:endParaRPr lang="en-US" sz="1247"/>
            </a:p>
            <a:p>
              <a:pPr algn="ctr">
                <a:buNone/>
              </a:pPr>
              <a:r>
                <a:rPr lang="en-US" sz="124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(no lime clasts)</a:t>
              </a:r>
              <a:endParaRPr lang="en-US" sz="1247"/>
            </a:p>
          </p:txBody>
        </p:sp>
        <p:sp>
          <p:nvSpPr>
            <p:cNvPr id="695" name="SCHEM_text-0693"/>
            <p:cNvSpPr txBox="1"/>
            <p:nvPr/>
          </p:nvSpPr>
          <p:spPr>
            <a:xfrm>
              <a:off x="9727200" y="957600"/>
              <a:ext cx="1656000" cy="463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24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Lime-clast specimen</a:t>
              </a:r>
              <a:endParaRPr lang="en-US" sz="1247"/>
            </a:p>
            <a:p>
              <a:pPr algn="ctr">
                <a:buNone/>
              </a:pPr>
              <a:r>
                <a:rPr lang="en-US" sz="124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(with lime clasts)</a:t>
              </a:r>
              <a:endParaRPr lang="en-US" sz="1247"/>
            </a:p>
          </p:txBody>
        </p:sp>
        <p:sp>
          <p:nvSpPr>
            <p:cNvPr id="696" name="SCHEM_text-0694"/>
            <p:cNvSpPr txBox="1"/>
            <p:nvPr/>
          </p:nvSpPr>
          <p:spPr>
            <a:xfrm>
              <a:off x="8222400" y="4881600"/>
              <a:ext cx="13248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Open crack with</a:t>
              </a:r>
              <a:endParaRPr lang="en-US" sz="1191"/>
            </a:p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continuous flow</a:t>
              </a:r>
              <a:endParaRPr lang="en-US" sz="1191"/>
            </a:p>
          </p:txBody>
        </p:sp>
        <p:sp>
          <p:nvSpPr>
            <p:cNvPr id="697" name="SCHEM_text-0695"/>
            <p:cNvSpPr txBox="1"/>
            <p:nvPr/>
          </p:nvSpPr>
          <p:spPr>
            <a:xfrm>
              <a:off x="9669600" y="4881600"/>
              <a:ext cx="1742400" cy="2304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Calcite bridges narrow crack</a:t>
              </a:r>
              <a:endParaRPr lang="en-US" sz="1134"/>
            </a:p>
          </p:txBody>
        </p:sp>
        <p:sp>
          <p:nvSpPr>
            <p:cNvPr id="698" name="SCHEM_text-0696"/>
            <p:cNvSpPr txBox="1"/>
            <p:nvPr/>
          </p:nvSpPr>
          <p:spPr>
            <a:xfrm>
              <a:off x="9676800" y="5097600"/>
              <a:ext cx="1728000" cy="220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077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Flow ceased in tested specimen</a:t>
              </a:r>
              <a:endParaRPr lang="en-US" sz="1077"/>
            </a:p>
          </p:txBody>
        </p:sp>
        <p:sp>
          <p:nvSpPr>
            <p:cNvPr id="699" name="SCHEM_text-0697"/>
            <p:cNvSpPr txBox="1"/>
            <p:nvPr/>
          </p:nvSpPr>
          <p:spPr>
            <a:xfrm>
              <a:off x="2577600" y="5860800"/>
              <a:ext cx="80640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Tested gap: 0.5 ± 0.1 mm | 28-day cure | 2-month wet/dry preconditioning | Flow exposure: up to 30 days</a:t>
              </a:r>
              <a:endParaRPr lang="en-US" sz="1191"/>
            </a:p>
          </p:txBody>
        </p:sp>
        <p:sp>
          <p:nvSpPr>
            <p:cNvPr id="700" name="SCHEM_text-0698"/>
            <p:cNvSpPr txBox="1"/>
            <p:nvPr/>
          </p:nvSpPr>
          <p:spPr>
            <a:xfrm>
              <a:off x="6573600" y="6271200"/>
              <a:ext cx="4939200" cy="1915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90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Science Advances (2023) | doi:10.1126/sciadv.add1602 | Proposed mechanism; not to scale</a:t>
              </a:r>
              <a:endParaRPr lang="en-US" sz="907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cientific">
  <a:themeElements>
    <a:clrScheme name="Scientific">
      <a:dk1>
        <a:srgbClr val="202020"/>
      </a:dk1>
      <a:lt1>
        <a:srgbClr val="FFFFFF"/>
      </a:lt1>
      <a:dk2>
        <a:srgbClr val="505050"/>
      </a:dk2>
      <a:lt2>
        <a:srgbClr val="EEEEEE"/>
      </a:lt2>
      <a:accent1>
        <a:srgbClr val="159DDD"/>
      </a:accent1>
      <a:accent2>
        <a:srgbClr val="E04746"/>
      </a:accent2>
      <a:accent3>
        <a:srgbClr val="AAB568"/>
      </a:accent3>
      <a:accent4>
        <a:srgbClr val="DDE5C8"/>
      </a:accent4>
      <a:accent5>
        <a:srgbClr val="999999"/>
      </a:accent5>
      <a:accent6>
        <a:srgbClr val="777777"/>
      </a:accent6>
      <a:hlink>
        <a:srgbClr val="0563C1"/>
      </a:hlink>
      <a:folHlink>
        <a:srgbClr val="954F72"/>
      </a:folHlink>
    </a:clrScheme>
    <a:fontScheme name="Scientific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Scientif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